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4" r:id="rId27"/>
    <p:sldId id="281" r:id="rId28"/>
    <p:sldId id="282" r:id="rId29"/>
    <p:sldId id="283" r:id="rId30"/>
  </p:sldIdLst>
  <p:sldSz cx="9144000" cy="6858000" type="screen4x3"/>
  <p:notesSz cx="6858000" cy="9144000"/>
  <p:defaultTextStyle>
    <a:lvl1pPr marL="3123158" indent="-3123158">
      <a:spcBef>
        <a:spcPts val="800"/>
      </a:spcBef>
      <a:buClr>
        <a:srgbClr val="FFFFFF"/>
      </a:buClr>
      <a:buSzPct val="100000"/>
      <a:buFont typeface="Arial"/>
      <a:buChar char="•"/>
      <a:defRPr>
        <a:latin typeface="+mn-lt"/>
        <a:ea typeface="+mn-ea"/>
        <a:cs typeface="+mn-cs"/>
        <a:sym typeface="Helvetica"/>
      </a:defRPr>
    </a:lvl1pPr>
    <a:lvl2pPr>
      <a:spcBef>
        <a:spcPts val="800"/>
      </a:spcBef>
      <a:buClr>
        <a:srgbClr val="FFFFFF"/>
      </a:buClr>
      <a:buSzPct val="100000"/>
      <a:buFont typeface="Arial"/>
      <a:buChar char="•"/>
      <a:defRPr>
        <a:latin typeface="+mn-lt"/>
        <a:ea typeface="+mn-ea"/>
        <a:cs typeface="+mn-cs"/>
        <a:sym typeface="Helvetica"/>
      </a:defRPr>
    </a:lvl2pPr>
    <a:lvl3pPr>
      <a:spcBef>
        <a:spcPts val="800"/>
      </a:spcBef>
      <a:buClr>
        <a:srgbClr val="FFFFFF"/>
      </a:buClr>
      <a:buSzPct val="100000"/>
      <a:buFont typeface="Arial"/>
      <a:buChar char="•"/>
      <a:defRPr>
        <a:latin typeface="+mn-lt"/>
        <a:ea typeface="+mn-ea"/>
        <a:cs typeface="+mn-cs"/>
        <a:sym typeface="Helvetica"/>
      </a:defRPr>
    </a:lvl3pPr>
    <a:lvl4pPr>
      <a:spcBef>
        <a:spcPts val="800"/>
      </a:spcBef>
      <a:buClr>
        <a:srgbClr val="FFFFFF"/>
      </a:buClr>
      <a:buSzPct val="100000"/>
      <a:buFont typeface="Arial"/>
      <a:buChar char="•"/>
      <a:defRPr>
        <a:latin typeface="+mn-lt"/>
        <a:ea typeface="+mn-ea"/>
        <a:cs typeface="+mn-cs"/>
        <a:sym typeface="Helvetica"/>
      </a:defRPr>
    </a:lvl4pPr>
    <a:lvl5pPr>
      <a:spcBef>
        <a:spcPts val="800"/>
      </a:spcBef>
      <a:buClr>
        <a:srgbClr val="FFFFFF"/>
      </a:buClr>
      <a:buSzPct val="100000"/>
      <a:buFont typeface="Arial"/>
      <a:buChar char="•"/>
      <a:defRPr>
        <a:latin typeface="+mn-lt"/>
        <a:ea typeface="+mn-ea"/>
        <a:cs typeface="+mn-cs"/>
        <a:sym typeface="Helvetica"/>
      </a:defRPr>
    </a:lvl5pPr>
    <a:lvl6pPr>
      <a:spcBef>
        <a:spcPts val="800"/>
      </a:spcBef>
      <a:buClr>
        <a:srgbClr val="FFFFFF"/>
      </a:buClr>
      <a:buSzPct val="100000"/>
      <a:buFont typeface="Arial"/>
      <a:buChar char="•"/>
      <a:defRPr>
        <a:latin typeface="+mn-lt"/>
        <a:ea typeface="+mn-ea"/>
        <a:cs typeface="+mn-cs"/>
        <a:sym typeface="Helvetica"/>
      </a:defRPr>
    </a:lvl6pPr>
    <a:lvl7pPr>
      <a:spcBef>
        <a:spcPts val="800"/>
      </a:spcBef>
      <a:buClr>
        <a:srgbClr val="FFFFFF"/>
      </a:buClr>
      <a:buSzPct val="100000"/>
      <a:buFont typeface="Arial"/>
      <a:buChar char="•"/>
      <a:defRPr>
        <a:latin typeface="+mn-lt"/>
        <a:ea typeface="+mn-ea"/>
        <a:cs typeface="+mn-cs"/>
        <a:sym typeface="Helvetica"/>
      </a:defRPr>
    </a:lvl7pPr>
    <a:lvl8pPr>
      <a:spcBef>
        <a:spcPts val="800"/>
      </a:spcBef>
      <a:buClr>
        <a:srgbClr val="FFFFFF"/>
      </a:buClr>
      <a:buSzPct val="100000"/>
      <a:buFont typeface="Arial"/>
      <a:buChar char="•"/>
      <a:defRPr>
        <a:latin typeface="+mn-lt"/>
        <a:ea typeface="+mn-ea"/>
        <a:cs typeface="+mn-cs"/>
        <a:sym typeface="Helvetica"/>
      </a:defRPr>
    </a:lvl8pPr>
    <a:lvl9pPr>
      <a:spcBef>
        <a:spcPts val="800"/>
      </a:spcBef>
      <a:buClr>
        <a:srgbClr val="FFFFFF"/>
      </a:buClr>
      <a:buSzPct val="100000"/>
      <a:buFont typeface="Arial"/>
      <a:buChar char="•"/>
      <a:defRPr>
        <a:latin typeface="+mn-lt"/>
        <a:ea typeface="+mn-ea"/>
        <a:cs typeface="+mn-cs"/>
        <a:sym typeface="Helvetica"/>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n" i="on">
        <a:fontRef idx="minor">
          <a:srgbClr val="000000"/>
        </a:fontRef>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CAECEC"/>
          </a:solidFill>
        </a:fill>
      </a:tcStyle>
    </a:wholeTbl>
    <a:band2H>
      <a:tcTxStyle/>
      <a:tcStyle>
        <a:tcBdr/>
        <a:fill>
          <a:solidFill>
            <a:srgbClr val="E6F6F6"/>
          </a:solidFill>
        </a:fill>
      </a:tcStyle>
    </a:band2H>
    <a:firstCol>
      <a:tcTxStyle b="on" i="on">
        <a:fontRef idx="min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00CCCC"/>
          </a:solidFill>
        </a:fill>
      </a:tcStyle>
    </a:firstCol>
    <a:lastRow>
      <a:tcTxStyle b="on" i="on">
        <a:fontRef idx="min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00CCCC"/>
          </a:solidFill>
        </a:fill>
      </a:tcStyle>
    </a:lastRow>
    <a:firstRow>
      <a:tcTxStyle b="on" i="on">
        <a:fontRef idx="min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00CCCC"/>
          </a:solidFill>
        </a:fill>
      </a:tcStyle>
    </a:firstRow>
  </a:tblStyle>
  <a:tblStyle styleId="{C7B018BB-80A7-4F77-B60F-C8B233D01FF8}" styleName="">
    <a:tblBg/>
    <a:wholeTbl>
      <a:tcTxStyle b="on" i="on">
        <a:fontRef idx="minor">
          <a:srgbClr val="000000"/>
        </a:fontRef>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E2E6FF"/>
          </a:solidFill>
        </a:fill>
      </a:tcStyle>
    </a:wholeTbl>
    <a:band2H>
      <a:tcTxStyle/>
      <a:tcStyle>
        <a:tcBdr/>
        <a:fill>
          <a:solidFill>
            <a:srgbClr val="F1F3FF"/>
          </a:solidFill>
        </a:fill>
      </a:tcStyle>
    </a:band2H>
    <a:firstCol>
      <a:tcTxStyle b="on" i="on">
        <a:fontRef idx="min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AAB8FF"/>
          </a:solidFill>
        </a:fill>
      </a:tcStyle>
    </a:firstCol>
    <a:lastRow>
      <a:tcTxStyle b="on" i="on">
        <a:fontRef idx="min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AAB8FF"/>
          </a:solidFill>
        </a:fill>
      </a:tcStyle>
    </a:lastRow>
    <a:firstRow>
      <a:tcTxStyle b="on" i="on">
        <a:fontRef idx="min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AAB8FF"/>
          </a:solidFill>
        </a:fill>
      </a:tcStyle>
    </a:firstRow>
  </a:tblStyle>
  <a:tblStyle styleId="{EEE7283C-3CF3-47DC-8721-378D4A62B228}" styleName="">
    <a:tblBg/>
    <a:wholeTbl>
      <a:tcTxStyle b="on" i="on">
        <a:fontRef idx="minor">
          <a:srgbClr val="000000"/>
        </a:fontRef>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F6CCE6"/>
          </a:solidFill>
        </a:fill>
      </a:tcStyle>
    </a:wholeTbl>
    <a:band2H>
      <a:tcTxStyle/>
      <a:tcStyle>
        <a:tcBdr/>
        <a:fill>
          <a:solidFill>
            <a:srgbClr val="FAE7F3"/>
          </a:solidFill>
        </a:fill>
      </a:tcStyle>
    </a:band2H>
    <a:firstCol>
      <a:tcTxStyle b="on" i="on">
        <a:fontRef idx="min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E72DB9"/>
          </a:solidFill>
        </a:fill>
      </a:tcStyle>
    </a:firstCol>
    <a:lastRow>
      <a:tcTxStyle b="on" i="on">
        <a:fontRef idx="min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E72DB9"/>
          </a:solidFill>
        </a:fill>
      </a:tcStyle>
    </a:lastRow>
    <a:firstRow>
      <a:tcTxStyle b="on" i="on">
        <a:fontRef idx="min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E72DB9"/>
          </a:solidFill>
        </a:fill>
      </a:tcStyle>
    </a:firstRow>
  </a:tblStyle>
  <a:tblStyle styleId="{CF821DB8-F4EB-4A41-A1BA-3FCAFE7338EE}" styleName="">
    <a:tblBg/>
    <a:wholeTbl>
      <a:tcTxStyle b="on" i="on">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n">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00CCCC"/>
          </a:solidFill>
        </a:fill>
      </a:tcStyle>
    </a:firstCol>
    <a:lastRow>
      <a:tcTxStyle b="on" i="on">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bevel/>
            </a:ln>
          </a:top>
          <a:bottom>
            <a:ln w="25400" cap="flat">
              <a:solidFill>
                <a:srgbClr val="000000"/>
              </a:solidFill>
              <a:prstDash val="solid"/>
              <a:bevel/>
            </a:ln>
          </a:bottom>
          <a:insideH>
            <a:ln w="12700" cap="flat">
              <a:noFill/>
              <a:miter lim="400000"/>
            </a:ln>
          </a:insideH>
          <a:insideV>
            <a:ln w="12700" cap="flat">
              <a:noFill/>
              <a:miter lim="400000"/>
            </a:ln>
          </a:insideV>
        </a:tcBdr>
        <a:fill>
          <a:solidFill>
            <a:srgbClr val="FFFFFF"/>
          </a:solidFill>
        </a:fill>
      </a:tcStyle>
    </a:lastRow>
    <a:firstRow>
      <a:tcTxStyle b="on" i="on">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bevel/>
            </a:ln>
          </a:top>
          <a:bottom>
            <a:ln w="25400" cap="flat">
              <a:solidFill>
                <a:srgbClr val="000000"/>
              </a:solidFill>
              <a:prstDash val="solid"/>
              <a:bevel/>
            </a:ln>
          </a:bottom>
          <a:insideH>
            <a:ln w="12700" cap="flat">
              <a:noFill/>
              <a:miter lim="400000"/>
            </a:ln>
          </a:insideH>
          <a:insideV>
            <a:ln w="12700" cap="flat">
              <a:noFill/>
              <a:miter lim="400000"/>
            </a:ln>
          </a:insideV>
        </a:tcBdr>
        <a:fill>
          <a:solidFill>
            <a:srgbClr val="00CCCC"/>
          </a:solidFill>
        </a:fill>
      </a:tcStyle>
    </a:firstRow>
  </a:tblStyle>
  <a:tblStyle styleId="{33BA23B1-9221-436E-865A-0063620EA4FD}" styleName="">
    <a:tblBg/>
    <a:wholeTbl>
      <a:tcTxStyle b="on" i="on">
        <a:fontRef idx="minor">
          <a:srgbClr val="000000"/>
        </a:fontRef>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CACACA"/>
          </a:solidFill>
        </a:fill>
      </a:tcStyle>
    </a:wholeTbl>
    <a:band2H>
      <a:tcTxStyle/>
      <a:tcStyle>
        <a:tcBdr/>
        <a:fill>
          <a:solidFill>
            <a:srgbClr val="E6E6E6"/>
          </a:solidFill>
        </a:fill>
      </a:tcStyle>
    </a:band2H>
    <a:firstCol>
      <a:tcTxStyle b="on" i="on">
        <a:fontRef idx="min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fill>
      </a:tcStyle>
    </a:firstCol>
    <a:lastRow>
      <a:tcTxStyle b="on" i="on">
        <a:fontRef idx="min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fill>
      </a:tcStyle>
    </a:lastRow>
    <a:firstRow>
      <a:tcTxStyle b="on" i="on">
        <a:fontRef idx="min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fill>
      </a:tcStyle>
    </a:firstRow>
  </a:tblStyle>
  <a:tblStyle styleId="{2708684C-4D16-4618-839F-0558EEFCDFE6}" styleName="">
    <a:tblBg/>
    <a:wholeTbl>
      <a:tcTxStyle b="on" i="on">
        <a:fontRef idx="minor">
          <a:srgbClr val="000000"/>
        </a:fontRef>
        <a:srgbClr val="000000"/>
      </a:tcTxStyle>
      <a:tcStyle>
        <a:tcBdr>
          <a:left>
            <a:ln w="12700" cap="flat">
              <a:solidFill>
                <a:srgbClr val="000000"/>
              </a:solidFill>
              <a:prstDash val="solid"/>
              <a:bevel/>
            </a:ln>
          </a:left>
          <a:right>
            <a:ln w="12700" cap="flat">
              <a:solidFill>
                <a:srgbClr val="000000"/>
              </a:solidFill>
              <a:prstDash val="solid"/>
              <a:bevel/>
            </a:ln>
          </a:right>
          <a:top>
            <a:ln w="12700" cap="flat">
              <a:solidFill>
                <a:srgbClr val="000000"/>
              </a:solidFill>
              <a:prstDash val="solid"/>
              <a:bevel/>
            </a:ln>
          </a:top>
          <a:bottom>
            <a:ln w="127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solidFill>
            <a:srgbClr val="000000">
              <a:alpha val="20000"/>
            </a:srgbClr>
          </a:solidFill>
        </a:fill>
      </a:tcStyle>
    </a:wholeTbl>
    <a:band2H>
      <a:tcTxStyle/>
      <a:tcStyle>
        <a:tcBdr/>
        <a:fill>
          <a:solidFill>
            <a:srgbClr val="FFFFFF"/>
          </a:solidFill>
        </a:fill>
      </a:tcStyle>
    </a:band2H>
    <a:firstCol>
      <a:tcTxStyle b="on" i="on">
        <a:fontRef idx="minor">
          <a:srgbClr val="000000"/>
        </a:fontRef>
        <a:srgbClr val="000000"/>
      </a:tcTxStyle>
      <a:tcStyle>
        <a:tcBdr>
          <a:left>
            <a:ln w="12700" cap="flat">
              <a:solidFill>
                <a:srgbClr val="000000"/>
              </a:solidFill>
              <a:prstDash val="solid"/>
              <a:bevel/>
            </a:ln>
          </a:left>
          <a:right>
            <a:ln w="12700" cap="flat">
              <a:solidFill>
                <a:srgbClr val="000000"/>
              </a:solidFill>
              <a:prstDash val="solid"/>
              <a:bevel/>
            </a:ln>
          </a:right>
          <a:top>
            <a:ln w="12700" cap="flat">
              <a:solidFill>
                <a:srgbClr val="000000"/>
              </a:solidFill>
              <a:prstDash val="solid"/>
              <a:bevel/>
            </a:ln>
          </a:top>
          <a:bottom>
            <a:ln w="127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solidFill>
            <a:srgbClr val="000000">
              <a:alpha val="20000"/>
            </a:srgbClr>
          </a:solidFill>
        </a:fill>
      </a:tcStyle>
    </a:firstCol>
    <a:lastRow>
      <a:tcTxStyle b="on" i="on">
        <a:fontRef idx="minor">
          <a:srgbClr val="000000"/>
        </a:fontRef>
        <a:srgbClr val="000000"/>
      </a:tcTxStyle>
      <a:tcStyle>
        <a:tcBdr>
          <a:left>
            <a:ln w="12700" cap="flat">
              <a:solidFill>
                <a:srgbClr val="000000"/>
              </a:solidFill>
              <a:prstDash val="solid"/>
              <a:bevel/>
            </a:ln>
          </a:left>
          <a:right>
            <a:ln w="12700" cap="flat">
              <a:solidFill>
                <a:srgbClr val="000000"/>
              </a:solidFill>
              <a:prstDash val="solid"/>
              <a:bevel/>
            </a:ln>
          </a:right>
          <a:top>
            <a:ln w="50800" cap="flat">
              <a:solidFill>
                <a:srgbClr val="000000"/>
              </a:solidFill>
              <a:prstDash val="solid"/>
              <a:bevel/>
            </a:ln>
          </a:top>
          <a:bottom>
            <a:ln w="127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noFill/>
        </a:fill>
      </a:tcStyle>
    </a:lastRow>
    <a:firstRow>
      <a:tcTxStyle b="on" i="on">
        <a:fontRef idx="minor">
          <a:srgbClr val="000000"/>
        </a:fontRef>
        <a:srgbClr val="000000"/>
      </a:tcTxStyle>
      <a:tcStyle>
        <a:tcBdr>
          <a:left>
            <a:ln w="12700" cap="flat">
              <a:solidFill>
                <a:srgbClr val="000000"/>
              </a:solidFill>
              <a:prstDash val="solid"/>
              <a:bevel/>
            </a:ln>
          </a:left>
          <a:right>
            <a:ln w="12700" cap="flat">
              <a:solidFill>
                <a:srgbClr val="000000"/>
              </a:solidFill>
              <a:prstDash val="solid"/>
              <a:bevel/>
            </a:ln>
          </a:right>
          <a:top>
            <a:ln w="12700" cap="flat">
              <a:solidFill>
                <a:srgbClr val="000000"/>
              </a:solidFill>
              <a:prstDash val="solid"/>
              <a:bevel/>
            </a:ln>
          </a:top>
          <a:bottom>
            <a:ln w="254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15"/>
  </p:normalViewPr>
  <p:slideViewPr>
    <p:cSldViewPr snapToGrid="0" snapToObjects="1">
      <p:cViewPr varScale="1">
        <p:scale>
          <a:sx n="106" d="100"/>
          <a:sy n="106" d="100"/>
        </p:scale>
        <p:origin x="1800"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1" name="Shape 51"/>
          <p:cNvSpPr>
            <a:spLocks noGrp="1" noRot="1" noChangeAspect="1"/>
          </p:cNvSpPr>
          <p:nvPr>
            <p:ph type="sldImg"/>
          </p:nvPr>
        </p:nvSpPr>
        <p:spPr>
          <a:xfrm>
            <a:off x="1143000" y="685800"/>
            <a:ext cx="4572000" cy="3429000"/>
          </a:xfrm>
          <a:prstGeom prst="rect">
            <a:avLst/>
          </a:prstGeom>
        </p:spPr>
        <p:txBody>
          <a:bodyPr/>
          <a:lstStyle/>
          <a:p>
            <a:pPr lvl="0"/>
            <a:endParaRPr/>
          </a:p>
        </p:txBody>
      </p:sp>
      <p:sp>
        <p:nvSpPr>
          <p:cNvPr id="52" name="Shape 52"/>
          <p:cNvSpPr>
            <a:spLocks noGrp="1"/>
          </p:cNvSpPr>
          <p:nvPr>
            <p:ph type="body" sz="quarter" idx="1"/>
          </p:nvPr>
        </p:nvSpPr>
        <p:spPr>
          <a:xfrm>
            <a:off x="914400" y="4343400"/>
            <a:ext cx="5029200" cy="4114800"/>
          </a:xfrm>
          <a:prstGeom prst="rect">
            <a:avLst/>
          </a:prstGeom>
        </p:spPr>
        <p:txBody>
          <a:bodyPr/>
          <a:lstStyle/>
          <a:p>
            <a:pPr lvl="0"/>
            <a:endParaRPr/>
          </a:p>
        </p:txBody>
      </p:sp>
    </p:spTree>
  </p:cSld>
  <p:clrMap bg1="lt1" tx1="dk1" bg2="lt2" tx2="dk2" accent1="accent1" accent2="accent2" accent3="accent3" accent4="accent4" accent5="accent5" accent6="accent6" hlink="hlink" folHlink="folHlink"/>
  <p:notesStyle>
    <a:lvl1pPr defTabSz="457200">
      <a:lnSpc>
        <a:spcPct val="125000"/>
      </a:lnSpc>
      <a:defRPr sz="2400">
        <a:latin typeface="+mj-lt"/>
        <a:ea typeface="+mj-ea"/>
        <a:cs typeface="+mj-cs"/>
        <a:sym typeface="Avenir Roman"/>
      </a:defRPr>
    </a:lvl1pPr>
    <a:lvl2pPr indent="228600" defTabSz="457200">
      <a:lnSpc>
        <a:spcPct val="125000"/>
      </a:lnSpc>
      <a:defRPr sz="2400">
        <a:latin typeface="+mj-lt"/>
        <a:ea typeface="+mj-ea"/>
        <a:cs typeface="+mj-cs"/>
        <a:sym typeface="Avenir Roman"/>
      </a:defRPr>
    </a:lvl2pPr>
    <a:lvl3pPr indent="457200" defTabSz="457200">
      <a:lnSpc>
        <a:spcPct val="125000"/>
      </a:lnSpc>
      <a:defRPr sz="2400">
        <a:latin typeface="+mj-lt"/>
        <a:ea typeface="+mj-ea"/>
        <a:cs typeface="+mj-cs"/>
        <a:sym typeface="Avenir Roman"/>
      </a:defRPr>
    </a:lvl3pPr>
    <a:lvl4pPr indent="685800" defTabSz="457200">
      <a:lnSpc>
        <a:spcPct val="125000"/>
      </a:lnSpc>
      <a:defRPr sz="2400">
        <a:latin typeface="+mj-lt"/>
        <a:ea typeface="+mj-ea"/>
        <a:cs typeface="+mj-cs"/>
        <a:sym typeface="Avenir Roman"/>
      </a:defRPr>
    </a:lvl4pPr>
    <a:lvl5pPr indent="914400" defTabSz="457200">
      <a:lnSpc>
        <a:spcPct val="125000"/>
      </a:lnSpc>
      <a:defRPr sz="2400">
        <a:latin typeface="+mj-lt"/>
        <a:ea typeface="+mj-ea"/>
        <a:cs typeface="+mj-cs"/>
        <a:sym typeface="Avenir Roman"/>
      </a:defRPr>
    </a:lvl5pPr>
    <a:lvl6pPr indent="1143000" defTabSz="457200">
      <a:lnSpc>
        <a:spcPct val="125000"/>
      </a:lnSpc>
      <a:defRPr sz="2400">
        <a:latin typeface="+mj-lt"/>
        <a:ea typeface="+mj-ea"/>
        <a:cs typeface="+mj-cs"/>
        <a:sym typeface="Avenir Roman"/>
      </a:defRPr>
    </a:lvl6pPr>
    <a:lvl7pPr indent="1371600" defTabSz="457200">
      <a:lnSpc>
        <a:spcPct val="125000"/>
      </a:lnSpc>
      <a:defRPr sz="2400">
        <a:latin typeface="+mj-lt"/>
        <a:ea typeface="+mj-ea"/>
        <a:cs typeface="+mj-cs"/>
        <a:sym typeface="Avenir Roman"/>
      </a:defRPr>
    </a:lvl7pPr>
    <a:lvl8pPr indent="1600200" defTabSz="457200">
      <a:lnSpc>
        <a:spcPct val="125000"/>
      </a:lnSpc>
      <a:defRPr sz="2400">
        <a:latin typeface="+mj-lt"/>
        <a:ea typeface="+mj-ea"/>
        <a:cs typeface="+mj-cs"/>
        <a:sym typeface="Avenir Roman"/>
      </a:defRPr>
    </a:lvl8pPr>
    <a:lvl9pPr indent="1828800" defTabSz="457200">
      <a:lnSpc>
        <a:spcPct val="125000"/>
      </a:lnSpc>
      <a:defRPr sz="2400">
        <a:latin typeface="+mj-lt"/>
        <a:ea typeface="+mj-ea"/>
        <a:cs typeface="+mj-cs"/>
        <a:sym typeface="Avenir Roman"/>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Slide de título">
    <p:spTree>
      <p:nvGrpSpPr>
        <p:cNvPr id="1" name=""/>
        <p:cNvGrpSpPr/>
        <p:nvPr/>
      </p:nvGrpSpPr>
      <p:grpSpPr>
        <a:xfrm>
          <a:off x="0" y="0"/>
          <a:ext cx="0" cy="0"/>
          <a:chOff x="0" y="0"/>
          <a:chExt cx="0" cy="0"/>
        </a:xfrm>
      </p:grpSpPr>
      <p:sp>
        <p:nvSpPr>
          <p:cNvPr id="11" name="Shape 11"/>
          <p:cNvSpPr>
            <a:spLocks noGrp="1"/>
          </p:cNvSpPr>
          <p:nvPr>
            <p:ph type="title"/>
          </p:nvPr>
        </p:nvSpPr>
        <p:spPr>
          <a:xfrm>
            <a:off x="685800" y="609600"/>
            <a:ext cx="7772400" cy="2209800"/>
          </a:xfrm>
          <a:prstGeom prst="rect">
            <a:avLst/>
          </a:prstGeom>
        </p:spPr>
        <p:txBody>
          <a:bodyPr/>
          <a:lstStyle/>
          <a:p>
            <a:pPr lvl="0">
              <a:defRPr sz="1800">
                <a:solidFill>
                  <a:srgbClr val="000000"/>
                </a:solidFill>
                <a:effectLst/>
              </a:defRPr>
            </a:pPr>
            <a:r>
              <a:rPr sz="4400">
                <a:solidFill>
                  <a:srgbClr val="FFFF00"/>
                </a:solidFill>
                <a:effectLst>
                  <a:outerShdw blurRad="38100" dist="38100" dir="2700000" rotWithShape="0">
                    <a:srgbClr val="000000"/>
                  </a:outerShdw>
                </a:effectLst>
              </a:rPr>
              <a:t>Texto do Título</a:t>
            </a:r>
          </a:p>
        </p:txBody>
      </p:sp>
      <p:sp>
        <p:nvSpPr>
          <p:cNvPr id="12" name="Shape 12"/>
          <p:cNvSpPr>
            <a:spLocks noGrp="1"/>
          </p:cNvSpPr>
          <p:nvPr>
            <p:ph type="body" idx="1"/>
          </p:nvPr>
        </p:nvSpPr>
        <p:spPr>
          <a:xfrm>
            <a:off x="1371600" y="2819400"/>
            <a:ext cx="6400800" cy="4038600"/>
          </a:xfrm>
          <a:prstGeom prst="rect">
            <a:avLst/>
          </a:prstGeom>
        </p:spPr>
        <p:txBody>
          <a:bodyPr lIns="46037" tIns="46037" rIns="46037" bIns="46037"/>
          <a:lstStyle>
            <a:lvl1pPr marL="0" indent="0" algn="ctr">
              <a:buClrTx/>
              <a:buSzTx/>
              <a:buFontTx/>
              <a:buNone/>
            </a:lvl1pPr>
            <a:lvl2pPr algn="ctr">
              <a:buClrTx/>
              <a:buFontTx/>
            </a:lvl2pPr>
            <a:lvl3pPr algn="ctr">
              <a:buClrTx/>
              <a:buFontTx/>
            </a:lvl3pPr>
            <a:lvl4pPr algn="ctr">
              <a:buClrTx/>
              <a:buFontTx/>
            </a:lvl4pPr>
            <a:lvl5pPr algn="ctr">
              <a:buClrTx/>
              <a:buFontTx/>
            </a:lvl5pPr>
          </a:lstStyle>
          <a:p>
            <a:pPr lvl="0">
              <a:defRPr sz="1800">
                <a:solidFill>
                  <a:srgbClr val="000000"/>
                </a:solidFill>
                <a:effectLst/>
              </a:defRPr>
            </a:pPr>
            <a:r>
              <a:rPr sz="3200">
                <a:solidFill>
                  <a:srgbClr val="FFFFFF"/>
                </a:solidFill>
                <a:effectLst>
                  <a:outerShdw blurRad="38100" dist="38100" dir="2700000" rotWithShape="0">
                    <a:srgbClr val="000000"/>
                  </a:outerShdw>
                </a:effectLst>
              </a:rPr>
              <a:t>Nível de Corpo Um</a:t>
            </a:r>
          </a:p>
          <a:p>
            <a:pPr lvl="1">
              <a:defRPr sz="1800">
                <a:solidFill>
                  <a:srgbClr val="000000"/>
                </a:solidFill>
                <a:effectLst/>
              </a:defRPr>
            </a:pPr>
            <a:r>
              <a:rPr sz="3200">
                <a:solidFill>
                  <a:srgbClr val="FFFFFF"/>
                </a:solidFill>
                <a:effectLst>
                  <a:outerShdw blurRad="38100" dist="38100" dir="2700000" rotWithShape="0">
                    <a:srgbClr val="000000"/>
                  </a:outerShdw>
                </a:effectLst>
              </a:rPr>
              <a:t>Nível de Corpo Dois</a:t>
            </a:r>
          </a:p>
          <a:p>
            <a:pPr lvl="2">
              <a:defRPr sz="1800">
                <a:solidFill>
                  <a:srgbClr val="000000"/>
                </a:solidFill>
                <a:effectLst/>
              </a:defRPr>
            </a:pPr>
            <a:r>
              <a:rPr sz="3200">
                <a:solidFill>
                  <a:srgbClr val="FFFFFF"/>
                </a:solidFill>
                <a:effectLst>
                  <a:outerShdw blurRad="38100" dist="38100" dir="2700000" rotWithShape="0">
                    <a:srgbClr val="000000"/>
                  </a:outerShdw>
                </a:effectLst>
              </a:rPr>
              <a:t>Nível de Corpo Três</a:t>
            </a:r>
          </a:p>
          <a:p>
            <a:pPr lvl="3">
              <a:defRPr sz="1800">
                <a:solidFill>
                  <a:srgbClr val="000000"/>
                </a:solidFill>
                <a:effectLst/>
              </a:defRPr>
            </a:pPr>
            <a:r>
              <a:rPr sz="3200">
                <a:solidFill>
                  <a:srgbClr val="FFFFFF"/>
                </a:solidFill>
                <a:effectLst>
                  <a:outerShdw blurRad="38100" dist="38100" dir="2700000" rotWithShape="0">
                    <a:srgbClr val="000000"/>
                  </a:outerShdw>
                </a:effectLst>
              </a:rPr>
              <a:t>Nível de Corpo Quatro</a:t>
            </a:r>
          </a:p>
          <a:p>
            <a:pPr lvl="4">
              <a:defRPr sz="1800">
                <a:solidFill>
                  <a:srgbClr val="000000"/>
                </a:solidFill>
                <a:effectLst/>
              </a:defRPr>
            </a:pPr>
            <a:r>
              <a:rPr sz="3200">
                <a:solidFill>
                  <a:srgbClr val="FFFFFF"/>
                </a:solidFill>
                <a:effectLst>
                  <a:outerShdw blurRad="38100" dist="38100" dir="2700000" rotWithShape="0">
                    <a:srgbClr val="000000"/>
                  </a:outerShdw>
                </a:effectLst>
              </a:rPr>
              <a:t>Nível de Corpo Cinco</a:t>
            </a:r>
          </a:p>
        </p:txBody>
      </p:sp>
      <p:sp>
        <p:nvSpPr>
          <p:cNvPr id="13" name="Shape 13"/>
          <p:cNvSpPr>
            <a:spLocks noGrp="1"/>
          </p:cNvSpPr>
          <p:nvPr>
            <p:ph type="sldNum" sz="quarter" idx="2"/>
          </p:nvPr>
        </p:nvSpPr>
        <p:spPr>
          <a:prstGeom prst="rect">
            <a:avLst/>
          </a:prstGeom>
        </p:spPr>
        <p:txBody>
          <a:bodyPr/>
          <a:lstStyle/>
          <a:p>
            <a:pPr lvl="0"/>
            <a:fld id="{86CB4B4D-7CA3-9044-876B-883B54F8677D}" type="slidenum">
              <a:t>‹nº›</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ítulo e conteúdo">
    <p:spTree>
      <p:nvGrpSpPr>
        <p:cNvPr id="1" name=""/>
        <p:cNvGrpSpPr/>
        <p:nvPr/>
      </p:nvGrpSpPr>
      <p:grpSpPr>
        <a:xfrm>
          <a:off x="0" y="0"/>
          <a:ext cx="0" cy="0"/>
          <a:chOff x="0" y="0"/>
          <a:chExt cx="0" cy="0"/>
        </a:xfrm>
      </p:grpSpPr>
      <p:sp>
        <p:nvSpPr>
          <p:cNvPr id="15" name="Shape 15"/>
          <p:cNvSpPr>
            <a:spLocks noGrp="1"/>
          </p:cNvSpPr>
          <p:nvPr>
            <p:ph type="title"/>
          </p:nvPr>
        </p:nvSpPr>
        <p:spPr>
          <a:prstGeom prst="rect">
            <a:avLst/>
          </a:prstGeom>
        </p:spPr>
        <p:txBody>
          <a:bodyPr/>
          <a:lstStyle/>
          <a:p>
            <a:pPr lvl="0">
              <a:defRPr sz="1800">
                <a:solidFill>
                  <a:srgbClr val="000000"/>
                </a:solidFill>
                <a:effectLst/>
              </a:defRPr>
            </a:pPr>
            <a:r>
              <a:rPr sz="4400">
                <a:solidFill>
                  <a:srgbClr val="FFFF00"/>
                </a:solidFill>
                <a:effectLst>
                  <a:outerShdw blurRad="38100" dist="38100" dir="2700000" rotWithShape="0">
                    <a:srgbClr val="000000"/>
                  </a:outerShdw>
                </a:effectLst>
              </a:rPr>
              <a:t>Texto do Título</a:t>
            </a:r>
          </a:p>
        </p:txBody>
      </p:sp>
      <p:sp>
        <p:nvSpPr>
          <p:cNvPr id="16" name="Shape 16"/>
          <p:cNvSpPr>
            <a:spLocks noGrp="1"/>
          </p:cNvSpPr>
          <p:nvPr>
            <p:ph type="body" idx="1"/>
          </p:nvPr>
        </p:nvSpPr>
        <p:spPr>
          <a:prstGeom prst="rect">
            <a:avLst/>
          </a:prstGeom>
        </p:spPr>
        <p:txBody>
          <a:bodyPr/>
          <a:lstStyle/>
          <a:p>
            <a:pPr lvl="0">
              <a:defRPr sz="1800">
                <a:solidFill>
                  <a:srgbClr val="000000"/>
                </a:solidFill>
                <a:effectLst/>
              </a:defRPr>
            </a:pPr>
            <a:r>
              <a:rPr sz="3200">
                <a:solidFill>
                  <a:srgbClr val="FFFFFF"/>
                </a:solidFill>
                <a:effectLst>
                  <a:outerShdw blurRad="38100" dist="38100" dir="2700000" rotWithShape="0">
                    <a:srgbClr val="000000"/>
                  </a:outerShdw>
                </a:effectLst>
              </a:rPr>
              <a:t>Nível de Corpo Um</a:t>
            </a:r>
          </a:p>
          <a:p>
            <a:pPr lvl="1">
              <a:defRPr sz="1800">
                <a:solidFill>
                  <a:srgbClr val="000000"/>
                </a:solidFill>
                <a:effectLst/>
              </a:defRPr>
            </a:pPr>
            <a:r>
              <a:rPr sz="3200">
                <a:solidFill>
                  <a:srgbClr val="FFFFFF"/>
                </a:solidFill>
                <a:effectLst>
                  <a:outerShdw blurRad="38100" dist="38100" dir="2700000" rotWithShape="0">
                    <a:srgbClr val="000000"/>
                  </a:outerShdw>
                </a:effectLst>
              </a:rPr>
              <a:t>Nível de Corpo Dois</a:t>
            </a:r>
          </a:p>
          <a:p>
            <a:pPr lvl="2">
              <a:defRPr sz="1800">
                <a:solidFill>
                  <a:srgbClr val="000000"/>
                </a:solidFill>
                <a:effectLst/>
              </a:defRPr>
            </a:pPr>
            <a:r>
              <a:rPr sz="3200">
                <a:solidFill>
                  <a:srgbClr val="FFFFFF"/>
                </a:solidFill>
                <a:effectLst>
                  <a:outerShdw blurRad="38100" dist="38100" dir="2700000" rotWithShape="0">
                    <a:srgbClr val="000000"/>
                  </a:outerShdw>
                </a:effectLst>
              </a:rPr>
              <a:t>Nível de Corpo Três</a:t>
            </a:r>
          </a:p>
          <a:p>
            <a:pPr lvl="3">
              <a:defRPr sz="1800">
                <a:solidFill>
                  <a:srgbClr val="000000"/>
                </a:solidFill>
                <a:effectLst/>
              </a:defRPr>
            </a:pPr>
            <a:r>
              <a:rPr sz="3200">
                <a:solidFill>
                  <a:srgbClr val="FFFFFF"/>
                </a:solidFill>
                <a:effectLst>
                  <a:outerShdw blurRad="38100" dist="38100" dir="2700000" rotWithShape="0">
                    <a:srgbClr val="000000"/>
                  </a:outerShdw>
                </a:effectLst>
              </a:rPr>
              <a:t>Nível de Corpo Quatro</a:t>
            </a:r>
          </a:p>
          <a:p>
            <a:pPr lvl="4">
              <a:defRPr sz="1800">
                <a:solidFill>
                  <a:srgbClr val="000000"/>
                </a:solidFill>
                <a:effectLst/>
              </a:defRPr>
            </a:pPr>
            <a:r>
              <a:rPr sz="3200">
                <a:solidFill>
                  <a:srgbClr val="FFFFFF"/>
                </a:solidFill>
                <a:effectLst>
                  <a:outerShdw blurRad="38100" dist="38100" dir="2700000" rotWithShape="0">
                    <a:srgbClr val="000000"/>
                  </a:outerShdw>
                </a:effectLst>
              </a:rPr>
              <a:t>Nível de Corpo Cinco</a:t>
            </a:r>
          </a:p>
        </p:txBody>
      </p:sp>
      <p:sp>
        <p:nvSpPr>
          <p:cNvPr id="17" name="Shape 17"/>
          <p:cNvSpPr>
            <a:spLocks noGrp="1"/>
          </p:cNvSpPr>
          <p:nvPr>
            <p:ph type="sldNum" sz="quarter" idx="2"/>
          </p:nvPr>
        </p:nvSpPr>
        <p:spPr>
          <a:prstGeom prst="rect">
            <a:avLst/>
          </a:prstGeom>
        </p:spPr>
        <p:txBody>
          <a:bodyPr/>
          <a:lstStyle/>
          <a:p>
            <a:pPr lvl="0"/>
            <a:fld id="{86CB4B4D-7CA3-9044-876B-883B54F8677D}" type="slidenum">
              <a:t>‹nº›</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Cabeçalho da Seção">
    <p:spTree>
      <p:nvGrpSpPr>
        <p:cNvPr id="1" name=""/>
        <p:cNvGrpSpPr/>
        <p:nvPr/>
      </p:nvGrpSpPr>
      <p:grpSpPr>
        <a:xfrm>
          <a:off x="0" y="0"/>
          <a:ext cx="0" cy="0"/>
          <a:chOff x="0" y="0"/>
          <a:chExt cx="0" cy="0"/>
        </a:xfrm>
      </p:grpSpPr>
      <p:sp>
        <p:nvSpPr>
          <p:cNvPr id="19" name="Shape 19"/>
          <p:cNvSpPr>
            <a:spLocks noGrp="1"/>
          </p:cNvSpPr>
          <p:nvPr>
            <p:ph type="title"/>
          </p:nvPr>
        </p:nvSpPr>
        <p:spPr>
          <a:xfrm>
            <a:off x="722312" y="4406900"/>
            <a:ext cx="7772401" cy="1362075"/>
          </a:xfrm>
          <a:prstGeom prst="rect">
            <a:avLst/>
          </a:prstGeom>
        </p:spPr>
        <p:txBody>
          <a:bodyPr anchor="t"/>
          <a:lstStyle>
            <a:lvl1pPr marL="6940356" indent="-6940356" algn="l">
              <a:defRPr sz="4000" cap="all">
                <a:latin typeface="Times New Roman Bold"/>
                <a:ea typeface="Times New Roman Bold"/>
                <a:cs typeface="Times New Roman Bold"/>
                <a:sym typeface="Times New Roman Bold"/>
              </a:defRPr>
            </a:lvl1pPr>
          </a:lstStyle>
          <a:p>
            <a:pPr lvl="0">
              <a:defRPr sz="1800" cap="none">
                <a:solidFill>
                  <a:srgbClr val="000000"/>
                </a:solidFill>
                <a:effectLst/>
              </a:defRPr>
            </a:pPr>
            <a:r>
              <a:rPr sz="4000" cap="all">
                <a:solidFill>
                  <a:srgbClr val="FFFF00"/>
                </a:solidFill>
                <a:effectLst>
                  <a:outerShdw blurRad="38100" dist="38100" dir="2700000" rotWithShape="0">
                    <a:srgbClr val="000000"/>
                  </a:outerShdw>
                </a:effectLst>
              </a:rPr>
              <a:t>Texto do Título</a:t>
            </a:r>
          </a:p>
        </p:txBody>
      </p:sp>
      <p:sp>
        <p:nvSpPr>
          <p:cNvPr id="20" name="Shape 20"/>
          <p:cNvSpPr>
            <a:spLocks noGrp="1"/>
          </p:cNvSpPr>
          <p:nvPr>
            <p:ph type="body" idx="1"/>
          </p:nvPr>
        </p:nvSpPr>
        <p:spPr>
          <a:xfrm>
            <a:off x="722312" y="2906713"/>
            <a:ext cx="7772401" cy="1500196"/>
          </a:xfrm>
          <a:prstGeom prst="rect">
            <a:avLst/>
          </a:prstGeom>
        </p:spPr>
        <p:txBody>
          <a:bodyPr anchor="b"/>
          <a:lstStyle>
            <a:lvl1pPr marL="0" indent="0">
              <a:spcBef>
                <a:spcPts val="400"/>
              </a:spcBef>
              <a:buClrTx/>
              <a:buSzTx/>
              <a:buFontTx/>
              <a:buNone/>
              <a:defRPr sz="2000"/>
            </a:lvl1pPr>
            <a:lvl2pPr marL="661306" indent="-204106">
              <a:spcBef>
                <a:spcPts val="400"/>
              </a:spcBef>
              <a:buClrTx/>
              <a:buFontTx/>
              <a:defRPr sz="2000"/>
            </a:lvl2pPr>
            <a:lvl3pPr marL="1104900" indent="-190500">
              <a:spcBef>
                <a:spcPts val="400"/>
              </a:spcBef>
              <a:buClrTx/>
              <a:buFontTx/>
              <a:defRPr sz="2000"/>
            </a:lvl3pPr>
            <a:lvl4pPr marL="1600200" indent="-228600">
              <a:spcBef>
                <a:spcPts val="400"/>
              </a:spcBef>
              <a:buClrTx/>
              <a:buFontTx/>
              <a:defRPr sz="2000"/>
            </a:lvl4pPr>
            <a:lvl5pPr marL="2057400" indent="-228600">
              <a:spcBef>
                <a:spcPts val="400"/>
              </a:spcBef>
              <a:buClrTx/>
              <a:buFontTx/>
              <a:defRPr sz="2000"/>
            </a:lvl5pPr>
          </a:lstStyle>
          <a:p>
            <a:pPr lvl="0">
              <a:defRPr sz="1800">
                <a:solidFill>
                  <a:srgbClr val="000000"/>
                </a:solidFill>
                <a:effectLst/>
              </a:defRPr>
            </a:pPr>
            <a:r>
              <a:rPr sz="2000">
                <a:solidFill>
                  <a:srgbClr val="FFFFFF"/>
                </a:solidFill>
                <a:effectLst>
                  <a:outerShdw blurRad="38100" dist="38100" dir="2700000" rotWithShape="0">
                    <a:srgbClr val="000000"/>
                  </a:outerShdw>
                </a:effectLst>
              </a:rPr>
              <a:t>Nível de Corpo Um</a:t>
            </a:r>
          </a:p>
          <a:p>
            <a:pPr lvl="1">
              <a:defRPr sz="1800">
                <a:solidFill>
                  <a:srgbClr val="000000"/>
                </a:solidFill>
                <a:effectLst/>
              </a:defRPr>
            </a:pPr>
            <a:r>
              <a:rPr sz="2000">
                <a:solidFill>
                  <a:srgbClr val="FFFFFF"/>
                </a:solidFill>
                <a:effectLst>
                  <a:outerShdw blurRad="38100" dist="38100" dir="2700000" rotWithShape="0">
                    <a:srgbClr val="000000"/>
                  </a:outerShdw>
                </a:effectLst>
              </a:rPr>
              <a:t>Nível de Corpo Dois</a:t>
            </a:r>
          </a:p>
          <a:p>
            <a:pPr lvl="2">
              <a:defRPr sz="1800">
                <a:solidFill>
                  <a:srgbClr val="000000"/>
                </a:solidFill>
                <a:effectLst/>
              </a:defRPr>
            </a:pPr>
            <a:r>
              <a:rPr sz="2000">
                <a:solidFill>
                  <a:srgbClr val="FFFFFF"/>
                </a:solidFill>
                <a:effectLst>
                  <a:outerShdw blurRad="38100" dist="38100" dir="2700000" rotWithShape="0">
                    <a:srgbClr val="000000"/>
                  </a:outerShdw>
                </a:effectLst>
              </a:rPr>
              <a:t>Nível de Corpo Três</a:t>
            </a:r>
          </a:p>
          <a:p>
            <a:pPr lvl="3">
              <a:defRPr sz="1800">
                <a:solidFill>
                  <a:srgbClr val="000000"/>
                </a:solidFill>
                <a:effectLst/>
              </a:defRPr>
            </a:pPr>
            <a:r>
              <a:rPr sz="2000">
                <a:solidFill>
                  <a:srgbClr val="FFFFFF"/>
                </a:solidFill>
                <a:effectLst>
                  <a:outerShdw blurRad="38100" dist="38100" dir="2700000" rotWithShape="0">
                    <a:srgbClr val="000000"/>
                  </a:outerShdw>
                </a:effectLst>
              </a:rPr>
              <a:t>Nível de Corpo Quatro</a:t>
            </a:r>
          </a:p>
          <a:p>
            <a:pPr lvl="4">
              <a:defRPr sz="1800">
                <a:solidFill>
                  <a:srgbClr val="000000"/>
                </a:solidFill>
                <a:effectLst/>
              </a:defRPr>
            </a:pPr>
            <a:r>
              <a:rPr sz="2000">
                <a:solidFill>
                  <a:srgbClr val="FFFFFF"/>
                </a:solidFill>
                <a:effectLst>
                  <a:outerShdw blurRad="38100" dist="38100" dir="2700000" rotWithShape="0">
                    <a:srgbClr val="000000"/>
                  </a:outerShdw>
                </a:effectLst>
              </a:rPr>
              <a:t>Nível de Corpo Cinco</a:t>
            </a:r>
          </a:p>
        </p:txBody>
      </p:sp>
      <p:sp>
        <p:nvSpPr>
          <p:cNvPr id="21" name="Shape 21"/>
          <p:cNvSpPr>
            <a:spLocks noGrp="1"/>
          </p:cNvSpPr>
          <p:nvPr>
            <p:ph type="sldNum" sz="quarter" idx="2"/>
          </p:nvPr>
        </p:nvSpPr>
        <p:spPr>
          <a:prstGeom prst="rect">
            <a:avLst/>
          </a:prstGeom>
        </p:spPr>
        <p:txBody>
          <a:bodyPr/>
          <a:lstStyle/>
          <a:p>
            <a:pPr lvl="0"/>
            <a:fld id="{86CB4B4D-7CA3-9044-876B-883B54F8677D}" type="slidenum">
              <a:t>‹nº›</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Duas Partes de Conteúdo">
    <p:spTree>
      <p:nvGrpSpPr>
        <p:cNvPr id="1" name=""/>
        <p:cNvGrpSpPr/>
        <p:nvPr/>
      </p:nvGrpSpPr>
      <p:grpSpPr>
        <a:xfrm>
          <a:off x="0" y="0"/>
          <a:ext cx="0" cy="0"/>
          <a:chOff x="0" y="0"/>
          <a:chExt cx="0" cy="0"/>
        </a:xfrm>
      </p:grpSpPr>
      <p:sp>
        <p:nvSpPr>
          <p:cNvPr id="23" name="Shape 23"/>
          <p:cNvSpPr>
            <a:spLocks noGrp="1"/>
          </p:cNvSpPr>
          <p:nvPr>
            <p:ph type="title"/>
          </p:nvPr>
        </p:nvSpPr>
        <p:spPr>
          <a:prstGeom prst="rect">
            <a:avLst/>
          </a:prstGeom>
        </p:spPr>
        <p:txBody>
          <a:bodyPr/>
          <a:lstStyle/>
          <a:p>
            <a:pPr lvl="0">
              <a:defRPr sz="1800">
                <a:solidFill>
                  <a:srgbClr val="000000"/>
                </a:solidFill>
                <a:effectLst/>
              </a:defRPr>
            </a:pPr>
            <a:r>
              <a:rPr sz="4400">
                <a:solidFill>
                  <a:srgbClr val="FFFF00"/>
                </a:solidFill>
                <a:effectLst>
                  <a:outerShdw blurRad="38100" dist="38100" dir="2700000" rotWithShape="0">
                    <a:srgbClr val="000000"/>
                  </a:outerShdw>
                </a:effectLst>
              </a:rPr>
              <a:t>Texto do Título</a:t>
            </a:r>
          </a:p>
        </p:txBody>
      </p:sp>
      <p:sp>
        <p:nvSpPr>
          <p:cNvPr id="24" name="Shape 24"/>
          <p:cNvSpPr>
            <a:spLocks noGrp="1"/>
          </p:cNvSpPr>
          <p:nvPr>
            <p:ph type="body" idx="1"/>
          </p:nvPr>
        </p:nvSpPr>
        <p:spPr>
          <a:xfrm>
            <a:off x="685800" y="1641475"/>
            <a:ext cx="3810000" cy="5216525"/>
          </a:xfrm>
          <a:prstGeom prst="rect">
            <a:avLst/>
          </a:prstGeom>
        </p:spPr>
        <p:txBody>
          <a:bodyPr/>
          <a:lstStyle>
            <a:lvl1pPr>
              <a:spcBef>
                <a:spcPts val="600"/>
              </a:spcBef>
              <a:defRPr sz="2800"/>
            </a:lvl1pPr>
            <a:lvl2pPr marL="790575" indent="-333375">
              <a:spcBef>
                <a:spcPts val="600"/>
              </a:spcBef>
              <a:defRPr sz="2800"/>
            </a:lvl2pPr>
            <a:lvl3pPr marL="1234438" indent="-320038">
              <a:spcBef>
                <a:spcPts val="600"/>
              </a:spcBef>
              <a:defRPr sz="2800"/>
            </a:lvl3pPr>
            <a:lvl4pPr marL="1727200" indent="-355600">
              <a:spcBef>
                <a:spcPts val="600"/>
              </a:spcBef>
              <a:defRPr sz="2800"/>
            </a:lvl4pPr>
            <a:lvl5pPr marL="2184400" indent="-355600">
              <a:spcBef>
                <a:spcPts val="600"/>
              </a:spcBef>
              <a:defRPr sz="2800"/>
            </a:lvl5pPr>
          </a:lstStyle>
          <a:p>
            <a:pPr lvl="0">
              <a:defRPr sz="1800">
                <a:solidFill>
                  <a:srgbClr val="000000"/>
                </a:solidFill>
                <a:effectLst/>
              </a:defRPr>
            </a:pPr>
            <a:r>
              <a:rPr sz="2800">
                <a:solidFill>
                  <a:srgbClr val="FFFFFF"/>
                </a:solidFill>
                <a:effectLst>
                  <a:outerShdw blurRad="38100" dist="38100" dir="2700000" rotWithShape="0">
                    <a:srgbClr val="000000"/>
                  </a:outerShdw>
                </a:effectLst>
              </a:rPr>
              <a:t>Nível de Corpo Um</a:t>
            </a:r>
          </a:p>
          <a:p>
            <a:pPr lvl="1">
              <a:defRPr sz="1800">
                <a:solidFill>
                  <a:srgbClr val="000000"/>
                </a:solidFill>
                <a:effectLst/>
              </a:defRPr>
            </a:pPr>
            <a:r>
              <a:rPr sz="2800">
                <a:solidFill>
                  <a:srgbClr val="FFFFFF"/>
                </a:solidFill>
                <a:effectLst>
                  <a:outerShdw blurRad="38100" dist="38100" dir="2700000" rotWithShape="0">
                    <a:srgbClr val="000000"/>
                  </a:outerShdw>
                </a:effectLst>
              </a:rPr>
              <a:t>Nível de Corpo Dois</a:t>
            </a:r>
          </a:p>
          <a:p>
            <a:pPr lvl="2">
              <a:defRPr sz="1800">
                <a:solidFill>
                  <a:srgbClr val="000000"/>
                </a:solidFill>
                <a:effectLst/>
              </a:defRPr>
            </a:pPr>
            <a:r>
              <a:rPr sz="2800">
                <a:solidFill>
                  <a:srgbClr val="FFFFFF"/>
                </a:solidFill>
                <a:effectLst>
                  <a:outerShdw blurRad="38100" dist="38100" dir="2700000" rotWithShape="0">
                    <a:srgbClr val="000000"/>
                  </a:outerShdw>
                </a:effectLst>
              </a:rPr>
              <a:t>Nível de Corpo Três</a:t>
            </a:r>
          </a:p>
          <a:p>
            <a:pPr lvl="3">
              <a:defRPr sz="1800">
                <a:solidFill>
                  <a:srgbClr val="000000"/>
                </a:solidFill>
                <a:effectLst/>
              </a:defRPr>
            </a:pPr>
            <a:r>
              <a:rPr sz="2800">
                <a:solidFill>
                  <a:srgbClr val="FFFFFF"/>
                </a:solidFill>
                <a:effectLst>
                  <a:outerShdw blurRad="38100" dist="38100" dir="2700000" rotWithShape="0">
                    <a:srgbClr val="000000"/>
                  </a:outerShdw>
                </a:effectLst>
              </a:rPr>
              <a:t>Nível de Corpo Quatro</a:t>
            </a:r>
          </a:p>
          <a:p>
            <a:pPr lvl="4">
              <a:defRPr sz="1800">
                <a:solidFill>
                  <a:srgbClr val="000000"/>
                </a:solidFill>
                <a:effectLst/>
              </a:defRPr>
            </a:pPr>
            <a:r>
              <a:rPr sz="2800">
                <a:solidFill>
                  <a:srgbClr val="FFFFFF"/>
                </a:solidFill>
                <a:effectLst>
                  <a:outerShdw blurRad="38100" dist="38100" dir="2700000" rotWithShape="0">
                    <a:srgbClr val="000000"/>
                  </a:outerShdw>
                </a:effectLst>
              </a:rPr>
              <a:t>Nível de Corpo Cinco</a:t>
            </a:r>
          </a:p>
        </p:txBody>
      </p:sp>
      <p:sp>
        <p:nvSpPr>
          <p:cNvPr id="25" name="Shape 25"/>
          <p:cNvSpPr>
            <a:spLocks noGrp="1"/>
          </p:cNvSpPr>
          <p:nvPr>
            <p:ph type="sldNum" sz="quarter" idx="2"/>
          </p:nvPr>
        </p:nvSpPr>
        <p:spPr>
          <a:prstGeom prst="rect">
            <a:avLst/>
          </a:prstGeom>
        </p:spPr>
        <p:txBody>
          <a:bodyPr/>
          <a:lstStyle/>
          <a:p>
            <a:pPr lvl="0"/>
            <a:fld id="{86CB4B4D-7CA3-9044-876B-883B54F8677D}" type="slidenum">
              <a:t>‹nº›</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Comparação">
    <p:spTree>
      <p:nvGrpSpPr>
        <p:cNvPr id="1" name=""/>
        <p:cNvGrpSpPr/>
        <p:nvPr/>
      </p:nvGrpSpPr>
      <p:grpSpPr>
        <a:xfrm>
          <a:off x="0" y="0"/>
          <a:ext cx="0" cy="0"/>
          <a:chOff x="0" y="0"/>
          <a:chExt cx="0" cy="0"/>
        </a:xfrm>
      </p:grpSpPr>
      <p:sp>
        <p:nvSpPr>
          <p:cNvPr id="27" name="Shape 27"/>
          <p:cNvSpPr>
            <a:spLocks noGrp="1"/>
          </p:cNvSpPr>
          <p:nvPr>
            <p:ph type="title"/>
          </p:nvPr>
        </p:nvSpPr>
        <p:spPr>
          <a:xfrm>
            <a:off x="457200" y="256810"/>
            <a:ext cx="8229600" cy="1178656"/>
          </a:xfrm>
          <a:prstGeom prst="rect">
            <a:avLst/>
          </a:prstGeom>
        </p:spPr>
        <p:txBody>
          <a:bodyPr/>
          <a:lstStyle/>
          <a:p>
            <a:pPr lvl="0">
              <a:defRPr sz="1800">
                <a:solidFill>
                  <a:srgbClr val="000000"/>
                </a:solidFill>
                <a:effectLst/>
              </a:defRPr>
            </a:pPr>
            <a:r>
              <a:rPr sz="4400">
                <a:solidFill>
                  <a:srgbClr val="FFFF00"/>
                </a:solidFill>
                <a:effectLst>
                  <a:outerShdw blurRad="38100" dist="38100" dir="2700000" rotWithShape="0">
                    <a:srgbClr val="000000"/>
                  </a:outerShdw>
                </a:effectLst>
              </a:rPr>
              <a:t>Texto do Título</a:t>
            </a:r>
          </a:p>
        </p:txBody>
      </p:sp>
      <p:sp>
        <p:nvSpPr>
          <p:cNvPr id="28" name="Shape 28"/>
          <p:cNvSpPr>
            <a:spLocks noGrp="1"/>
          </p:cNvSpPr>
          <p:nvPr>
            <p:ph type="body" idx="1"/>
          </p:nvPr>
        </p:nvSpPr>
        <p:spPr>
          <a:xfrm>
            <a:off x="457200" y="1435464"/>
            <a:ext cx="4040188" cy="739418"/>
          </a:xfrm>
          <a:prstGeom prst="rect">
            <a:avLst/>
          </a:prstGeom>
        </p:spPr>
        <p:txBody>
          <a:bodyPr anchor="b"/>
          <a:lstStyle>
            <a:lvl1pPr marL="0" indent="0">
              <a:spcBef>
                <a:spcPts val="500"/>
              </a:spcBef>
              <a:buClrTx/>
              <a:buSzTx/>
              <a:buFontTx/>
              <a:buNone/>
              <a:defRPr sz="2400">
                <a:latin typeface="Times New Roman Bold"/>
                <a:ea typeface="Times New Roman Bold"/>
                <a:cs typeface="Times New Roman Bold"/>
                <a:sym typeface="Times New Roman Bold"/>
              </a:defRPr>
            </a:lvl1pPr>
            <a:lvl2pPr marL="702127" indent="-244927">
              <a:spcBef>
                <a:spcPts val="500"/>
              </a:spcBef>
              <a:buClrTx/>
              <a:buFontTx/>
              <a:defRPr sz="2400">
                <a:latin typeface="Times New Roman Bold"/>
                <a:ea typeface="Times New Roman Bold"/>
                <a:cs typeface="Times New Roman Bold"/>
                <a:sym typeface="Times New Roman Bold"/>
              </a:defRPr>
            </a:lvl2pPr>
            <a:lvl3pPr marL="1143000" indent="-228600">
              <a:spcBef>
                <a:spcPts val="500"/>
              </a:spcBef>
              <a:buClrTx/>
              <a:buFontTx/>
              <a:defRPr sz="2400">
                <a:latin typeface="Times New Roman Bold"/>
                <a:ea typeface="Times New Roman Bold"/>
                <a:cs typeface="Times New Roman Bold"/>
                <a:sym typeface="Times New Roman Bold"/>
              </a:defRPr>
            </a:lvl3pPr>
            <a:lvl4pPr marL="1645920" indent="-274319">
              <a:spcBef>
                <a:spcPts val="500"/>
              </a:spcBef>
              <a:buClrTx/>
              <a:buFontTx/>
              <a:defRPr sz="2400">
                <a:latin typeface="Times New Roman Bold"/>
                <a:ea typeface="Times New Roman Bold"/>
                <a:cs typeface="Times New Roman Bold"/>
                <a:sym typeface="Times New Roman Bold"/>
              </a:defRPr>
            </a:lvl4pPr>
            <a:lvl5pPr marL="2103120" indent="-274320">
              <a:spcBef>
                <a:spcPts val="500"/>
              </a:spcBef>
              <a:buClrTx/>
              <a:buFontTx/>
              <a:defRPr sz="2400">
                <a:latin typeface="Times New Roman Bold"/>
                <a:ea typeface="Times New Roman Bold"/>
                <a:cs typeface="Times New Roman Bold"/>
                <a:sym typeface="Times New Roman Bold"/>
              </a:defRPr>
            </a:lvl5pPr>
          </a:lstStyle>
          <a:p>
            <a:pPr lvl="0">
              <a:defRPr sz="1800">
                <a:solidFill>
                  <a:srgbClr val="000000"/>
                </a:solidFill>
                <a:effectLst/>
              </a:defRPr>
            </a:pPr>
            <a:r>
              <a:rPr sz="2400">
                <a:solidFill>
                  <a:srgbClr val="FFFFFF"/>
                </a:solidFill>
                <a:effectLst>
                  <a:outerShdw blurRad="38100" dist="38100" dir="2700000" rotWithShape="0">
                    <a:srgbClr val="000000"/>
                  </a:outerShdw>
                </a:effectLst>
              </a:rPr>
              <a:t>Nível de Corpo Um</a:t>
            </a:r>
          </a:p>
          <a:p>
            <a:pPr lvl="1">
              <a:defRPr sz="1800">
                <a:solidFill>
                  <a:srgbClr val="000000"/>
                </a:solidFill>
                <a:effectLst/>
              </a:defRPr>
            </a:pPr>
            <a:r>
              <a:rPr sz="2400">
                <a:solidFill>
                  <a:srgbClr val="FFFFFF"/>
                </a:solidFill>
                <a:effectLst>
                  <a:outerShdw blurRad="38100" dist="38100" dir="2700000" rotWithShape="0">
                    <a:srgbClr val="000000"/>
                  </a:outerShdw>
                </a:effectLst>
              </a:rPr>
              <a:t>Nível de Corpo Dois</a:t>
            </a:r>
          </a:p>
          <a:p>
            <a:pPr lvl="2">
              <a:defRPr sz="1800">
                <a:solidFill>
                  <a:srgbClr val="000000"/>
                </a:solidFill>
                <a:effectLst/>
              </a:defRPr>
            </a:pPr>
            <a:r>
              <a:rPr sz="2400">
                <a:solidFill>
                  <a:srgbClr val="FFFFFF"/>
                </a:solidFill>
                <a:effectLst>
                  <a:outerShdw blurRad="38100" dist="38100" dir="2700000" rotWithShape="0">
                    <a:srgbClr val="000000"/>
                  </a:outerShdw>
                </a:effectLst>
              </a:rPr>
              <a:t>Nível de Corpo Três</a:t>
            </a:r>
          </a:p>
          <a:p>
            <a:pPr lvl="3">
              <a:defRPr sz="1800">
                <a:solidFill>
                  <a:srgbClr val="000000"/>
                </a:solidFill>
                <a:effectLst/>
              </a:defRPr>
            </a:pPr>
            <a:r>
              <a:rPr sz="2400">
                <a:solidFill>
                  <a:srgbClr val="FFFFFF"/>
                </a:solidFill>
                <a:effectLst>
                  <a:outerShdw blurRad="38100" dist="38100" dir="2700000" rotWithShape="0">
                    <a:srgbClr val="000000"/>
                  </a:outerShdw>
                </a:effectLst>
              </a:rPr>
              <a:t>Nível de Corpo Quatro</a:t>
            </a:r>
          </a:p>
          <a:p>
            <a:pPr lvl="4">
              <a:defRPr sz="1800">
                <a:solidFill>
                  <a:srgbClr val="000000"/>
                </a:solidFill>
                <a:effectLst/>
              </a:defRPr>
            </a:pPr>
            <a:r>
              <a:rPr sz="2400">
                <a:solidFill>
                  <a:srgbClr val="FFFFFF"/>
                </a:solidFill>
                <a:effectLst>
                  <a:outerShdw blurRad="38100" dist="38100" dir="2700000" rotWithShape="0">
                    <a:srgbClr val="000000"/>
                  </a:outerShdw>
                </a:effectLst>
              </a:rPr>
              <a:t>Nível de Corpo Cinco</a:t>
            </a:r>
          </a:p>
        </p:txBody>
      </p:sp>
      <p:sp>
        <p:nvSpPr>
          <p:cNvPr id="29" name="Shape 29"/>
          <p:cNvSpPr>
            <a:spLocks noGrp="1"/>
          </p:cNvSpPr>
          <p:nvPr>
            <p:ph type="sldNum" sz="quarter" idx="2"/>
          </p:nvPr>
        </p:nvSpPr>
        <p:spPr>
          <a:prstGeom prst="rect">
            <a:avLst/>
          </a:prstGeom>
        </p:spPr>
        <p:txBody>
          <a:bodyPr/>
          <a:lstStyle/>
          <a:p>
            <a:pPr lvl="0"/>
            <a:fld id="{86CB4B4D-7CA3-9044-876B-883B54F8677D}" type="slidenum">
              <a:t>‹nº›</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Somente título">
    <p:spTree>
      <p:nvGrpSpPr>
        <p:cNvPr id="1" name=""/>
        <p:cNvGrpSpPr/>
        <p:nvPr/>
      </p:nvGrpSpPr>
      <p:grpSpPr>
        <a:xfrm>
          <a:off x="0" y="0"/>
          <a:ext cx="0" cy="0"/>
          <a:chOff x="0" y="0"/>
          <a:chExt cx="0" cy="0"/>
        </a:xfrm>
      </p:grpSpPr>
      <p:sp>
        <p:nvSpPr>
          <p:cNvPr id="31" name="Shape 31"/>
          <p:cNvSpPr>
            <a:spLocks noGrp="1"/>
          </p:cNvSpPr>
          <p:nvPr>
            <p:ph type="title"/>
          </p:nvPr>
        </p:nvSpPr>
        <p:spPr>
          <a:xfrm>
            <a:off x="685800" y="0"/>
            <a:ext cx="7772400" cy="1676400"/>
          </a:xfrm>
          <a:prstGeom prst="rect">
            <a:avLst/>
          </a:prstGeom>
        </p:spPr>
        <p:txBody>
          <a:bodyPr/>
          <a:lstStyle/>
          <a:p>
            <a:pPr lvl="0">
              <a:defRPr sz="1800">
                <a:solidFill>
                  <a:srgbClr val="000000"/>
                </a:solidFill>
                <a:effectLst/>
              </a:defRPr>
            </a:pPr>
            <a:r>
              <a:rPr sz="4400">
                <a:solidFill>
                  <a:srgbClr val="FFFF00"/>
                </a:solidFill>
                <a:effectLst>
                  <a:outerShdw blurRad="38100" dist="38100" dir="2700000" rotWithShape="0">
                    <a:srgbClr val="000000"/>
                  </a:outerShdw>
                </a:effectLst>
              </a:rPr>
              <a:t>Texto do Título</a:t>
            </a:r>
          </a:p>
        </p:txBody>
      </p:sp>
      <p:sp>
        <p:nvSpPr>
          <p:cNvPr id="32" name="Shape 32"/>
          <p:cNvSpPr>
            <a:spLocks noGrp="1"/>
          </p:cNvSpPr>
          <p:nvPr>
            <p:ph type="sldNum" sz="quarter" idx="2"/>
          </p:nvPr>
        </p:nvSpPr>
        <p:spPr>
          <a:prstGeom prst="rect">
            <a:avLst/>
          </a:prstGeom>
        </p:spPr>
        <p:txBody>
          <a:bodyPr/>
          <a:lstStyle/>
          <a:p>
            <a:pPr lvl="0"/>
            <a:fld id="{86CB4B4D-7CA3-9044-876B-883B54F8677D}" type="slidenum">
              <a:t>‹nº›</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Em branco">
    <p:spTree>
      <p:nvGrpSpPr>
        <p:cNvPr id="1" name=""/>
        <p:cNvGrpSpPr/>
        <p:nvPr/>
      </p:nvGrpSpPr>
      <p:grpSpPr>
        <a:xfrm>
          <a:off x="0" y="0"/>
          <a:ext cx="0" cy="0"/>
          <a:chOff x="0" y="0"/>
          <a:chExt cx="0" cy="0"/>
        </a:xfrm>
      </p:grpSpPr>
      <p:sp>
        <p:nvSpPr>
          <p:cNvPr id="34" name="Shape 34"/>
          <p:cNvSpPr>
            <a:spLocks noGrp="1"/>
          </p:cNvSpPr>
          <p:nvPr>
            <p:ph type="sldNum" sz="quarter" idx="2"/>
          </p:nvPr>
        </p:nvSpPr>
        <p:spPr>
          <a:prstGeom prst="rect">
            <a:avLst/>
          </a:prstGeom>
        </p:spPr>
        <p:txBody>
          <a:bodyPr/>
          <a:lstStyle/>
          <a:p>
            <a:pPr lvl="0"/>
            <a:fld id="{86CB4B4D-7CA3-9044-876B-883B54F8677D}" type="slidenum">
              <a:t>‹nº›</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Conteúdo com Legenda">
    <p:spTree>
      <p:nvGrpSpPr>
        <p:cNvPr id="1" name=""/>
        <p:cNvGrpSpPr/>
        <p:nvPr/>
      </p:nvGrpSpPr>
      <p:grpSpPr>
        <a:xfrm>
          <a:off x="0" y="0"/>
          <a:ext cx="0" cy="0"/>
          <a:chOff x="0" y="0"/>
          <a:chExt cx="0" cy="0"/>
        </a:xfrm>
      </p:grpSpPr>
      <p:sp>
        <p:nvSpPr>
          <p:cNvPr id="36" name="Shape 36"/>
          <p:cNvSpPr>
            <a:spLocks noGrp="1"/>
          </p:cNvSpPr>
          <p:nvPr>
            <p:ph type="title"/>
          </p:nvPr>
        </p:nvSpPr>
        <p:spPr>
          <a:xfrm>
            <a:off x="457200" y="0"/>
            <a:ext cx="3008316" cy="1435100"/>
          </a:xfrm>
          <a:prstGeom prst="rect">
            <a:avLst/>
          </a:prstGeom>
        </p:spPr>
        <p:txBody>
          <a:bodyPr anchor="b"/>
          <a:lstStyle>
            <a:lvl1pPr marL="3470178" indent="-3470178" algn="l">
              <a:defRPr sz="2000">
                <a:latin typeface="Times New Roman Bold"/>
                <a:ea typeface="Times New Roman Bold"/>
                <a:cs typeface="Times New Roman Bold"/>
                <a:sym typeface="Times New Roman Bold"/>
              </a:defRPr>
            </a:lvl1pPr>
          </a:lstStyle>
          <a:p>
            <a:pPr lvl="0">
              <a:defRPr sz="1800">
                <a:solidFill>
                  <a:srgbClr val="000000"/>
                </a:solidFill>
                <a:effectLst/>
              </a:defRPr>
            </a:pPr>
            <a:r>
              <a:rPr sz="2000">
                <a:solidFill>
                  <a:srgbClr val="FFFF00"/>
                </a:solidFill>
                <a:effectLst>
                  <a:outerShdw blurRad="38100" dist="38100" dir="2700000" rotWithShape="0">
                    <a:srgbClr val="000000"/>
                  </a:outerShdw>
                </a:effectLst>
              </a:rPr>
              <a:t>Texto do Título</a:t>
            </a:r>
          </a:p>
        </p:txBody>
      </p:sp>
      <p:sp>
        <p:nvSpPr>
          <p:cNvPr id="37" name="Shape 37"/>
          <p:cNvSpPr>
            <a:spLocks noGrp="1"/>
          </p:cNvSpPr>
          <p:nvPr>
            <p:ph type="body" idx="1"/>
          </p:nvPr>
        </p:nvSpPr>
        <p:spPr>
          <a:xfrm>
            <a:off x="3575050" y="273050"/>
            <a:ext cx="5111750" cy="6584950"/>
          </a:xfrm>
          <a:prstGeom prst="rect">
            <a:avLst/>
          </a:prstGeom>
        </p:spPr>
        <p:txBody>
          <a:bodyPr/>
          <a:lstStyle/>
          <a:p>
            <a:pPr lvl="0">
              <a:defRPr sz="1800">
                <a:solidFill>
                  <a:srgbClr val="000000"/>
                </a:solidFill>
                <a:effectLst/>
              </a:defRPr>
            </a:pPr>
            <a:r>
              <a:rPr sz="3200">
                <a:solidFill>
                  <a:srgbClr val="FFFFFF"/>
                </a:solidFill>
                <a:effectLst>
                  <a:outerShdw blurRad="38100" dist="38100" dir="2700000" rotWithShape="0">
                    <a:srgbClr val="000000"/>
                  </a:outerShdw>
                </a:effectLst>
              </a:rPr>
              <a:t>Nível de Corpo Um</a:t>
            </a:r>
          </a:p>
          <a:p>
            <a:pPr lvl="1">
              <a:defRPr sz="1800">
                <a:solidFill>
                  <a:srgbClr val="000000"/>
                </a:solidFill>
                <a:effectLst/>
              </a:defRPr>
            </a:pPr>
            <a:r>
              <a:rPr sz="3200">
                <a:solidFill>
                  <a:srgbClr val="FFFFFF"/>
                </a:solidFill>
                <a:effectLst>
                  <a:outerShdw blurRad="38100" dist="38100" dir="2700000" rotWithShape="0">
                    <a:srgbClr val="000000"/>
                  </a:outerShdw>
                </a:effectLst>
              </a:rPr>
              <a:t>Nível de Corpo Dois</a:t>
            </a:r>
          </a:p>
          <a:p>
            <a:pPr lvl="2">
              <a:defRPr sz="1800">
                <a:solidFill>
                  <a:srgbClr val="000000"/>
                </a:solidFill>
                <a:effectLst/>
              </a:defRPr>
            </a:pPr>
            <a:r>
              <a:rPr sz="3200">
                <a:solidFill>
                  <a:srgbClr val="FFFFFF"/>
                </a:solidFill>
                <a:effectLst>
                  <a:outerShdw blurRad="38100" dist="38100" dir="2700000" rotWithShape="0">
                    <a:srgbClr val="000000"/>
                  </a:outerShdw>
                </a:effectLst>
              </a:rPr>
              <a:t>Nível de Corpo Três</a:t>
            </a:r>
          </a:p>
          <a:p>
            <a:pPr lvl="3">
              <a:defRPr sz="1800">
                <a:solidFill>
                  <a:srgbClr val="000000"/>
                </a:solidFill>
                <a:effectLst/>
              </a:defRPr>
            </a:pPr>
            <a:r>
              <a:rPr sz="3200">
                <a:solidFill>
                  <a:srgbClr val="FFFFFF"/>
                </a:solidFill>
                <a:effectLst>
                  <a:outerShdw blurRad="38100" dist="38100" dir="2700000" rotWithShape="0">
                    <a:srgbClr val="000000"/>
                  </a:outerShdw>
                </a:effectLst>
              </a:rPr>
              <a:t>Nível de Corpo Quatro</a:t>
            </a:r>
          </a:p>
          <a:p>
            <a:pPr lvl="4">
              <a:defRPr sz="1800">
                <a:solidFill>
                  <a:srgbClr val="000000"/>
                </a:solidFill>
                <a:effectLst/>
              </a:defRPr>
            </a:pPr>
            <a:r>
              <a:rPr sz="3200">
                <a:solidFill>
                  <a:srgbClr val="FFFFFF"/>
                </a:solidFill>
                <a:effectLst>
                  <a:outerShdw blurRad="38100" dist="38100" dir="2700000" rotWithShape="0">
                    <a:srgbClr val="000000"/>
                  </a:outerShdw>
                </a:effectLst>
              </a:rPr>
              <a:t>Nível de Corpo Cinco</a:t>
            </a:r>
          </a:p>
        </p:txBody>
      </p:sp>
      <p:sp>
        <p:nvSpPr>
          <p:cNvPr id="38" name="Shape 38"/>
          <p:cNvSpPr>
            <a:spLocks noGrp="1"/>
          </p:cNvSpPr>
          <p:nvPr>
            <p:ph type="sldNum" sz="quarter" idx="2"/>
          </p:nvPr>
        </p:nvSpPr>
        <p:spPr>
          <a:prstGeom prst="rect">
            <a:avLst/>
          </a:prstGeom>
        </p:spPr>
        <p:txBody>
          <a:bodyPr/>
          <a:lstStyle/>
          <a:p>
            <a:pPr lvl="0"/>
            <a:fld id="{86CB4B4D-7CA3-9044-876B-883B54F8677D}" type="slidenum">
              <a:t>‹nº›</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Imagem com Legenda">
    <p:spTree>
      <p:nvGrpSpPr>
        <p:cNvPr id="1" name=""/>
        <p:cNvGrpSpPr/>
        <p:nvPr/>
      </p:nvGrpSpPr>
      <p:grpSpPr>
        <a:xfrm>
          <a:off x="0" y="0"/>
          <a:ext cx="0" cy="0"/>
          <a:chOff x="0" y="0"/>
          <a:chExt cx="0" cy="0"/>
        </a:xfrm>
      </p:grpSpPr>
      <p:sp>
        <p:nvSpPr>
          <p:cNvPr id="40" name="Shape 40"/>
          <p:cNvSpPr>
            <a:spLocks noGrp="1"/>
          </p:cNvSpPr>
          <p:nvPr>
            <p:ph type="title"/>
          </p:nvPr>
        </p:nvSpPr>
        <p:spPr>
          <a:xfrm>
            <a:off x="1792288" y="4800600"/>
            <a:ext cx="5486404" cy="566738"/>
          </a:xfrm>
          <a:prstGeom prst="rect">
            <a:avLst/>
          </a:prstGeom>
        </p:spPr>
        <p:txBody>
          <a:bodyPr anchor="b"/>
          <a:lstStyle>
            <a:lvl1pPr marL="3470178" indent="-3470178" algn="l">
              <a:defRPr sz="2000">
                <a:latin typeface="Times New Roman Bold"/>
                <a:ea typeface="Times New Roman Bold"/>
                <a:cs typeface="Times New Roman Bold"/>
                <a:sym typeface="Times New Roman Bold"/>
              </a:defRPr>
            </a:lvl1pPr>
          </a:lstStyle>
          <a:p>
            <a:pPr lvl="0">
              <a:defRPr sz="1800">
                <a:solidFill>
                  <a:srgbClr val="000000"/>
                </a:solidFill>
                <a:effectLst/>
              </a:defRPr>
            </a:pPr>
            <a:r>
              <a:rPr sz="2000">
                <a:solidFill>
                  <a:srgbClr val="FFFF00"/>
                </a:solidFill>
                <a:effectLst>
                  <a:outerShdw blurRad="38100" dist="38100" dir="2700000" rotWithShape="0">
                    <a:srgbClr val="000000"/>
                  </a:outerShdw>
                </a:effectLst>
              </a:rPr>
              <a:t>Texto do Título</a:t>
            </a:r>
          </a:p>
        </p:txBody>
      </p:sp>
      <p:sp>
        <p:nvSpPr>
          <p:cNvPr id="41" name="Shape 41"/>
          <p:cNvSpPr>
            <a:spLocks noGrp="1"/>
          </p:cNvSpPr>
          <p:nvPr>
            <p:ph type="body" idx="1"/>
          </p:nvPr>
        </p:nvSpPr>
        <p:spPr>
          <a:xfrm>
            <a:off x="1792288" y="5367337"/>
            <a:ext cx="5486404" cy="804871"/>
          </a:xfrm>
          <a:prstGeom prst="rect">
            <a:avLst/>
          </a:prstGeom>
        </p:spPr>
        <p:txBody>
          <a:bodyPr/>
          <a:lstStyle>
            <a:lvl1pPr marL="0" indent="0">
              <a:spcBef>
                <a:spcPts val="300"/>
              </a:spcBef>
              <a:buClrTx/>
              <a:buSzTx/>
              <a:buFontTx/>
              <a:buNone/>
              <a:defRPr sz="1400"/>
            </a:lvl1pPr>
            <a:lvl2pPr marL="600073" indent="-142873">
              <a:spcBef>
                <a:spcPts val="300"/>
              </a:spcBef>
              <a:buClrTx/>
              <a:buFontTx/>
              <a:defRPr sz="1400"/>
            </a:lvl2pPr>
            <a:lvl3pPr marL="1047750" indent="-133350">
              <a:spcBef>
                <a:spcPts val="300"/>
              </a:spcBef>
              <a:buClrTx/>
              <a:buFontTx/>
              <a:defRPr sz="1400"/>
            </a:lvl3pPr>
            <a:lvl4pPr marL="1531619" indent="-160019">
              <a:spcBef>
                <a:spcPts val="300"/>
              </a:spcBef>
              <a:buClrTx/>
              <a:buFontTx/>
              <a:defRPr sz="1400"/>
            </a:lvl4pPr>
            <a:lvl5pPr marL="1988820" indent="-160020">
              <a:spcBef>
                <a:spcPts val="300"/>
              </a:spcBef>
              <a:buClrTx/>
              <a:buFontTx/>
              <a:defRPr sz="1400"/>
            </a:lvl5pPr>
          </a:lstStyle>
          <a:p>
            <a:pPr lvl="0">
              <a:defRPr sz="1800">
                <a:solidFill>
                  <a:srgbClr val="000000"/>
                </a:solidFill>
                <a:effectLst/>
              </a:defRPr>
            </a:pPr>
            <a:r>
              <a:rPr sz="1400">
                <a:solidFill>
                  <a:srgbClr val="FFFFFF"/>
                </a:solidFill>
                <a:effectLst>
                  <a:outerShdw blurRad="38100" dist="38100" dir="2700000" rotWithShape="0">
                    <a:srgbClr val="000000"/>
                  </a:outerShdw>
                </a:effectLst>
              </a:rPr>
              <a:t>Nível de Corpo Um</a:t>
            </a:r>
          </a:p>
          <a:p>
            <a:pPr lvl="1">
              <a:defRPr sz="1800">
                <a:solidFill>
                  <a:srgbClr val="000000"/>
                </a:solidFill>
                <a:effectLst/>
              </a:defRPr>
            </a:pPr>
            <a:r>
              <a:rPr sz="1400">
                <a:solidFill>
                  <a:srgbClr val="FFFFFF"/>
                </a:solidFill>
                <a:effectLst>
                  <a:outerShdw blurRad="38100" dist="38100" dir="2700000" rotWithShape="0">
                    <a:srgbClr val="000000"/>
                  </a:outerShdw>
                </a:effectLst>
              </a:rPr>
              <a:t>Nível de Corpo Dois</a:t>
            </a:r>
          </a:p>
          <a:p>
            <a:pPr lvl="2">
              <a:defRPr sz="1800">
                <a:solidFill>
                  <a:srgbClr val="000000"/>
                </a:solidFill>
                <a:effectLst/>
              </a:defRPr>
            </a:pPr>
            <a:r>
              <a:rPr sz="1400">
                <a:solidFill>
                  <a:srgbClr val="FFFFFF"/>
                </a:solidFill>
                <a:effectLst>
                  <a:outerShdw blurRad="38100" dist="38100" dir="2700000" rotWithShape="0">
                    <a:srgbClr val="000000"/>
                  </a:outerShdw>
                </a:effectLst>
              </a:rPr>
              <a:t>Nível de Corpo Três</a:t>
            </a:r>
          </a:p>
          <a:p>
            <a:pPr lvl="3">
              <a:defRPr sz="1800">
                <a:solidFill>
                  <a:srgbClr val="000000"/>
                </a:solidFill>
                <a:effectLst/>
              </a:defRPr>
            </a:pPr>
            <a:r>
              <a:rPr sz="1400">
                <a:solidFill>
                  <a:srgbClr val="FFFFFF"/>
                </a:solidFill>
                <a:effectLst>
                  <a:outerShdw blurRad="38100" dist="38100" dir="2700000" rotWithShape="0">
                    <a:srgbClr val="000000"/>
                  </a:outerShdw>
                </a:effectLst>
              </a:rPr>
              <a:t>Nível de Corpo Quatro</a:t>
            </a:r>
          </a:p>
          <a:p>
            <a:pPr lvl="4">
              <a:defRPr sz="1800">
                <a:solidFill>
                  <a:srgbClr val="000000"/>
                </a:solidFill>
                <a:effectLst/>
              </a:defRPr>
            </a:pPr>
            <a:r>
              <a:rPr sz="1400">
                <a:solidFill>
                  <a:srgbClr val="FFFFFF"/>
                </a:solidFill>
                <a:effectLst>
                  <a:outerShdw blurRad="38100" dist="38100" dir="2700000" rotWithShape="0">
                    <a:srgbClr val="000000"/>
                  </a:outerShdw>
                </a:effectLst>
              </a:rPr>
              <a:t>Nível de Corpo Cinco</a:t>
            </a:r>
          </a:p>
        </p:txBody>
      </p:sp>
      <p:sp>
        <p:nvSpPr>
          <p:cNvPr id="42" name="Shape 42"/>
          <p:cNvSpPr>
            <a:spLocks noGrp="1"/>
          </p:cNvSpPr>
          <p:nvPr>
            <p:ph type="sldNum" sz="quarter" idx="2"/>
          </p:nvPr>
        </p:nvSpPr>
        <p:spPr>
          <a:prstGeom prst="rect">
            <a:avLst/>
          </a:prstGeom>
        </p:spPr>
        <p:txBody>
          <a:bodyPr/>
          <a:lstStyle/>
          <a:p>
            <a:pPr lvl="0"/>
            <a:fld id="{86CB4B4D-7CA3-9044-876B-883B54F8677D}" type="slidenum">
              <a:t>‹nº›</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Título e texto vertical">
    <p:spTree>
      <p:nvGrpSpPr>
        <p:cNvPr id="1" name=""/>
        <p:cNvGrpSpPr/>
        <p:nvPr/>
      </p:nvGrpSpPr>
      <p:grpSpPr>
        <a:xfrm>
          <a:off x="0" y="0"/>
          <a:ext cx="0" cy="0"/>
          <a:chOff x="0" y="0"/>
          <a:chExt cx="0" cy="0"/>
        </a:xfrm>
      </p:grpSpPr>
      <p:sp>
        <p:nvSpPr>
          <p:cNvPr id="44" name="Shape 44"/>
          <p:cNvSpPr>
            <a:spLocks noGrp="1"/>
          </p:cNvSpPr>
          <p:nvPr>
            <p:ph type="title"/>
          </p:nvPr>
        </p:nvSpPr>
        <p:spPr>
          <a:prstGeom prst="rect">
            <a:avLst/>
          </a:prstGeom>
        </p:spPr>
        <p:txBody>
          <a:bodyPr/>
          <a:lstStyle/>
          <a:p>
            <a:pPr lvl="0">
              <a:defRPr sz="1800">
                <a:solidFill>
                  <a:srgbClr val="000000"/>
                </a:solidFill>
                <a:effectLst/>
              </a:defRPr>
            </a:pPr>
            <a:r>
              <a:rPr sz="4400">
                <a:solidFill>
                  <a:srgbClr val="FFFF00"/>
                </a:solidFill>
                <a:effectLst>
                  <a:outerShdw blurRad="38100" dist="38100" dir="2700000" rotWithShape="0">
                    <a:srgbClr val="000000"/>
                  </a:outerShdw>
                </a:effectLst>
              </a:rPr>
              <a:t>Texto do Título</a:t>
            </a:r>
          </a:p>
        </p:txBody>
      </p:sp>
      <p:sp>
        <p:nvSpPr>
          <p:cNvPr id="45" name="Shape 45"/>
          <p:cNvSpPr>
            <a:spLocks noGrp="1"/>
          </p:cNvSpPr>
          <p:nvPr>
            <p:ph type="body" idx="1"/>
          </p:nvPr>
        </p:nvSpPr>
        <p:spPr>
          <a:prstGeom prst="rect">
            <a:avLst/>
          </a:prstGeom>
        </p:spPr>
        <p:txBody>
          <a:bodyPr/>
          <a:lstStyle/>
          <a:p>
            <a:pPr lvl="0">
              <a:defRPr sz="1800">
                <a:solidFill>
                  <a:srgbClr val="000000"/>
                </a:solidFill>
                <a:effectLst/>
              </a:defRPr>
            </a:pPr>
            <a:r>
              <a:rPr sz="3200">
                <a:solidFill>
                  <a:srgbClr val="FFFFFF"/>
                </a:solidFill>
                <a:effectLst>
                  <a:outerShdw blurRad="38100" dist="38100" dir="2700000" rotWithShape="0">
                    <a:srgbClr val="000000"/>
                  </a:outerShdw>
                </a:effectLst>
              </a:rPr>
              <a:t>Nível de Corpo Um</a:t>
            </a:r>
          </a:p>
          <a:p>
            <a:pPr lvl="1">
              <a:defRPr sz="1800">
                <a:solidFill>
                  <a:srgbClr val="000000"/>
                </a:solidFill>
                <a:effectLst/>
              </a:defRPr>
            </a:pPr>
            <a:r>
              <a:rPr sz="3200">
                <a:solidFill>
                  <a:srgbClr val="FFFFFF"/>
                </a:solidFill>
                <a:effectLst>
                  <a:outerShdw blurRad="38100" dist="38100" dir="2700000" rotWithShape="0">
                    <a:srgbClr val="000000"/>
                  </a:outerShdw>
                </a:effectLst>
              </a:rPr>
              <a:t>Nível de Corpo Dois</a:t>
            </a:r>
          </a:p>
          <a:p>
            <a:pPr lvl="2">
              <a:defRPr sz="1800">
                <a:solidFill>
                  <a:srgbClr val="000000"/>
                </a:solidFill>
                <a:effectLst/>
              </a:defRPr>
            </a:pPr>
            <a:r>
              <a:rPr sz="3200">
                <a:solidFill>
                  <a:srgbClr val="FFFFFF"/>
                </a:solidFill>
                <a:effectLst>
                  <a:outerShdw blurRad="38100" dist="38100" dir="2700000" rotWithShape="0">
                    <a:srgbClr val="000000"/>
                  </a:outerShdw>
                </a:effectLst>
              </a:rPr>
              <a:t>Nível de Corpo Três</a:t>
            </a:r>
          </a:p>
          <a:p>
            <a:pPr lvl="3">
              <a:defRPr sz="1800">
                <a:solidFill>
                  <a:srgbClr val="000000"/>
                </a:solidFill>
                <a:effectLst/>
              </a:defRPr>
            </a:pPr>
            <a:r>
              <a:rPr sz="3200">
                <a:solidFill>
                  <a:srgbClr val="FFFFFF"/>
                </a:solidFill>
                <a:effectLst>
                  <a:outerShdw blurRad="38100" dist="38100" dir="2700000" rotWithShape="0">
                    <a:srgbClr val="000000"/>
                  </a:outerShdw>
                </a:effectLst>
              </a:rPr>
              <a:t>Nível de Corpo Quatro</a:t>
            </a:r>
          </a:p>
          <a:p>
            <a:pPr lvl="4">
              <a:defRPr sz="1800">
                <a:solidFill>
                  <a:srgbClr val="000000"/>
                </a:solidFill>
                <a:effectLst/>
              </a:defRPr>
            </a:pPr>
            <a:r>
              <a:rPr sz="3200">
                <a:solidFill>
                  <a:srgbClr val="FFFFFF"/>
                </a:solidFill>
                <a:effectLst>
                  <a:outerShdw blurRad="38100" dist="38100" dir="2700000" rotWithShape="0">
                    <a:srgbClr val="000000"/>
                  </a:outerShdw>
                </a:effectLst>
              </a:rPr>
              <a:t>Nível de Corpo Cinco</a:t>
            </a:r>
          </a:p>
        </p:txBody>
      </p:sp>
      <p:sp>
        <p:nvSpPr>
          <p:cNvPr id="46" name="Shape 46"/>
          <p:cNvSpPr>
            <a:spLocks noGrp="1"/>
          </p:cNvSpPr>
          <p:nvPr>
            <p:ph type="sldNum" sz="quarter" idx="2"/>
          </p:nvPr>
        </p:nvSpPr>
        <p:spPr>
          <a:prstGeom prst="rect">
            <a:avLst/>
          </a:prstGeom>
        </p:spPr>
        <p:txBody>
          <a:bodyPr/>
          <a:lstStyle/>
          <a:p>
            <a:pPr lvl="0"/>
            <a:fld id="{86CB4B4D-7CA3-9044-876B-883B54F8677D}" type="slidenum">
              <a:t>‹nº›</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Título e texto verticais">
    <p:spTree>
      <p:nvGrpSpPr>
        <p:cNvPr id="1" name=""/>
        <p:cNvGrpSpPr/>
        <p:nvPr/>
      </p:nvGrpSpPr>
      <p:grpSpPr>
        <a:xfrm>
          <a:off x="0" y="0"/>
          <a:ext cx="0" cy="0"/>
          <a:chOff x="0" y="0"/>
          <a:chExt cx="0" cy="0"/>
        </a:xfrm>
      </p:grpSpPr>
      <p:sp>
        <p:nvSpPr>
          <p:cNvPr id="48" name="Shape 48"/>
          <p:cNvSpPr>
            <a:spLocks noGrp="1"/>
          </p:cNvSpPr>
          <p:nvPr>
            <p:ph type="title"/>
          </p:nvPr>
        </p:nvSpPr>
        <p:spPr>
          <a:xfrm>
            <a:off x="6515100" y="0"/>
            <a:ext cx="1943100" cy="6324600"/>
          </a:xfrm>
          <a:prstGeom prst="rect">
            <a:avLst/>
          </a:prstGeom>
        </p:spPr>
        <p:txBody>
          <a:bodyPr/>
          <a:lstStyle/>
          <a:p>
            <a:pPr lvl="0">
              <a:defRPr sz="1800">
                <a:solidFill>
                  <a:srgbClr val="000000"/>
                </a:solidFill>
                <a:effectLst/>
              </a:defRPr>
            </a:pPr>
            <a:r>
              <a:rPr sz="4400">
                <a:solidFill>
                  <a:srgbClr val="FFFF00"/>
                </a:solidFill>
                <a:effectLst>
                  <a:outerShdw blurRad="38100" dist="38100" dir="2700000" rotWithShape="0">
                    <a:srgbClr val="000000"/>
                  </a:outerShdw>
                </a:effectLst>
              </a:rPr>
              <a:t>Texto do Título</a:t>
            </a:r>
          </a:p>
        </p:txBody>
      </p:sp>
      <p:sp>
        <p:nvSpPr>
          <p:cNvPr id="49" name="Shape 49"/>
          <p:cNvSpPr>
            <a:spLocks noGrp="1"/>
          </p:cNvSpPr>
          <p:nvPr>
            <p:ph type="body" idx="1"/>
          </p:nvPr>
        </p:nvSpPr>
        <p:spPr>
          <a:xfrm>
            <a:off x="685800" y="228600"/>
            <a:ext cx="5676900" cy="6629400"/>
          </a:xfrm>
          <a:prstGeom prst="rect">
            <a:avLst/>
          </a:prstGeom>
        </p:spPr>
        <p:txBody>
          <a:bodyPr/>
          <a:lstStyle/>
          <a:p>
            <a:pPr lvl="0">
              <a:defRPr sz="1800">
                <a:solidFill>
                  <a:srgbClr val="000000"/>
                </a:solidFill>
                <a:effectLst/>
              </a:defRPr>
            </a:pPr>
            <a:r>
              <a:rPr sz="3200">
                <a:solidFill>
                  <a:srgbClr val="FFFFFF"/>
                </a:solidFill>
                <a:effectLst>
                  <a:outerShdw blurRad="38100" dist="38100" dir="2700000" rotWithShape="0">
                    <a:srgbClr val="000000"/>
                  </a:outerShdw>
                </a:effectLst>
              </a:rPr>
              <a:t>Nível de Corpo Um</a:t>
            </a:r>
          </a:p>
          <a:p>
            <a:pPr lvl="1">
              <a:defRPr sz="1800">
                <a:solidFill>
                  <a:srgbClr val="000000"/>
                </a:solidFill>
                <a:effectLst/>
              </a:defRPr>
            </a:pPr>
            <a:r>
              <a:rPr sz="3200">
                <a:solidFill>
                  <a:srgbClr val="FFFFFF"/>
                </a:solidFill>
                <a:effectLst>
                  <a:outerShdw blurRad="38100" dist="38100" dir="2700000" rotWithShape="0">
                    <a:srgbClr val="000000"/>
                  </a:outerShdw>
                </a:effectLst>
              </a:rPr>
              <a:t>Nível de Corpo Dois</a:t>
            </a:r>
          </a:p>
          <a:p>
            <a:pPr lvl="2">
              <a:defRPr sz="1800">
                <a:solidFill>
                  <a:srgbClr val="000000"/>
                </a:solidFill>
                <a:effectLst/>
              </a:defRPr>
            </a:pPr>
            <a:r>
              <a:rPr sz="3200">
                <a:solidFill>
                  <a:srgbClr val="FFFFFF"/>
                </a:solidFill>
                <a:effectLst>
                  <a:outerShdw blurRad="38100" dist="38100" dir="2700000" rotWithShape="0">
                    <a:srgbClr val="000000"/>
                  </a:outerShdw>
                </a:effectLst>
              </a:rPr>
              <a:t>Nível de Corpo Três</a:t>
            </a:r>
          </a:p>
          <a:p>
            <a:pPr lvl="3">
              <a:defRPr sz="1800">
                <a:solidFill>
                  <a:srgbClr val="000000"/>
                </a:solidFill>
                <a:effectLst/>
              </a:defRPr>
            </a:pPr>
            <a:r>
              <a:rPr sz="3200">
                <a:solidFill>
                  <a:srgbClr val="FFFFFF"/>
                </a:solidFill>
                <a:effectLst>
                  <a:outerShdw blurRad="38100" dist="38100" dir="2700000" rotWithShape="0">
                    <a:srgbClr val="000000"/>
                  </a:outerShdw>
                </a:effectLst>
              </a:rPr>
              <a:t>Nível de Corpo Quatro</a:t>
            </a:r>
          </a:p>
          <a:p>
            <a:pPr lvl="4">
              <a:defRPr sz="1800">
                <a:solidFill>
                  <a:srgbClr val="000000"/>
                </a:solidFill>
                <a:effectLst/>
              </a:defRPr>
            </a:pPr>
            <a:r>
              <a:rPr sz="3200">
                <a:solidFill>
                  <a:srgbClr val="FFFFFF"/>
                </a:solidFill>
                <a:effectLst>
                  <a:outerShdw blurRad="38100" dist="38100" dir="2700000" rotWithShape="0">
                    <a:srgbClr val="000000"/>
                  </a:outerShdw>
                </a:effectLst>
              </a:rPr>
              <a:t>Nível de Corpo Cinco</a:t>
            </a:r>
          </a:p>
        </p:txBody>
      </p:sp>
      <p:sp>
        <p:nvSpPr>
          <p:cNvPr id="50" name="Shape 50"/>
          <p:cNvSpPr>
            <a:spLocks noGrp="1"/>
          </p:cNvSpPr>
          <p:nvPr>
            <p:ph type="sldNum" sz="quarter" idx="2"/>
          </p:nvPr>
        </p:nvSpPr>
        <p:spPr>
          <a:prstGeom prst="rect">
            <a:avLst/>
          </a:prstGeom>
        </p:spPr>
        <p:txBody>
          <a:bodyPr/>
          <a:lstStyle/>
          <a:p>
            <a:pPr lvl="0"/>
            <a:fld id="{86CB4B4D-7CA3-9044-876B-883B54F8677D}" type="slidenum">
              <a:t>‹nº›</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0066FF"/>
            </a:gs>
            <a:gs pos="100000">
              <a:srgbClr val="000000"/>
            </a:gs>
          </a:gsLst>
          <a:lin ang="5400000" scaled="0"/>
        </a:gradFill>
        <a:effectLst/>
      </p:bgPr>
    </p:bg>
    <p:spTree>
      <p:nvGrpSpPr>
        <p:cNvPr id="1" name=""/>
        <p:cNvGrpSpPr/>
        <p:nvPr/>
      </p:nvGrpSpPr>
      <p:grpSpPr>
        <a:xfrm>
          <a:off x="0" y="0"/>
          <a:ext cx="0" cy="0"/>
          <a:chOff x="0" y="0"/>
          <a:chExt cx="0" cy="0"/>
        </a:xfrm>
      </p:grpSpPr>
      <p:grpSp>
        <p:nvGrpSpPr>
          <p:cNvPr id="6" name="Group 6"/>
          <p:cNvGrpSpPr/>
          <p:nvPr/>
        </p:nvGrpSpPr>
        <p:grpSpPr>
          <a:xfrm>
            <a:off x="-92" y="-166"/>
            <a:ext cx="8477269" cy="6172222"/>
            <a:chOff x="0" y="-1"/>
            <a:chExt cx="8477268" cy="6172220"/>
          </a:xfrm>
        </p:grpSpPr>
        <p:sp>
          <p:nvSpPr>
            <p:cNvPr id="2" name="Shape 2"/>
            <p:cNvSpPr/>
            <p:nvPr/>
          </p:nvSpPr>
          <p:spPr>
            <a:xfrm>
              <a:off x="-1" y="-2"/>
              <a:ext cx="6130943" cy="6172222"/>
            </a:xfrm>
            <a:custGeom>
              <a:avLst/>
              <a:gdLst/>
              <a:ahLst/>
              <a:cxnLst>
                <a:cxn ang="0">
                  <a:pos x="wd2" y="hd2"/>
                </a:cxn>
                <a:cxn ang="5400000">
                  <a:pos x="wd2" y="hd2"/>
                </a:cxn>
                <a:cxn ang="10800000">
                  <a:pos x="wd2" y="hd2"/>
                </a:cxn>
                <a:cxn ang="16200000">
                  <a:pos x="wd2" y="hd2"/>
                </a:cxn>
              </a:cxnLst>
              <a:rect l="0" t="0" r="r" b="b"/>
              <a:pathLst>
                <a:path w="21600" h="21600" extrusionOk="0">
                  <a:moveTo>
                    <a:pt x="21600" y="18989"/>
                  </a:moveTo>
                  <a:lnTo>
                    <a:pt x="2556" y="0"/>
                  </a:lnTo>
                  <a:lnTo>
                    <a:pt x="0" y="0"/>
                  </a:lnTo>
                  <a:lnTo>
                    <a:pt x="0" y="2672"/>
                  </a:lnTo>
                  <a:lnTo>
                    <a:pt x="18982" y="21600"/>
                  </a:lnTo>
                  <a:lnTo>
                    <a:pt x="21600" y="18989"/>
                  </a:lnTo>
                </a:path>
              </a:pathLst>
            </a:custGeom>
            <a:solidFill>
              <a:srgbClr val="0066FF">
                <a:alpha val="50000"/>
              </a:srgbClr>
            </a:solidFill>
            <a:ln w="12700" cap="flat">
              <a:noFill/>
              <a:miter lim="400000"/>
            </a:ln>
            <a:effectLst/>
          </p:spPr>
          <p:txBody>
            <a:bodyPr wrap="square" lIns="0" tIns="0" rIns="0" bIns="0" numCol="1" anchor="t">
              <a:noAutofit/>
            </a:bodyPr>
            <a:lstStyle/>
            <a:p>
              <a:pPr marL="0" lvl="0" indent="0">
                <a:spcBef>
                  <a:spcPts val="0"/>
                </a:spcBef>
                <a:buClrTx/>
                <a:buSzTx/>
                <a:buFontTx/>
                <a:buNone/>
                <a:defRPr sz="2400">
                  <a:solidFill>
                    <a:srgbClr val="FFFFFF"/>
                  </a:solidFill>
                  <a:latin typeface="Times New Roman"/>
                  <a:ea typeface="Times New Roman"/>
                  <a:cs typeface="Times New Roman"/>
                  <a:sym typeface="Times New Roman"/>
                </a:defRPr>
              </a:pPr>
              <a:endParaRPr/>
            </a:p>
          </p:txBody>
        </p:sp>
        <p:sp>
          <p:nvSpPr>
            <p:cNvPr id="3" name="Shape 3"/>
            <p:cNvSpPr/>
            <p:nvPr/>
          </p:nvSpPr>
          <p:spPr>
            <a:xfrm>
              <a:off x="1365253" y="-1"/>
              <a:ext cx="5386402" cy="5114943"/>
            </a:xfrm>
            <a:custGeom>
              <a:avLst/>
              <a:gdLst/>
              <a:ahLst/>
              <a:cxnLst>
                <a:cxn ang="0">
                  <a:pos x="wd2" y="hd2"/>
                </a:cxn>
                <a:cxn ang="5400000">
                  <a:pos x="wd2" y="hd2"/>
                </a:cxn>
                <a:cxn ang="10800000">
                  <a:pos x="wd2" y="hd2"/>
                </a:cxn>
                <a:cxn ang="16200000">
                  <a:pos x="wd2" y="hd2"/>
                </a:cxn>
              </a:cxnLst>
              <a:rect l="0" t="0" r="r" b="b"/>
              <a:pathLst>
                <a:path w="21600" h="21600" extrusionOk="0">
                  <a:moveTo>
                    <a:pt x="2355" y="0"/>
                  </a:moveTo>
                  <a:lnTo>
                    <a:pt x="21600" y="20353"/>
                  </a:lnTo>
                  <a:lnTo>
                    <a:pt x="20422" y="21600"/>
                  </a:lnTo>
                  <a:lnTo>
                    <a:pt x="0" y="0"/>
                  </a:lnTo>
                  <a:lnTo>
                    <a:pt x="2355" y="0"/>
                  </a:lnTo>
                </a:path>
              </a:pathLst>
            </a:custGeom>
            <a:solidFill>
              <a:srgbClr val="0066FF">
                <a:alpha val="50000"/>
              </a:srgbClr>
            </a:solidFill>
            <a:ln w="12700" cap="flat">
              <a:noFill/>
              <a:miter lim="400000"/>
            </a:ln>
            <a:effectLst/>
          </p:spPr>
          <p:txBody>
            <a:bodyPr wrap="square" lIns="0" tIns="0" rIns="0" bIns="0" numCol="1" anchor="t">
              <a:noAutofit/>
            </a:bodyPr>
            <a:lstStyle/>
            <a:p>
              <a:pPr marL="0" lvl="0" indent="0">
                <a:spcBef>
                  <a:spcPts val="0"/>
                </a:spcBef>
                <a:buClrTx/>
                <a:buSzTx/>
                <a:buFontTx/>
                <a:buNone/>
                <a:defRPr sz="2400">
                  <a:solidFill>
                    <a:srgbClr val="FFFFFF"/>
                  </a:solidFill>
                  <a:latin typeface="Times New Roman"/>
                  <a:ea typeface="Times New Roman"/>
                  <a:cs typeface="Times New Roman"/>
                  <a:sym typeface="Times New Roman"/>
                </a:defRPr>
              </a:pPr>
              <a:endParaRPr/>
            </a:p>
          </p:txBody>
        </p:sp>
        <p:sp>
          <p:nvSpPr>
            <p:cNvPr id="4" name="Shape 4"/>
            <p:cNvSpPr/>
            <p:nvPr/>
          </p:nvSpPr>
          <p:spPr>
            <a:xfrm>
              <a:off x="3471868" y="-2"/>
              <a:ext cx="4537088" cy="4056081"/>
            </a:xfrm>
            <a:custGeom>
              <a:avLst/>
              <a:gdLst/>
              <a:ahLst/>
              <a:cxnLst>
                <a:cxn ang="0">
                  <a:pos x="wd2" y="hd2"/>
                </a:cxn>
                <a:cxn ang="5400000">
                  <a:pos x="wd2" y="hd2"/>
                </a:cxn>
                <a:cxn ang="10800000">
                  <a:pos x="wd2" y="hd2"/>
                </a:cxn>
                <a:cxn ang="16200000">
                  <a:pos x="wd2" y="hd2"/>
                </a:cxn>
              </a:cxnLst>
              <a:rect l="0" t="0" r="r" b="b"/>
              <a:pathLst>
                <a:path w="21600" h="21600" extrusionOk="0">
                  <a:moveTo>
                    <a:pt x="4761" y="0"/>
                  </a:moveTo>
                  <a:lnTo>
                    <a:pt x="21600" y="18920"/>
                  </a:lnTo>
                  <a:lnTo>
                    <a:pt x="19219" y="21600"/>
                  </a:lnTo>
                  <a:lnTo>
                    <a:pt x="0" y="0"/>
                  </a:lnTo>
                  <a:lnTo>
                    <a:pt x="4761" y="0"/>
                  </a:lnTo>
                </a:path>
              </a:pathLst>
            </a:custGeom>
            <a:solidFill>
              <a:srgbClr val="0066FF">
                <a:alpha val="50000"/>
              </a:srgbClr>
            </a:solidFill>
            <a:ln w="12700" cap="flat">
              <a:noFill/>
              <a:miter lim="400000"/>
            </a:ln>
            <a:effectLst/>
          </p:spPr>
          <p:txBody>
            <a:bodyPr wrap="square" lIns="0" tIns="0" rIns="0" bIns="0" numCol="1" anchor="t">
              <a:noAutofit/>
            </a:bodyPr>
            <a:lstStyle/>
            <a:p>
              <a:pPr marL="0" lvl="0" indent="0">
                <a:spcBef>
                  <a:spcPts val="0"/>
                </a:spcBef>
                <a:buClrTx/>
                <a:buSzTx/>
                <a:buFontTx/>
                <a:buNone/>
                <a:defRPr sz="2400">
                  <a:solidFill>
                    <a:srgbClr val="FFFFFF"/>
                  </a:solidFill>
                  <a:latin typeface="Times New Roman"/>
                  <a:ea typeface="Times New Roman"/>
                  <a:cs typeface="Times New Roman"/>
                  <a:sym typeface="Times New Roman"/>
                </a:defRPr>
              </a:pPr>
              <a:endParaRPr/>
            </a:p>
          </p:txBody>
        </p:sp>
        <p:sp>
          <p:nvSpPr>
            <p:cNvPr id="5" name="Shape 5"/>
            <p:cNvSpPr/>
            <p:nvPr/>
          </p:nvSpPr>
          <p:spPr>
            <a:xfrm>
              <a:off x="4849817" y="-2"/>
              <a:ext cx="3627451" cy="336551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9955" y="21600"/>
                  </a:lnTo>
                  <a:lnTo>
                    <a:pt x="21600" y="19817"/>
                  </a:lnTo>
                  <a:lnTo>
                    <a:pt x="3290" y="0"/>
                  </a:lnTo>
                  <a:lnTo>
                    <a:pt x="0" y="0"/>
                  </a:lnTo>
                </a:path>
              </a:pathLst>
            </a:custGeom>
            <a:solidFill>
              <a:srgbClr val="0066FF">
                <a:alpha val="50000"/>
              </a:srgbClr>
            </a:solidFill>
            <a:ln w="12700" cap="flat">
              <a:noFill/>
              <a:miter lim="400000"/>
            </a:ln>
            <a:effectLst/>
          </p:spPr>
          <p:txBody>
            <a:bodyPr wrap="square" lIns="0" tIns="0" rIns="0" bIns="0" numCol="1" anchor="t">
              <a:noAutofit/>
            </a:bodyPr>
            <a:lstStyle/>
            <a:p>
              <a:pPr marL="0" lvl="0" indent="0">
                <a:spcBef>
                  <a:spcPts val="0"/>
                </a:spcBef>
                <a:buClrTx/>
                <a:buSzTx/>
                <a:buFontTx/>
                <a:buNone/>
                <a:defRPr sz="2400">
                  <a:solidFill>
                    <a:srgbClr val="FFFFFF"/>
                  </a:solidFill>
                  <a:latin typeface="Times New Roman"/>
                  <a:ea typeface="Times New Roman"/>
                  <a:cs typeface="Times New Roman"/>
                  <a:sym typeface="Times New Roman"/>
                </a:defRPr>
              </a:pPr>
              <a:endParaRPr/>
            </a:p>
          </p:txBody>
        </p:sp>
      </p:grpSp>
      <p:sp>
        <p:nvSpPr>
          <p:cNvPr id="7" name="Shape 7"/>
          <p:cNvSpPr>
            <a:spLocks noGrp="1"/>
          </p:cNvSpPr>
          <p:nvPr>
            <p:ph type="title"/>
          </p:nvPr>
        </p:nvSpPr>
        <p:spPr>
          <a:xfrm>
            <a:off x="685800" y="34925"/>
            <a:ext cx="7772400" cy="1606550"/>
          </a:xfrm>
          <a:prstGeom prst="rect">
            <a:avLst/>
          </a:prstGeom>
          <a:ln w="12700">
            <a:miter lim="400000"/>
          </a:ln>
          <a:extLst>
            <a:ext uri="{C572A759-6A51-4108-AA02-DFA0A04FC94B}">
              <ma14:wrappingTextBoxFlag xmlns="" xmlns:ma14="http://schemas.microsoft.com/office/mac/drawingml/2011/main" val="1"/>
            </a:ext>
          </a:extLst>
        </p:spPr>
        <p:txBody>
          <a:bodyPr lIns="46037" tIns="46037" rIns="46037" bIns="46037" anchor="ctr"/>
          <a:lstStyle/>
          <a:p>
            <a:pPr lvl="0">
              <a:defRPr sz="1800">
                <a:solidFill>
                  <a:srgbClr val="000000"/>
                </a:solidFill>
                <a:effectLst/>
              </a:defRPr>
            </a:pPr>
            <a:r>
              <a:rPr sz="4400">
                <a:solidFill>
                  <a:srgbClr val="FFFF00"/>
                </a:solidFill>
                <a:effectLst>
                  <a:outerShdw blurRad="38100" dist="38100" dir="2700000" rotWithShape="0">
                    <a:srgbClr val="000000"/>
                  </a:outerShdw>
                </a:effectLst>
              </a:rPr>
              <a:t>Texto do Título</a:t>
            </a:r>
          </a:p>
        </p:txBody>
      </p:sp>
      <p:sp>
        <p:nvSpPr>
          <p:cNvPr id="8" name="Shape 8"/>
          <p:cNvSpPr>
            <a:spLocks noGrp="1"/>
          </p:cNvSpPr>
          <p:nvPr>
            <p:ph type="body" idx="1"/>
          </p:nvPr>
        </p:nvSpPr>
        <p:spPr>
          <a:xfrm>
            <a:off x="685800" y="1641475"/>
            <a:ext cx="7772400" cy="5216525"/>
          </a:xfrm>
          <a:prstGeom prst="rect">
            <a:avLst/>
          </a:prstGeom>
          <a:ln w="12700">
            <a:miter lim="400000"/>
          </a:ln>
          <a:extLst>
            <a:ext uri="{C572A759-6A51-4108-AA02-DFA0A04FC94B}">
              <ma14:wrappingTextBoxFlag xmlns="" xmlns:ma14="http://schemas.microsoft.com/office/mac/drawingml/2011/main" val="1"/>
            </a:ext>
          </a:extLst>
        </p:spPr>
        <p:txBody>
          <a:bodyPr lIns="45718" tIns="45718" rIns="45718" bIns="45718"/>
          <a:lstStyle/>
          <a:p>
            <a:pPr lvl="0">
              <a:defRPr sz="1800">
                <a:solidFill>
                  <a:srgbClr val="000000"/>
                </a:solidFill>
                <a:effectLst/>
              </a:defRPr>
            </a:pPr>
            <a:r>
              <a:rPr sz="3200">
                <a:solidFill>
                  <a:srgbClr val="FFFFFF"/>
                </a:solidFill>
                <a:effectLst>
                  <a:outerShdw blurRad="38100" dist="38100" dir="2700000" rotWithShape="0">
                    <a:srgbClr val="000000"/>
                  </a:outerShdw>
                </a:effectLst>
              </a:rPr>
              <a:t>Nível de Corpo Um</a:t>
            </a:r>
          </a:p>
          <a:p>
            <a:pPr lvl="1">
              <a:defRPr sz="1800">
                <a:solidFill>
                  <a:srgbClr val="000000"/>
                </a:solidFill>
                <a:effectLst/>
              </a:defRPr>
            </a:pPr>
            <a:r>
              <a:rPr sz="3200">
                <a:solidFill>
                  <a:srgbClr val="FFFFFF"/>
                </a:solidFill>
                <a:effectLst>
                  <a:outerShdw blurRad="38100" dist="38100" dir="2700000" rotWithShape="0">
                    <a:srgbClr val="000000"/>
                  </a:outerShdw>
                </a:effectLst>
              </a:rPr>
              <a:t>Nível de Corpo Dois</a:t>
            </a:r>
          </a:p>
          <a:p>
            <a:pPr lvl="2">
              <a:defRPr sz="1800">
                <a:solidFill>
                  <a:srgbClr val="000000"/>
                </a:solidFill>
                <a:effectLst/>
              </a:defRPr>
            </a:pPr>
            <a:r>
              <a:rPr sz="3200">
                <a:solidFill>
                  <a:srgbClr val="FFFFFF"/>
                </a:solidFill>
                <a:effectLst>
                  <a:outerShdw blurRad="38100" dist="38100" dir="2700000" rotWithShape="0">
                    <a:srgbClr val="000000"/>
                  </a:outerShdw>
                </a:effectLst>
              </a:rPr>
              <a:t>Nível de Corpo Três</a:t>
            </a:r>
          </a:p>
          <a:p>
            <a:pPr lvl="3">
              <a:defRPr sz="1800">
                <a:solidFill>
                  <a:srgbClr val="000000"/>
                </a:solidFill>
                <a:effectLst/>
              </a:defRPr>
            </a:pPr>
            <a:r>
              <a:rPr sz="3200">
                <a:solidFill>
                  <a:srgbClr val="FFFFFF"/>
                </a:solidFill>
                <a:effectLst>
                  <a:outerShdw blurRad="38100" dist="38100" dir="2700000" rotWithShape="0">
                    <a:srgbClr val="000000"/>
                  </a:outerShdw>
                </a:effectLst>
              </a:rPr>
              <a:t>Nível de Corpo Quatro</a:t>
            </a:r>
          </a:p>
          <a:p>
            <a:pPr lvl="4">
              <a:defRPr sz="1800">
                <a:solidFill>
                  <a:srgbClr val="000000"/>
                </a:solidFill>
                <a:effectLst/>
              </a:defRPr>
            </a:pPr>
            <a:r>
              <a:rPr sz="3200">
                <a:solidFill>
                  <a:srgbClr val="FFFFFF"/>
                </a:solidFill>
                <a:effectLst>
                  <a:outerShdw blurRad="38100" dist="38100" dir="2700000" rotWithShape="0">
                    <a:srgbClr val="000000"/>
                  </a:outerShdw>
                </a:effectLst>
              </a:rPr>
              <a:t>Nível de Corpo Cinco</a:t>
            </a:r>
          </a:p>
        </p:txBody>
      </p:sp>
      <p:sp>
        <p:nvSpPr>
          <p:cNvPr id="9" name="Shape 9"/>
          <p:cNvSpPr>
            <a:spLocks noGrp="1"/>
          </p:cNvSpPr>
          <p:nvPr>
            <p:ph type="sldNum" sz="quarter" idx="2"/>
          </p:nvPr>
        </p:nvSpPr>
        <p:spPr>
          <a:xfrm>
            <a:off x="6553200" y="6248400"/>
            <a:ext cx="1905000" cy="490283"/>
          </a:xfrm>
          <a:prstGeom prst="rect">
            <a:avLst/>
          </a:prstGeom>
          <a:ln w="12700">
            <a:miter lim="400000"/>
          </a:ln>
        </p:spPr>
        <p:txBody>
          <a:bodyPr lIns="45718" tIns="45718" rIns="45718" bIns="45718">
            <a:spAutoFit/>
          </a:bodyPr>
          <a:lstStyle>
            <a:lvl1pPr marL="2429124" indent="-2429124" algn="r">
              <a:defRPr sz="1400">
                <a:solidFill>
                  <a:srgbClr val="FFFFFF"/>
                </a:solidFill>
                <a:latin typeface="Times New Roman"/>
                <a:ea typeface="Times New Roman"/>
                <a:cs typeface="Times New Roman"/>
                <a:sym typeface="Times New Roman"/>
              </a:defRPr>
            </a:lvl1pPr>
          </a:lstStyle>
          <a:p>
            <a:pPr lvl="0"/>
            <a:fld id="{86CB4B4D-7CA3-9044-876B-883B54F8677D}" type="slidenum">
              <a:t>‹nº›</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med"/>
  <p:txStyles>
    <p:titleStyle>
      <a:lvl1pPr marL="7634392" indent="-7634392" algn="r">
        <a:buClr>
          <a:srgbClr val="FFFFFF"/>
        </a:buClr>
        <a:buSzPct val="100000"/>
        <a:buFont typeface="Arial"/>
        <a:buChar char="•"/>
        <a:defRPr sz="4400">
          <a:solidFill>
            <a:srgbClr val="FFFF00"/>
          </a:solidFill>
          <a:effectLst>
            <a:outerShdw blurRad="38100" dist="38100" dir="2700000" rotWithShape="0">
              <a:srgbClr val="000000"/>
            </a:outerShdw>
          </a:effectLst>
          <a:latin typeface="Times New Roman"/>
          <a:ea typeface="Times New Roman"/>
          <a:cs typeface="Times New Roman"/>
          <a:sym typeface="Times New Roman"/>
        </a:defRPr>
      </a:lvl1pPr>
      <a:lvl2pPr algn="r">
        <a:buClr>
          <a:srgbClr val="FFFFFF"/>
        </a:buClr>
        <a:buSzPct val="100000"/>
        <a:buFont typeface="Arial"/>
        <a:buChar char="•"/>
        <a:defRPr sz="4400">
          <a:solidFill>
            <a:srgbClr val="FFFF00"/>
          </a:solidFill>
          <a:effectLst>
            <a:outerShdw blurRad="38100" dist="38100" dir="2700000" rotWithShape="0">
              <a:srgbClr val="000000"/>
            </a:outerShdw>
          </a:effectLst>
          <a:latin typeface="Times New Roman"/>
          <a:ea typeface="Times New Roman"/>
          <a:cs typeface="Times New Roman"/>
          <a:sym typeface="Times New Roman"/>
        </a:defRPr>
      </a:lvl2pPr>
      <a:lvl3pPr algn="r">
        <a:buClr>
          <a:srgbClr val="FFFFFF"/>
        </a:buClr>
        <a:buSzPct val="100000"/>
        <a:buFont typeface="Arial"/>
        <a:buChar char="•"/>
        <a:defRPr sz="4400">
          <a:solidFill>
            <a:srgbClr val="FFFF00"/>
          </a:solidFill>
          <a:effectLst>
            <a:outerShdw blurRad="38100" dist="38100" dir="2700000" rotWithShape="0">
              <a:srgbClr val="000000"/>
            </a:outerShdw>
          </a:effectLst>
          <a:latin typeface="Times New Roman"/>
          <a:ea typeface="Times New Roman"/>
          <a:cs typeface="Times New Roman"/>
          <a:sym typeface="Times New Roman"/>
        </a:defRPr>
      </a:lvl3pPr>
      <a:lvl4pPr algn="r">
        <a:buClr>
          <a:srgbClr val="FFFFFF"/>
        </a:buClr>
        <a:buSzPct val="100000"/>
        <a:buFont typeface="Arial"/>
        <a:buChar char="•"/>
        <a:defRPr sz="4400">
          <a:solidFill>
            <a:srgbClr val="FFFF00"/>
          </a:solidFill>
          <a:effectLst>
            <a:outerShdw blurRad="38100" dist="38100" dir="2700000" rotWithShape="0">
              <a:srgbClr val="000000"/>
            </a:outerShdw>
          </a:effectLst>
          <a:latin typeface="Times New Roman"/>
          <a:ea typeface="Times New Roman"/>
          <a:cs typeface="Times New Roman"/>
          <a:sym typeface="Times New Roman"/>
        </a:defRPr>
      </a:lvl4pPr>
      <a:lvl5pPr algn="r">
        <a:buClr>
          <a:srgbClr val="FFFFFF"/>
        </a:buClr>
        <a:buSzPct val="100000"/>
        <a:buFont typeface="Arial"/>
        <a:buChar char="•"/>
        <a:defRPr sz="4400">
          <a:solidFill>
            <a:srgbClr val="FFFF00"/>
          </a:solidFill>
          <a:effectLst>
            <a:outerShdw blurRad="38100" dist="38100" dir="2700000" rotWithShape="0">
              <a:srgbClr val="000000"/>
            </a:outerShdw>
          </a:effectLst>
          <a:latin typeface="Times New Roman"/>
          <a:ea typeface="Times New Roman"/>
          <a:cs typeface="Times New Roman"/>
          <a:sym typeface="Times New Roman"/>
        </a:defRPr>
      </a:lvl5pPr>
      <a:lvl6pPr algn="r">
        <a:buClr>
          <a:srgbClr val="FFFFFF"/>
        </a:buClr>
        <a:buSzPct val="100000"/>
        <a:buFont typeface="Arial"/>
        <a:buChar char="•"/>
        <a:defRPr sz="4400">
          <a:solidFill>
            <a:srgbClr val="FFFF00"/>
          </a:solidFill>
          <a:effectLst>
            <a:outerShdw blurRad="38100" dist="38100" dir="2700000" rotWithShape="0">
              <a:srgbClr val="000000"/>
            </a:outerShdw>
          </a:effectLst>
          <a:latin typeface="Times New Roman"/>
          <a:ea typeface="Times New Roman"/>
          <a:cs typeface="Times New Roman"/>
          <a:sym typeface="Times New Roman"/>
        </a:defRPr>
      </a:lvl6pPr>
      <a:lvl7pPr algn="r">
        <a:buClr>
          <a:srgbClr val="FFFFFF"/>
        </a:buClr>
        <a:buSzPct val="100000"/>
        <a:buFont typeface="Arial"/>
        <a:buChar char="•"/>
        <a:defRPr sz="4400">
          <a:solidFill>
            <a:srgbClr val="FFFF00"/>
          </a:solidFill>
          <a:effectLst>
            <a:outerShdw blurRad="38100" dist="38100" dir="2700000" rotWithShape="0">
              <a:srgbClr val="000000"/>
            </a:outerShdw>
          </a:effectLst>
          <a:latin typeface="Times New Roman"/>
          <a:ea typeface="Times New Roman"/>
          <a:cs typeface="Times New Roman"/>
          <a:sym typeface="Times New Roman"/>
        </a:defRPr>
      </a:lvl7pPr>
      <a:lvl8pPr algn="r">
        <a:buClr>
          <a:srgbClr val="FFFFFF"/>
        </a:buClr>
        <a:buSzPct val="100000"/>
        <a:buFont typeface="Arial"/>
        <a:buChar char="•"/>
        <a:defRPr sz="4400">
          <a:solidFill>
            <a:srgbClr val="FFFF00"/>
          </a:solidFill>
          <a:effectLst>
            <a:outerShdw blurRad="38100" dist="38100" dir="2700000" rotWithShape="0">
              <a:srgbClr val="000000"/>
            </a:outerShdw>
          </a:effectLst>
          <a:latin typeface="Times New Roman"/>
          <a:ea typeface="Times New Roman"/>
          <a:cs typeface="Times New Roman"/>
          <a:sym typeface="Times New Roman"/>
        </a:defRPr>
      </a:lvl8pPr>
      <a:lvl9pPr algn="r">
        <a:buClr>
          <a:srgbClr val="FFFFFF"/>
        </a:buClr>
        <a:buSzPct val="100000"/>
        <a:buFont typeface="Arial"/>
        <a:buChar char="•"/>
        <a:defRPr sz="4400">
          <a:solidFill>
            <a:srgbClr val="FFFF00"/>
          </a:solidFill>
          <a:effectLst>
            <a:outerShdw blurRad="38100" dist="38100" dir="2700000" rotWithShape="0">
              <a:srgbClr val="000000"/>
            </a:outerShdw>
          </a:effectLst>
          <a:latin typeface="Times New Roman"/>
          <a:ea typeface="Times New Roman"/>
          <a:cs typeface="Times New Roman"/>
          <a:sym typeface="Times New Roman"/>
        </a:defRPr>
      </a:lvl9pPr>
    </p:titleStyle>
    <p:bodyStyle>
      <a:lvl1pPr marL="342900" indent="-342900">
        <a:spcBef>
          <a:spcPts val="700"/>
        </a:spcBef>
        <a:buClr>
          <a:srgbClr val="FFFF00"/>
        </a:buClr>
        <a:buSzPct val="75000"/>
        <a:buFont typeface="Wingdings"/>
        <a:buChar char="■"/>
        <a:defRPr sz="3200">
          <a:solidFill>
            <a:srgbClr val="FFFFFF"/>
          </a:solidFill>
          <a:effectLst>
            <a:outerShdw blurRad="38100" dist="38100" dir="2700000" rotWithShape="0">
              <a:srgbClr val="000000"/>
            </a:outerShdw>
          </a:effectLst>
          <a:latin typeface="Times New Roman"/>
          <a:ea typeface="Times New Roman"/>
          <a:cs typeface="Times New Roman"/>
          <a:sym typeface="Times New Roman"/>
        </a:defRPr>
      </a:lvl1pPr>
      <a:lvl2pPr marL="783771" indent="-326571">
        <a:spcBef>
          <a:spcPts val="700"/>
        </a:spcBef>
        <a:buClr>
          <a:srgbClr val="FFFF00"/>
        </a:buClr>
        <a:buSzPct val="100000"/>
        <a:buFont typeface="Wingdings"/>
        <a:buChar char="–"/>
        <a:defRPr sz="3200">
          <a:solidFill>
            <a:srgbClr val="FFFFFF"/>
          </a:solidFill>
          <a:effectLst>
            <a:outerShdw blurRad="38100" dist="38100" dir="2700000" rotWithShape="0">
              <a:srgbClr val="000000"/>
            </a:outerShdw>
          </a:effectLst>
          <a:latin typeface="Times New Roman"/>
          <a:ea typeface="Times New Roman"/>
          <a:cs typeface="Times New Roman"/>
          <a:sym typeface="Times New Roman"/>
        </a:defRPr>
      </a:lvl2pPr>
      <a:lvl3pPr marL="1219200" indent="-304800">
        <a:spcBef>
          <a:spcPts val="700"/>
        </a:spcBef>
        <a:buClr>
          <a:srgbClr val="FFFF00"/>
        </a:buClr>
        <a:buSzPct val="100000"/>
        <a:buFont typeface="Wingdings"/>
        <a:buChar char="»"/>
        <a:defRPr sz="3200">
          <a:solidFill>
            <a:srgbClr val="FFFFFF"/>
          </a:solidFill>
          <a:effectLst>
            <a:outerShdw blurRad="38100" dist="38100" dir="2700000" rotWithShape="0">
              <a:srgbClr val="000000"/>
            </a:outerShdw>
          </a:effectLst>
          <a:latin typeface="Times New Roman"/>
          <a:ea typeface="Times New Roman"/>
          <a:cs typeface="Times New Roman"/>
          <a:sym typeface="Times New Roman"/>
        </a:defRPr>
      </a:lvl3pPr>
      <a:lvl4pPr marL="1737360" indent="-365760">
        <a:spcBef>
          <a:spcPts val="700"/>
        </a:spcBef>
        <a:buClr>
          <a:srgbClr val="FFFF00"/>
        </a:buClr>
        <a:buSzPct val="75000"/>
        <a:buFont typeface="Wingdings"/>
        <a:buChar char="■"/>
        <a:defRPr sz="3200">
          <a:solidFill>
            <a:srgbClr val="FFFFFF"/>
          </a:solidFill>
          <a:effectLst>
            <a:outerShdw blurRad="38100" dist="38100" dir="2700000" rotWithShape="0">
              <a:srgbClr val="000000"/>
            </a:outerShdw>
          </a:effectLst>
          <a:latin typeface="Times New Roman"/>
          <a:ea typeface="Times New Roman"/>
          <a:cs typeface="Times New Roman"/>
          <a:sym typeface="Times New Roman"/>
        </a:defRPr>
      </a:lvl4pPr>
      <a:lvl5pPr marL="2194560" indent="-365760">
        <a:spcBef>
          <a:spcPts val="700"/>
        </a:spcBef>
        <a:buClr>
          <a:srgbClr val="FFFF00"/>
        </a:buClr>
        <a:buSzPct val="100000"/>
        <a:buFont typeface="Wingdings"/>
        <a:buChar char="–"/>
        <a:defRPr sz="3200">
          <a:solidFill>
            <a:srgbClr val="FFFFFF"/>
          </a:solidFill>
          <a:effectLst>
            <a:outerShdw blurRad="38100" dist="38100" dir="2700000" rotWithShape="0">
              <a:srgbClr val="000000"/>
            </a:outerShdw>
          </a:effectLst>
          <a:latin typeface="Times New Roman"/>
          <a:ea typeface="Times New Roman"/>
          <a:cs typeface="Times New Roman"/>
          <a:sym typeface="Times New Roman"/>
        </a:defRPr>
      </a:lvl5pPr>
      <a:lvl6pPr marL="2651760" indent="-365760">
        <a:spcBef>
          <a:spcPts val="700"/>
        </a:spcBef>
        <a:buClr>
          <a:srgbClr val="FFFF00"/>
        </a:buClr>
        <a:buSzPct val="100000"/>
        <a:buFont typeface="Wingdings"/>
        <a:buChar char="–"/>
        <a:defRPr sz="3200">
          <a:solidFill>
            <a:srgbClr val="FFFFFF"/>
          </a:solidFill>
          <a:effectLst>
            <a:outerShdw blurRad="38100" dist="38100" dir="2700000" rotWithShape="0">
              <a:srgbClr val="000000"/>
            </a:outerShdw>
          </a:effectLst>
          <a:latin typeface="Times New Roman"/>
          <a:ea typeface="Times New Roman"/>
          <a:cs typeface="Times New Roman"/>
          <a:sym typeface="Times New Roman"/>
        </a:defRPr>
      </a:lvl6pPr>
      <a:lvl7pPr marL="3108960" indent="-365760">
        <a:spcBef>
          <a:spcPts val="700"/>
        </a:spcBef>
        <a:buClr>
          <a:srgbClr val="FFFF00"/>
        </a:buClr>
        <a:buSzPct val="100000"/>
        <a:buFont typeface="Wingdings"/>
        <a:buChar char="–"/>
        <a:defRPr sz="3200">
          <a:solidFill>
            <a:srgbClr val="FFFFFF"/>
          </a:solidFill>
          <a:effectLst>
            <a:outerShdw blurRad="38100" dist="38100" dir="2700000" rotWithShape="0">
              <a:srgbClr val="000000"/>
            </a:outerShdw>
          </a:effectLst>
          <a:latin typeface="Times New Roman"/>
          <a:ea typeface="Times New Roman"/>
          <a:cs typeface="Times New Roman"/>
          <a:sym typeface="Times New Roman"/>
        </a:defRPr>
      </a:lvl7pPr>
      <a:lvl8pPr marL="3566159" indent="-365759">
        <a:spcBef>
          <a:spcPts val="700"/>
        </a:spcBef>
        <a:buClr>
          <a:srgbClr val="FFFF00"/>
        </a:buClr>
        <a:buSzPct val="100000"/>
        <a:buFont typeface="Wingdings"/>
        <a:buChar char="–"/>
        <a:defRPr sz="3200">
          <a:solidFill>
            <a:srgbClr val="FFFFFF"/>
          </a:solidFill>
          <a:effectLst>
            <a:outerShdw blurRad="38100" dist="38100" dir="2700000" rotWithShape="0">
              <a:srgbClr val="000000"/>
            </a:outerShdw>
          </a:effectLst>
          <a:latin typeface="Times New Roman"/>
          <a:ea typeface="Times New Roman"/>
          <a:cs typeface="Times New Roman"/>
          <a:sym typeface="Times New Roman"/>
        </a:defRPr>
      </a:lvl8pPr>
      <a:lvl9pPr marL="4023359" indent="-365759">
        <a:spcBef>
          <a:spcPts val="700"/>
        </a:spcBef>
        <a:buClr>
          <a:srgbClr val="FFFF00"/>
        </a:buClr>
        <a:buSzPct val="100000"/>
        <a:buFont typeface="Wingdings"/>
        <a:buChar char="–"/>
        <a:defRPr sz="3200">
          <a:solidFill>
            <a:srgbClr val="FFFFFF"/>
          </a:solidFill>
          <a:effectLst>
            <a:outerShdw blurRad="38100" dist="38100" dir="2700000" rotWithShape="0">
              <a:srgbClr val="000000"/>
            </a:outerShdw>
          </a:effectLst>
          <a:latin typeface="Times New Roman"/>
          <a:ea typeface="Times New Roman"/>
          <a:cs typeface="Times New Roman"/>
          <a:sym typeface="Times New Roman"/>
        </a:defRPr>
      </a:lvl9pPr>
    </p:bodyStyle>
    <p:otherStyle>
      <a:lvl1pPr marL="2429124" indent="-2429124" algn="r">
        <a:spcBef>
          <a:spcPts val="800"/>
        </a:spcBef>
        <a:buClr>
          <a:srgbClr val="FFFFFF"/>
        </a:buClr>
        <a:buSzPct val="100000"/>
        <a:buFont typeface="Arial"/>
        <a:buChar char="•"/>
        <a:defRPr sz="1400">
          <a:solidFill>
            <a:schemeClr val="tx1"/>
          </a:solidFill>
          <a:latin typeface="+mn-lt"/>
          <a:ea typeface="+mn-ea"/>
          <a:cs typeface="+mn-cs"/>
          <a:sym typeface="Times New Roman"/>
        </a:defRPr>
      </a:lvl1pPr>
      <a:lvl2pPr algn="r">
        <a:spcBef>
          <a:spcPts val="800"/>
        </a:spcBef>
        <a:buClr>
          <a:srgbClr val="FFFFFF"/>
        </a:buClr>
        <a:buSzPct val="100000"/>
        <a:buFont typeface="Arial"/>
        <a:buChar char="•"/>
        <a:defRPr sz="1400">
          <a:solidFill>
            <a:schemeClr val="tx1"/>
          </a:solidFill>
          <a:latin typeface="+mn-lt"/>
          <a:ea typeface="+mn-ea"/>
          <a:cs typeface="+mn-cs"/>
          <a:sym typeface="Times New Roman"/>
        </a:defRPr>
      </a:lvl2pPr>
      <a:lvl3pPr algn="r">
        <a:spcBef>
          <a:spcPts val="800"/>
        </a:spcBef>
        <a:buClr>
          <a:srgbClr val="FFFFFF"/>
        </a:buClr>
        <a:buSzPct val="100000"/>
        <a:buFont typeface="Arial"/>
        <a:buChar char="•"/>
        <a:defRPr sz="1400">
          <a:solidFill>
            <a:schemeClr val="tx1"/>
          </a:solidFill>
          <a:latin typeface="+mn-lt"/>
          <a:ea typeface="+mn-ea"/>
          <a:cs typeface="+mn-cs"/>
          <a:sym typeface="Times New Roman"/>
        </a:defRPr>
      </a:lvl3pPr>
      <a:lvl4pPr algn="r">
        <a:spcBef>
          <a:spcPts val="800"/>
        </a:spcBef>
        <a:buClr>
          <a:srgbClr val="FFFFFF"/>
        </a:buClr>
        <a:buSzPct val="100000"/>
        <a:buFont typeface="Arial"/>
        <a:buChar char="•"/>
        <a:defRPr sz="1400">
          <a:solidFill>
            <a:schemeClr val="tx1"/>
          </a:solidFill>
          <a:latin typeface="+mn-lt"/>
          <a:ea typeface="+mn-ea"/>
          <a:cs typeface="+mn-cs"/>
          <a:sym typeface="Times New Roman"/>
        </a:defRPr>
      </a:lvl4pPr>
      <a:lvl5pPr algn="r">
        <a:spcBef>
          <a:spcPts val="800"/>
        </a:spcBef>
        <a:buClr>
          <a:srgbClr val="FFFFFF"/>
        </a:buClr>
        <a:buSzPct val="100000"/>
        <a:buFont typeface="Arial"/>
        <a:buChar char="•"/>
        <a:defRPr sz="1400">
          <a:solidFill>
            <a:schemeClr val="tx1"/>
          </a:solidFill>
          <a:latin typeface="+mn-lt"/>
          <a:ea typeface="+mn-ea"/>
          <a:cs typeface="+mn-cs"/>
          <a:sym typeface="Times New Roman"/>
        </a:defRPr>
      </a:lvl5pPr>
      <a:lvl6pPr algn="r">
        <a:spcBef>
          <a:spcPts val="800"/>
        </a:spcBef>
        <a:buClr>
          <a:srgbClr val="FFFFFF"/>
        </a:buClr>
        <a:buSzPct val="100000"/>
        <a:buFont typeface="Arial"/>
        <a:buChar char="•"/>
        <a:defRPr sz="1400">
          <a:solidFill>
            <a:schemeClr val="tx1"/>
          </a:solidFill>
          <a:latin typeface="+mn-lt"/>
          <a:ea typeface="+mn-ea"/>
          <a:cs typeface="+mn-cs"/>
          <a:sym typeface="Times New Roman"/>
        </a:defRPr>
      </a:lvl6pPr>
      <a:lvl7pPr algn="r">
        <a:spcBef>
          <a:spcPts val="800"/>
        </a:spcBef>
        <a:buClr>
          <a:srgbClr val="FFFFFF"/>
        </a:buClr>
        <a:buSzPct val="100000"/>
        <a:buFont typeface="Arial"/>
        <a:buChar char="•"/>
        <a:defRPr sz="1400">
          <a:solidFill>
            <a:schemeClr val="tx1"/>
          </a:solidFill>
          <a:latin typeface="+mn-lt"/>
          <a:ea typeface="+mn-ea"/>
          <a:cs typeface="+mn-cs"/>
          <a:sym typeface="Times New Roman"/>
        </a:defRPr>
      </a:lvl7pPr>
      <a:lvl8pPr algn="r">
        <a:spcBef>
          <a:spcPts val="800"/>
        </a:spcBef>
        <a:buClr>
          <a:srgbClr val="FFFFFF"/>
        </a:buClr>
        <a:buSzPct val="100000"/>
        <a:buFont typeface="Arial"/>
        <a:buChar char="•"/>
        <a:defRPr sz="1400">
          <a:solidFill>
            <a:schemeClr val="tx1"/>
          </a:solidFill>
          <a:latin typeface="+mn-lt"/>
          <a:ea typeface="+mn-ea"/>
          <a:cs typeface="+mn-cs"/>
          <a:sym typeface="Times New Roman"/>
        </a:defRPr>
      </a:lvl8pPr>
      <a:lvl9pPr algn="r">
        <a:spcBef>
          <a:spcPts val="800"/>
        </a:spcBef>
        <a:buClr>
          <a:srgbClr val="FFFFFF"/>
        </a:buClr>
        <a:buSzPct val="100000"/>
        <a:buFont typeface="Arial"/>
        <a:buChar char="•"/>
        <a:defRPr sz="1400">
          <a:solidFill>
            <a:schemeClr val="tx1"/>
          </a:solidFill>
          <a:latin typeface="+mn-lt"/>
          <a:ea typeface="+mn-ea"/>
          <a:cs typeface="+mn-cs"/>
          <a:sym typeface="Times New Roman"/>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Shape 54"/>
          <p:cNvSpPr>
            <a:spLocks noGrp="1"/>
          </p:cNvSpPr>
          <p:nvPr>
            <p:ph type="sldNum" sz="quarter" idx="2"/>
          </p:nvPr>
        </p:nvSpPr>
        <p:spPr>
          <a:xfrm>
            <a:off x="6553200" y="6248398"/>
            <a:ext cx="1905000" cy="374529"/>
          </a:xfrm>
          <a:prstGeom prst="rect">
            <a:avLst/>
          </a:prstGeom>
          <a:extLst>
            <a:ext uri="{C572A759-6A51-4108-AA02-DFA0A04FC94B}">
              <ma14:wrappingTextBoxFlag xmlns="" xmlns:ma14="http://schemas.microsoft.com/office/mac/drawingml/2011/main" val="1"/>
            </a:ext>
          </a:extLst>
        </p:spPr>
        <p:txBody>
          <a:bodyPr lIns="0" tIns="0" rIns="0" bIns="0">
            <a:normAutofit/>
          </a:bodyPr>
          <a:lstStyle>
            <a:lvl1pPr marL="616920" indent="-616920" defTabSz="841247">
              <a:spcBef>
                <a:spcPts val="700"/>
              </a:spcBef>
              <a:defRPr sz="1200"/>
            </a:lvl1pPr>
          </a:lstStyle>
          <a:p>
            <a:pPr lvl="0">
              <a:defRPr sz="1800">
                <a:solidFill>
                  <a:srgbClr val="000000"/>
                </a:solidFill>
              </a:defRPr>
            </a:pPr>
            <a:fld id="{86CB4B4D-7CA3-9044-876B-883B54F8677D}" type="slidenum">
              <a:rPr sz="1200">
                <a:solidFill>
                  <a:srgbClr val="FFFFFF"/>
                </a:solidFill>
              </a:rPr>
              <a:t>1</a:t>
            </a:fld>
            <a:endParaRPr sz="1200">
              <a:solidFill>
                <a:srgbClr val="FFFFFF"/>
              </a:solidFill>
            </a:endParaRPr>
          </a:p>
        </p:txBody>
      </p:sp>
      <p:sp>
        <p:nvSpPr>
          <p:cNvPr id="55" name="Shape 55"/>
          <p:cNvSpPr/>
          <p:nvPr/>
        </p:nvSpPr>
        <p:spPr>
          <a:xfrm>
            <a:off x="554801" y="2314574"/>
            <a:ext cx="8040744" cy="856401"/>
          </a:xfrm>
          <a:prstGeom prst="rect">
            <a:avLst/>
          </a:prstGeom>
          <a:ln w="12700">
            <a:miter lim="400000"/>
          </a:ln>
          <a:extLst>
            <a:ext uri="{C572A759-6A51-4108-AA02-DFA0A04FC94B}">
              <ma14:wrappingTextBoxFlag xmlns="" xmlns:ma14="http://schemas.microsoft.com/office/mac/drawingml/2011/main" val="1"/>
            </a:ext>
          </a:extLst>
        </p:spPr>
        <p:txBody>
          <a:bodyPr wrap="none" lIns="45718" tIns="45718" rIns="45718" bIns="45718">
            <a:spAutoFit/>
          </a:bodyPr>
          <a:lstStyle/>
          <a:p>
            <a:pPr marL="0" lvl="0" indent="0" algn="ctr">
              <a:buSzTx/>
              <a:buNone/>
            </a:pPr>
            <a:r>
              <a:rPr sz="2800">
                <a:solidFill>
                  <a:srgbClr val="FFFFFF"/>
                </a:solidFill>
                <a:latin typeface="Arial"/>
                <a:ea typeface="Arial"/>
                <a:cs typeface="Arial"/>
                <a:sym typeface="Arial"/>
              </a:rPr>
              <a:t> </a:t>
            </a:r>
            <a:r>
              <a:rPr sz="5400">
                <a:solidFill>
                  <a:srgbClr val="FFFFFF"/>
                </a:solidFill>
                <a:latin typeface="Arial"/>
                <a:ea typeface="Arial"/>
                <a:cs typeface="Arial"/>
                <a:sym typeface="Arial"/>
              </a:rPr>
              <a:t>DIRETORIA DE VENDAS</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Shape 57"/>
          <p:cNvSpPr>
            <a:spLocks noGrp="1"/>
          </p:cNvSpPr>
          <p:nvPr>
            <p:ph type="sldNum" sz="quarter" idx="2"/>
          </p:nvPr>
        </p:nvSpPr>
        <p:spPr>
          <a:xfrm>
            <a:off x="6553200" y="6248398"/>
            <a:ext cx="1905000" cy="374529"/>
          </a:xfrm>
          <a:prstGeom prst="rect">
            <a:avLst/>
          </a:prstGeom>
          <a:extLst>
            <a:ext uri="{C572A759-6A51-4108-AA02-DFA0A04FC94B}">
              <ma14:wrappingTextBoxFlag xmlns="" xmlns:ma14="http://schemas.microsoft.com/office/mac/drawingml/2011/main" val="1"/>
            </a:ext>
          </a:extLst>
        </p:spPr>
        <p:txBody>
          <a:bodyPr lIns="0" tIns="0" rIns="0" bIns="0">
            <a:normAutofit/>
          </a:bodyPr>
          <a:lstStyle>
            <a:lvl1pPr marL="616920" indent="-616920" defTabSz="841247">
              <a:spcBef>
                <a:spcPts val="700"/>
              </a:spcBef>
              <a:defRPr sz="1200"/>
            </a:lvl1pPr>
          </a:lstStyle>
          <a:p>
            <a:pPr lvl="0">
              <a:defRPr sz="1800">
                <a:solidFill>
                  <a:srgbClr val="000000"/>
                </a:solidFill>
              </a:defRPr>
            </a:pPr>
            <a:fld id="{86CB4B4D-7CA3-9044-876B-883B54F8677D}" type="slidenum">
              <a:rPr sz="1200">
                <a:solidFill>
                  <a:srgbClr val="FFFFFF"/>
                </a:solidFill>
              </a:rPr>
              <a:t>2</a:t>
            </a:fld>
            <a:endParaRPr sz="1200">
              <a:solidFill>
                <a:srgbClr val="FFFFFF"/>
              </a:solidFill>
            </a:endParaRPr>
          </a:p>
        </p:txBody>
      </p:sp>
      <p:sp>
        <p:nvSpPr>
          <p:cNvPr id="58" name="Shape 58"/>
          <p:cNvSpPr/>
          <p:nvPr/>
        </p:nvSpPr>
        <p:spPr>
          <a:xfrm>
            <a:off x="276727" y="651414"/>
            <a:ext cx="8530390" cy="4821829"/>
          </a:xfrm>
          <a:prstGeom prst="rect">
            <a:avLst/>
          </a:prstGeom>
          <a:ln w="12700">
            <a:miter lim="400000"/>
          </a:ln>
          <a:extLst>
            <a:ext uri="{C572A759-6A51-4108-AA02-DFA0A04FC94B}">
              <ma14:wrappingTextBoxFlag xmlns="" xmlns:ma14="http://schemas.microsoft.com/office/mac/drawingml/2011/main" val="1"/>
            </a:ext>
          </a:extLst>
        </p:spPr>
        <p:txBody>
          <a:bodyPr wrap="square" lIns="45718" tIns="45718" rIns="45718" bIns="45718">
            <a:spAutoFit/>
          </a:bodyPr>
          <a:lstStyle/>
          <a:p>
            <a:pPr marL="0" lvl="0" indent="0">
              <a:buSzTx/>
              <a:buNone/>
            </a:pPr>
            <a:r>
              <a:rPr dirty="0">
                <a:solidFill>
                  <a:srgbClr val="FFFFFF"/>
                </a:solidFill>
                <a:latin typeface="Arial"/>
                <a:ea typeface="Arial"/>
                <a:cs typeface="Arial"/>
                <a:sym typeface="Arial"/>
              </a:rPr>
              <a:t>CONSIDERADA POR MUITOS, A PRINCIPAL AREA</a:t>
            </a:r>
            <a:endParaRPr dirty="0">
              <a:solidFill>
                <a:srgbClr val="FFFFFF"/>
              </a:solidFill>
              <a:latin typeface="Times New Roman"/>
              <a:ea typeface="Times New Roman"/>
              <a:cs typeface="Times New Roman"/>
              <a:sym typeface="Times New Roman"/>
            </a:endParaRPr>
          </a:p>
          <a:p>
            <a:pPr marL="0" lvl="0" indent="0">
              <a:buSzTx/>
              <a:buNone/>
            </a:pPr>
            <a:r>
              <a:rPr dirty="0">
                <a:solidFill>
                  <a:srgbClr val="FFFFFF"/>
                </a:solidFill>
                <a:latin typeface="Arial"/>
                <a:ea typeface="Arial"/>
                <a:cs typeface="Arial"/>
                <a:sym typeface="Arial"/>
              </a:rPr>
              <a:t>DA EMPRESA.</a:t>
            </a:r>
            <a:endParaRPr dirty="0">
              <a:solidFill>
                <a:srgbClr val="FFFFFF"/>
              </a:solidFill>
              <a:latin typeface="Times New Roman"/>
              <a:ea typeface="Times New Roman"/>
              <a:cs typeface="Times New Roman"/>
              <a:sym typeface="Times New Roman"/>
            </a:endParaRPr>
          </a:p>
          <a:p>
            <a:pPr lvl="0"/>
            <a:endParaRPr dirty="0">
              <a:solidFill>
                <a:srgbClr val="FFFFFF"/>
              </a:solidFill>
              <a:latin typeface="Arial"/>
              <a:ea typeface="Arial"/>
              <a:cs typeface="Arial"/>
              <a:sym typeface="Arial"/>
            </a:endParaRPr>
          </a:p>
          <a:p>
            <a:pPr marL="0" lvl="0" indent="0">
              <a:buSzTx/>
              <a:buNone/>
            </a:pPr>
            <a:r>
              <a:rPr dirty="0">
                <a:solidFill>
                  <a:srgbClr val="FFFFFF"/>
                </a:solidFill>
                <a:latin typeface="Arial"/>
                <a:ea typeface="Arial"/>
                <a:cs typeface="Arial"/>
                <a:sym typeface="Arial"/>
              </a:rPr>
              <a:t>SEM VENDER O FATURAMENTO INEXISTE E A</a:t>
            </a:r>
            <a:endParaRPr dirty="0">
              <a:solidFill>
                <a:srgbClr val="FFFFFF"/>
              </a:solidFill>
              <a:latin typeface="Times New Roman"/>
              <a:ea typeface="Times New Roman"/>
              <a:cs typeface="Times New Roman"/>
              <a:sym typeface="Times New Roman"/>
            </a:endParaRPr>
          </a:p>
          <a:p>
            <a:pPr marL="0" lvl="0" indent="0">
              <a:buSzTx/>
              <a:buNone/>
            </a:pPr>
            <a:r>
              <a:rPr dirty="0">
                <a:solidFill>
                  <a:srgbClr val="FFFFFF"/>
                </a:solidFill>
                <a:latin typeface="Arial"/>
                <a:ea typeface="Arial"/>
                <a:cs typeface="Arial"/>
                <a:sym typeface="Arial"/>
              </a:rPr>
              <a:t>EMPRESA NAO CONSEGUE MANTER-SE NO </a:t>
            </a:r>
            <a:endParaRPr dirty="0">
              <a:solidFill>
                <a:srgbClr val="FFFFFF"/>
              </a:solidFill>
              <a:latin typeface="Times New Roman"/>
              <a:ea typeface="Times New Roman"/>
              <a:cs typeface="Times New Roman"/>
              <a:sym typeface="Times New Roman"/>
            </a:endParaRPr>
          </a:p>
          <a:p>
            <a:pPr marL="0" lvl="0" indent="0">
              <a:buSzTx/>
              <a:buNone/>
            </a:pPr>
            <a:r>
              <a:rPr dirty="0">
                <a:solidFill>
                  <a:srgbClr val="FFFFFF"/>
                </a:solidFill>
                <a:latin typeface="Arial"/>
                <a:ea typeface="Arial"/>
                <a:cs typeface="Arial"/>
                <a:sym typeface="Arial"/>
              </a:rPr>
              <a:t>MERCADO.</a:t>
            </a:r>
            <a:endParaRPr dirty="0">
              <a:solidFill>
                <a:srgbClr val="FFFFFF"/>
              </a:solidFill>
              <a:latin typeface="Times New Roman"/>
              <a:ea typeface="Times New Roman"/>
              <a:cs typeface="Times New Roman"/>
              <a:sym typeface="Times New Roman"/>
            </a:endParaRPr>
          </a:p>
          <a:p>
            <a:pPr lvl="0"/>
            <a:endParaRPr dirty="0">
              <a:solidFill>
                <a:srgbClr val="FFFFFF"/>
              </a:solidFill>
              <a:latin typeface="Arial"/>
              <a:ea typeface="Arial"/>
              <a:cs typeface="Arial"/>
              <a:sym typeface="Arial"/>
            </a:endParaRPr>
          </a:p>
          <a:p>
            <a:pPr marL="0" lvl="0" indent="0">
              <a:buSzTx/>
              <a:buNone/>
            </a:pPr>
            <a:r>
              <a:rPr dirty="0">
                <a:solidFill>
                  <a:srgbClr val="FFFFFF"/>
                </a:solidFill>
                <a:latin typeface="Arial"/>
                <a:ea typeface="Arial"/>
                <a:cs typeface="Arial"/>
                <a:sym typeface="Arial"/>
              </a:rPr>
              <a:t>RESPONSÁVEL TAMBEM, PELO BOM RELACIONA-</a:t>
            </a:r>
            <a:endParaRPr dirty="0">
              <a:solidFill>
                <a:srgbClr val="FFFFFF"/>
              </a:solidFill>
              <a:latin typeface="Times New Roman"/>
              <a:ea typeface="Times New Roman"/>
              <a:cs typeface="Times New Roman"/>
              <a:sym typeface="Times New Roman"/>
            </a:endParaRPr>
          </a:p>
          <a:p>
            <a:pPr marL="0" lvl="0" indent="0">
              <a:buSzTx/>
              <a:buNone/>
            </a:pPr>
            <a:r>
              <a:rPr dirty="0">
                <a:solidFill>
                  <a:srgbClr val="FFFFFF"/>
                </a:solidFill>
                <a:latin typeface="Arial"/>
                <a:ea typeface="Arial"/>
                <a:cs typeface="Arial"/>
                <a:sym typeface="Arial"/>
              </a:rPr>
              <a:t>MENTO COM OS CLIENTES.</a:t>
            </a:r>
            <a:endParaRPr dirty="0">
              <a:solidFill>
                <a:srgbClr val="FFFFFF"/>
              </a:solidFill>
              <a:latin typeface="Times New Roman"/>
              <a:ea typeface="Times New Roman"/>
              <a:cs typeface="Times New Roman"/>
              <a:sym typeface="Times New Roman"/>
            </a:endParaRPr>
          </a:p>
          <a:p>
            <a:pPr marL="0" lvl="0" indent="0">
              <a:buSzTx/>
              <a:buNone/>
            </a:pPr>
            <a:endParaRPr dirty="0">
              <a:solidFill>
                <a:srgbClr val="FFFFFF"/>
              </a:solidFill>
              <a:latin typeface="Arial"/>
              <a:ea typeface="Arial"/>
              <a:cs typeface="Arial"/>
              <a:sym typeface="Arial"/>
            </a:endParaRPr>
          </a:p>
          <a:p>
            <a:pPr marL="0" lvl="0" indent="0">
              <a:buSzTx/>
              <a:buNone/>
            </a:pPr>
            <a:r>
              <a:rPr dirty="0">
                <a:solidFill>
                  <a:srgbClr val="FFFFFF"/>
                </a:solidFill>
                <a:latin typeface="Arial"/>
                <a:ea typeface="Arial"/>
                <a:cs typeface="Arial"/>
                <a:sym typeface="Arial"/>
              </a:rPr>
              <a:t>VENDER EH UMA ARTE E EXISTEM VENDEDORES</a:t>
            </a:r>
            <a:endParaRPr dirty="0">
              <a:solidFill>
                <a:srgbClr val="FFFFFF"/>
              </a:solidFill>
              <a:latin typeface="Times New Roman"/>
              <a:ea typeface="Times New Roman"/>
              <a:cs typeface="Times New Roman"/>
              <a:sym typeface="Times New Roman"/>
            </a:endParaRPr>
          </a:p>
          <a:p>
            <a:pPr marL="0" lvl="0" indent="0">
              <a:buSzTx/>
              <a:buNone/>
            </a:pPr>
            <a:r>
              <a:rPr dirty="0">
                <a:solidFill>
                  <a:srgbClr val="FFFFFF"/>
                </a:solidFill>
                <a:latin typeface="Arial"/>
                <a:ea typeface="Arial"/>
                <a:cs typeface="Arial"/>
                <a:sym typeface="Arial"/>
              </a:rPr>
              <a:t>QUE PODEM SER CONSIDERADOS ARTISTAS VERDADEIROS. (</a:t>
            </a:r>
            <a:r>
              <a:rPr dirty="0" err="1">
                <a:solidFill>
                  <a:srgbClr val="FFFFFF"/>
                </a:solidFill>
                <a:latin typeface="Arial"/>
                <a:ea typeface="Arial"/>
                <a:cs typeface="Arial"/>
                <a:sym typeface="Arial"/>
              </a:rPr>
              <a:t>vende</a:t>
            </a:r>
            <a:r>
              <a:rPr dirty="0">
                <a:solidFill>
                  <a:srgbClr val="FFFFFF"/>
                </a:solidFill>
                <a:latin typeface="Arial"/>
                <a:ea typeface="Arial"/>
                <a:cs typeface="Arial"/>
                <a:sym typeface="Arial"/>
              </a:rPr>
              <a:t> </a:t>
            </a:r>
            <a:r>
              <a:rPr dirty="0" err="1">
                <a:solidFill>
                  <a:srgbClr val="FFFFFF"/>
                </a:solidFill>
                <a:latin typeface="Arial"/>
                <a:ea typeface="Arial"/>
                <a:cs typeface="Arial"/>
                <a:sym typeface="Arial"/>
              </a:rPr>
              <a:t>geladeira</a:t>
            </a:r>
            <a:r>
              <a:rPr dirty="0">
                <a:solidFill>
                  <a:srgbClr val="FFFFFF"/>
                </a:solidFill>
                <a:latin typeface="Arial"/>
                <a:ea typeface="Arial"/>
                <a:cs typeface="Arial"/>
                <a:sym typeface="Arial"/>
              </a:rPr>
              <a:t> para </a:t>
            </a:r>
            <a:r>
              <a:rPr dirty="0" err="1">
                <a:solidFill>
                  <a:srgbClr val="FFFFFF"/>
                </a:solidFill>
                <a:latin typeface="Arial"/>
                <a:ea typeface="Arial"/>
                <a:cs typeface="Arial"/>
                <a:sym typeface="Arial"/>
              </a:rPr>
              <a:t>esquimó</a:t>
            </a:r>
            <a:r>
              <a:rPr dirty="0">
                <a:solidFill>
                  <a:srgbClr val="FFFFFF"/>
                </a:solidFill>
                <a:latin typeface="Arial"/>
                <a:ea typeface="Arial"/>
                <a:cs typeface="Arial"/>
                <a:sym typeface="Arial"/>
              </a:rPr>
              <a:t>).</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 presetClass="entr" presetSubtype="8" fill="hold" grpId="1" nodeType="clickEffect">
                                  <p:stCondLst>
                                    <p:cond delay="0"/>
                                  </p:stCondLst>
                                  <p:iterate>
                                    <p:tmAbs val="0"/>
                                  </p:iterate>
                                  <p:childTnLst>
                                    <p:set>
                                      <p:cBhvr>
                                        <p:cTn id="6" fill="hold"/>
                                        <p:tgtEl>
                                          <p:spTgt spid="58"/>
                                        </p:tgtEl>
                                        <p:attrNameLst>
                                          <p:attrName>style.visibility</p:attrName>
                                        </p:attrNameLst>
                                      </p:cBhvr>
                                      <p:to>
                                        <p:strVal val="visible"/>
                                      </p:to>
                                    </p:set>
                                    <p:anim calcmode="lin" valueType="num">
                                      <p:cBhvr>
                                        <p:cTn id="7" dur="500" fill="hold"/>
                                        <p:tgtEl>
                                          <p:spTgt spid="58"/>
                                        </p:tgtEl>
                                        <p:attrNameLst>
                                          <p:attrName>ppt_x</p:attrName>
                                        </p:attrNameLst>
                                      </p:cBhvr>
                                      <p:tavLst>
                                        <p:tav tm="0">
                                          <p:val>
                                            <p:strVal val="0-#ppt_w/2"/>
                                          </p:val>
                                        </p:tav>
                                        <p:tav tm="100000">
                                          <p:val>
                                            <p:strVal val="#ppt_x"/>
                                          </p:val>
                                        </p:tav>
                                      </p:tavLst>
                                    </p:anim>
                                    <p:anim calcmode="lin" valueType="num">
                                      <p:cBhvr>
                                        <p:cTn id="8" dur="500" fill="hold"/>
                                        <p:tgtEl>
                                          <p:spTgt spid="5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1" animBg="1" advAuto="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Shape 60"/>
          <p:cNvSpPr>
            <a:spLocks noGrp="1"/>
          </p:cNvSpPr>
          <p:nvPr>
            <p:ph type="sldNum" sz="quarter" idx="2"/>
          </p:nvPr>
        </p:nvSpPr>
        <p:spPr>
          <a:xfrm>
            <a:off x="6553200" y="6248398"/>
            <a:ext cx="1905000" cy="374529"/>
          </a:xfrm>
          <a:prstGeom prst="rect">
            <a:avLst/>
          </a:prstGeom>
          <a:extLst>
            <a:ext uri="{C572A759-6A51-4108-AA02-DFA0A04FC94B}">
              <ma14:wrappingTextBoxFlag xmlns="" xmlns:ma14="http://schemas.microsoft.com/office/mac/drawingml/2011/main" val="1"/>
            </a:ext>
          </a:extLst>
        </p:spPr>
        <p:txBody>
          <a:bodyPr lIns="0" tIns="0" rIns="0" bIns="0">
            <a:normAutofit/>
          </a:bodyPr>
          <a:lstStyle>
            <a:lvl1pPr marL="616920" indent="-616920" defTabSz="841247">
              <a:spcBef>
                <a:spcPts val="700"/>
              </a:spcBef>
              <a:defRPr sz="1200"/>
            </a:lvl1pPr>
          </a:lstStyle>
          <a:p>
            <a:pPr lvl="0">
              <a:defRPr sz="1800">
                <a:solidFill>
                  <a:srgbClr val="000000"/>
                </a:solidFill>
              </a:defRPr>
            </a:pPr>
            <a:fld id="{86CB4B4D-7CA3-9044-876B-883B54F8677D}" type="slidenum">
              <a:rPr sz="1200">
                <a:solidFill>
                  <a:srgbClr val="FFFFFF"/>
                </a:solidFill>
              </a:rPr>
              <a:t>3</a:t>
            </a:fld>
            <a:endParaRPr sz="1200">
              <a:solidFill>
                <a:srgbClr val="FFFFFF"/>
              </a:solidFill>
            </a:endParaRPr>
          </a:p>
        </p:txBody>
      </p:sp>
      <p:sp>
        <p:nvSpPr>
          <p:cNvPr id="61" name="Shape 61"/>
          <p:cNvSpPr/>
          <p:nvPr/>
        </p:nvSpPr>
        <p:spPr>
          <a:xfrm>
            <a:off x="685794" y="609598"/>
            <a:ext cx="4543755" cy="486203"/>
          </a:xfrm>
          <a:prstGeom prst="rect">
            <a:avLst/>
          </a:prstGeom>
          <a:ln w="12700">
            <a:miter lim="400000"/>
          </a:ln>
          <a:extLst>
            <a:ext uri="{C572A759-6A51-4108-AA02-DFA0A04FC94B}">
              <ma14:wrappingTextBoxFlag xmlns="" xmlns:ma14="http://schemas.microsoft.com/office/mac/drawingml/2011/main" val="1"/>
            </a:ext>
          </a:extLst>
        </p:spPr>
        <p:txBody>
          <a:bodyPr wrap="none" lIns="45718" tIns="45718" rIns="45718" bIns="45718">
            <a:spAutoFit/>
          </a:bodyPr>
          <a:lstStyle>
            <a:lvl1pPr marL="0" indent="0">
              <a:buSzTx/>
              <a:buNone/>
              <a:defRPr sz="2800">
                <a:solidFill>
                  <a:srgbClr val="FFFFFF"/>
                </a:solidFill>
                <a:latin typeface="Arial"/>
                <a:ea typeface="Arial"/>
                <a:cs typeface="Arial"/>
                <a:sym typeface="Arial"/>
              </a:defRPr>
            </a:lvl1pPr>
          </a:lstStyle>
          <a:p>
            <a:pPr lvl="0">
              <a:defRPr sz="1800">
                <a:solidFill>
                  <a:srgbClr val="000000"/>
                </a:solidFill>
              </a:defRPr>
            </a:pPr>
            <a:r>
              <a:rPr sz="2800">
                <a:solidFill>
                  <a:srgbClr val="FFFFFF"/>
                </a:solidFill>
              </a:rPr>
              <a:t>O TRABALHO DE VENDAS</a:t>
            </a:r>
          </a:p>
        </p:txBody>
      </p:sp>
      <p:sp>
        <p:nvSpPr>
          <p:cNvPr id="62" name="Shape 62"/>
          <p:cNvSpPr/>
          <p:nvPr/>
        </p:nvSpPr>
        <p:spPr>
          <a:xfrm>
            <a:off x="192506" y="1331833"/>
            <a:ext cx="8372726" cy="4503793"/>
          </a:xfrm>
          <a:prstGeom prst="rect">
            <a:avLst/>
          </a:prstGeom>
          <a:ln w="12700">
            <a:miter lim="400000"/>
          </a:ln>
          <a:extLst>
            <a:ext uri="{C572A759-6A51-4108-AA02-DFA0A04FC94B}">
              <ma14:wrappingTextBoxFlag xmlns="" xmlns:ma14="http://schemas.microsoft.com/office/mac/drawingml/2011/main" val="1"/>
            </a:ext>
          </a:extLst>
        </p:spPr>
        <p:txBody>
          <a:bodyPr wrap="square" lIns="45718" tIns="45718" rIns="45718" bIns="45718">
            <a:spAutoFit/>
          </a:bodyPr>
          <a:lstStyle/>
          <a:p>
            <a:pPr marL="0" lvl="0" indent="0">
              <a:buSzTx/>
              <a:buNone/>
            </a:pPr>
            <a:r>
              <a:rPr sz="2400" dirty="0">
                <a:solidFill>
                  <a:srgbClr val="FFFFFF"/>
                </a:solidFill>
                <a:latin typeface="Arial"/>
                <a:ea typeface="Arial"/>
                <a:cs typeface="Arial"/>
                <a:sym typeface="Arial"/>
              </a:rPr>
              <a:t>“ </a:t>
            </a:r>
            <a:r>
              <a:rPr sz="2000" dirty="0">
                <a:solidFill>
                  <a:srgbClr val="FFFFFF"/>
                </a:solidFill>
                <a:latin typeface="Arial"/>
                <a:ea typeface="Arial"/>
                <a:cs typeface="Arial"/>
                <a:sym typeface="Arial"/>
              </a:rPr>
              <a:t>O OBJETIVO DO VENDEDOR EH VENDER”. ELE TRABALHA </a:t>
            </a:r>
            <a:endParaRPr dirty="0">
              <a:solidFill>
                <a:srgbClr val="FFFFFF"/>
              </a:solidFill>
              <a:latin typeface="Arial"/>
              <a:ea typeface="Arial"/>
              <a:cs typeface="Arial"/>
              <a:sym typeface="Arial"/>
            </a:endParaRPr>
          </a:p>
          <a:p>
            <a:pPr marL="0" lvl="0" indent="0">
              <a:buSzTx/>
              <a:buNone/>
            </a:pPr>
            <a:r>
              <a:rPr sz="2000" dirty="0">
                <a:solidFill>
                  <a:srgbClr val="FFFFFF"/>
                </a:solidFill>
                <a:latin typeface="Arial"/>
                <a:ea typeface="Arial"/>
                <a:cs typeface="Arial"/>
                <a:sym typeface="Arial"/>
              </a:rPr>
              <a:t>SEMPRE CORRENDO ATRAS DE METAS ESTIPULADAS E QUE</a:t>
            </a:r>
            <a:endParaRPr dirty="0">
              <a:solidFill>
                <a:srgbClr val="FFFFFF"/>
              </a:solidFill>
              <a:latin typeface="Times New Roman"/>
              <a:ea typeface="Times New Roman"/>
              <a:cs typeface="Times New Roman"/>
              <a:sym typeface="Times New Roman"/>
            </a:endParaRPr>
          </a:p>
          <a:p>
            <a:pPr marL="0" lvl="0" indent="0">
              <a:buSzTx/>
              <a:buNone/>
            </a:pPr>
            <a:r>
              <a:rPr sz="2000" dirty="0">
                <a:solidFill>
                  <a:srgbClr val="FFFFFF"/>
                </a:solidFill>
                <a:latin typeface="Arial"/>
                <a:ea typeface="Arial"/>
                <a:cs typeface="Arial"/>
                <a:sym typeface="Arial"/>
              </a:rPr>
              <a:t>DEVEM SER ATINGIDAS. </a:t>
            </a:r>
            <a:endParaRPr dirty="0">
              <a:solidFill>
                <a:srgbClr val="FFFFFF"/>
              </a:solidFill>
              <a:latin typeface="Arial"/>
              <a:ea typeface="Arial"/>
              <a:cs typeface="Arial"/>
              <a:sym typeface="Arial"/>
            </a:endParaRPr>
          </a:p>
          <a:p>
            <a:pPr marL="0" lvl="0" indent="0">
              <a:buSzTx/>
              <a:buNone/>
            </a:pPr>
            <a:r>
              <a:rPr sz="2000" dirty="0">
                <a:solidFill>
                  <a:srgbClr val="FFFFFF"/>
                </a:solidFill>
                <a:latin typeface="Arial"/>
                <a:ea typeface="Arial"/>
                <a:cs typeface="Arial"/>
                <a:sym typeface="Arial"/>
              </a:rPr>
              <a:t>ESSAS METAS SAO ESTIPULADAS EM REUNIÕES DE VENDAS COM MARKETING E NORMALMENTE COM A PARTICIPAÇÃO DO COMERCIAL. (PRODUÇÃO TAMBEM)</a:t>
            </a:r>
            <a:endParaRPr dirty="0">
              <a:solidFill>
                <a:srgbClr val="FFFFFF"/>
              </a:solidFill>
              <a:latin typeface="Arial"/>
              <a:ea typeface="Arial"/>
              <a:cs typeface="Arial"/>
              <a:sym typeface="Arial"/>
            </a:endParaRPr>
          </a:p>
          <a:p>
            <a:pPr marL="0" lvl="0" indent="0">
              <a:buSzTx/>
              <a:buNone/>
            </a:pPr>
            <a:endParaRPr dirty="0">
              <a:solidFill>
                <a:srgbClr val="FFFFFF"/>
              </a:solidFill>
              <a:latin typeface="Arial"/>
              <a:ea typeface="Arial"/>
              <a:cs typeface="Arial"/>
              <a:sym typeface="Arial"/>
            </a:endParaRPr>
          </a:p>
          <a:p>
            <a:pPr marL="0" lvl="0" indent="0">
              <a:buSzTx/>
              <a:buNone/>
            </a:pPr>
            <a:r>
              <a:rPr sz="2000" dirty="0">
                <a:solidFill>
                  <a:srgbClr val="FFFFFF"/>
                </a:solidFill>
                <a:latin typeface="Arial"/>
                <a:ea typeface="Arial"/>
                <a:cs typeface="Arial"/>
                <a:sym typeface="Arial"/>
              </a:rPr>
              <a:t> ELAS ABRANGEM DE 3 A 6 MESES FUTUROS E SAO ESTIPULADAS POR REGIAO DE VENDAS.</a:t>
            </a:r>
            <a:endParaRPr dirty="0">
              <a:solidFill>
                <a:srgbClr val="FFFFFF"/>
              </a:solidFill>
              <a:latin typeface="Times New Roman"/>
              <a:ea typeface="Times New Roman"/>
              <a:cs typeface="Times New Roman"/>
              <a:sym typeface="Times New Roman"/>
            </a:endParaRPr>
          </a:p>
          <a:p>
            <a:pPr lvl="0"/>
            <a:endParaRPr dirty="0">
              <a:solidFill>
                <a:srgbClr val="FFFFFF"/>
              </a:solidFill>
              <a:latin typeface="Arial"/>
              <a:ea typeface="Arial"/>
              <a:cs typeface="Arial"/>
              <a:sym typeface="Arial"/>
            </a:endParaRPr>
          </a:p>
          <a:p>
            <a:pPr marL="0" lvl="0" indent="0">
              <a:buSzTx/>
              <a:buNone/>
            </a:pPr>
            <a:r>
              <a:rPr sz="2000" dirty="0">
                <a:solidFill>
                  <a:srgbClr val="FFFFFF"/>
                </a:solidFill>
                <a:latin typeface="Arial"/>
                <a:ea typeface="Arial"/>
                <a:cs typeface="Arial"/>
                <a:sym typeface="Arial"/>
              </a:rPr>
              <a:t> A META DE SAO PAULO EH MUITO DIFERENTE DA META DA BAHIA, QUE EH BEM DIFERENTE DA META DO ACRE.</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 presetClass="entr" presetSubtype="8" fill="hold" grpId="1" nodeType="clickEffect">
                                  <p:stCondLst>
                                    <p:cond delay="0"/>
                                  </p:stCondLst>
                                  <p:iterate>
                                    <p:tmAbs val="0"/>
                                  </p:iterate>
                                  <p:childTnLst>
                                    <p:set>
                                      <p:cBhvr>
                                        <p:cTn id="6" fill="hold"/>
                                        <p:tgtEl>
                                          <p:spTgt spid="61"/>
                                        </p:tgtEl>
                                        <p:attrNameLst>
                                          <p:attrName>style.visibility</p:attrName>
                                        </p:attrNameLst>
                                      </p:cBhvr>
                                      <p:to>
                                        <p:strVal val="visible"/>
                                      </p:to>
                                    </p:set>
                                    <p:anim calcmode="lin" valueType="num">
                                      <p:cBhvr>
                                        <p:cTn id="7" dur="500" fill="hold"/>
                                        <p:tgtEl>
                                          <p:spTgt spid="61"/>
                                        </p:tgtEl>
                                        <p:attrNameLst>
                                          <p:attrName>ppt_x</p:attrName>
                                        </p:attrNameLst>
                                      </p:cBhvr>
                                      <p:tavLst>
                                        <p:tav tm="0">
                                          <p:val>
                                            <p:strVal val="0-#ppt_w/2"/>
                                          </p:val>
                                        </p:tav>
                                        <p:tav tm="100000">
                                          <p:val>
                                            <p:strVal val="#ppt_x"/>
                                          </p:val>
                                        </p:tav>
                                      </p:tavLst>
                                    </p:anim>
                                    <p:anim calcmode="lin" valueType="num">
                                      <p:cBhvr>
                                        <p:cTn id="8" dur="500" fill="hold"/>
                                        <p:tgtEl>
                                          <p:spTgt spid="6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2" nodeType="clickEffect">
                                  <p:stCondLst>
                                    <p:cond delay="0"/>
                                  </p:stCondLst>
                                  <p:iterate>
                                    <p:tmAbs val="0"/>
                                  </p:iterate>
                                  <p:childTnLst>
                                    <p:set>
                                      <p:cBhvr>
                                        <p:cTn id="12" fill="hold"/>
                                        <p:tgtEl>
                                          <p:spTgt spid="62"/>
                                        </p:tgtEl>
                                        <p:attrNameLst>
                                          <p:attrName>style.visibility</p:attrName>
                                        </p:attrNameLst>
                                      </p:cBhvr>
                                      <p:to>
                                        <p:strVal val="visible"/>
                                      </p:to>
                                    </p:set>
                                    <p:anim calcmode="lin" valueType="num">
                                      <p:cBhvr>
                                        <p:cTn id="13" dur="500" fill="hold"/>
                                        <p:tgtEl>
                                          <p:spTgt spid="62"/>
                                        </p:tgtEl>
                                        <p:attrNameLst>
                                          <p:attrName>ppt_x</p:attrName>
                                        </p:attrNameLst>
                                      </p:cBhvr>
                                      <p:tavLst>
                                        <p:tav tm="0">
                                          <p:val>
                                            <p:strVal val="0-#ppt_w/2"/>
                                          </p:val>
                                        </p:tav>
                                        <p:tav tm="100000">
                                          <p:val>
                                            <p:strVal val="#ppt_x"/>
                                          </p:val>
                                        </p:tav>
                                      </p:tavLst>
                                    </p:anim>
                                    <p:anim calcmode="lin" valueType="num">
                                      <p:cBhvr>
                                        <p:cTn id="14" dur="500" fill="hold"/>
                                        <p:tgtEl>
                                          <p:spTgt spid="6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1" animBg="1" advAuto="0"/>
      <p:bldP spid="62" grpId="2" animBg="1" advAuto="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Shape 64"/>
          <p:cNvSpPr>
            <a:spLocks noGrp="1"/>
          </p:cNvSpPr>
          <p:nvPr>
            <p:ph type="sldNum" sz="quarter" idx="2"/>
          </p:nvPr>
        </p:nvSpPr>
        <p:spPr>
          <a:xfrm>
            <a:off x="6553200" y="6248398"/>
            <a:ext cx="1905000" cy="374529"/>
          </a:xfrm>
          <a:prstGeom prst="rect">
            <a:avLst/>
          </a:prstGeom>
          <a:extLst>
            <a:ext uri="{C572A759-6A51-4108-AA02-DFA0A04FC94B}">
              <ma14:wrappingTextBoxFlag xmlns="" xmlns:ma14="http://schemas.microsoft.com/office/mac/drawingml/2011/main" val="1"/>
            </a:ext>
          </a:extLst>
        </p:spPr>
        <p:txBody>
          <a:bodyPr lIns="0" tIns="0" rIns="0" bIns="0">
            <a:normAutofit/>
          </a:bodyPr>
          <a:lstStyle>
            <a:lvl1pPr marL="616920" indent="-616920" defTabSz="841247">
              <a:spcBef>
                <a:spcPts val="700"/>
              </a:spcBef>
              <a:defRPr sz="1200"/>
            </a:lvl1pPr>
          </a:lstStyle>
          <a:p>
            <a:pPr lvl="0">
              <a:defRPr sz="1800">
                <a:solidFill>
                  <a:srgbClr val="000000"/>
                </a:solidFill>
              </a:defRPr>
            </a:pPr>
            <a:fld id="{86CB4B4D-7CA3-9044-876B-883B54F8677D}" type="slidenum">
              <a:rPr sz="1200">
                <a:solidFill>
                  <a:srgbClr val="FFFFFF"/>
                </a:solidFill>
              </a:rPr>
              <a:t>4</a:t>
            </a:fld>
            <a:endParaRPr sz="1200">
              <a:solidFill>
                <a:srgbClr val="FFFFFF"/>
              </a:solidFill>
            </a:endParaRPr>
          </a:p>
        </p:txBody>
      </p:sp>
      <p:sp>
        <p:nvSpPr>
          <p:cNvPr id="65" name="Shape 65"/>
          <p:cNvSpPr/>
          <p:nvPr/>
        </p:nvSpPr>
        <p:spPr>
          <a:xfrm>
            <a:off x="685794" y="609598"/>
            <a:ext cx="4543755" cy="486203"/>
          </a:xfrm>
          <a:prstGeom prst="rect">
            <a:avLst/>
          </a:prstGeom>
          <a:ln w="12700">
            <a:miter lim="400000"/>
          </a:ln>
          <a:extLst>
            <a:ext uri="{C572A759-6A51-4108-AA02-DFA0A04FC94B}">
              <ma14:wrappingTextBoxFlag xmlns="" xmlns:ma14="http://schemas.microsoft.com/office/mac/drawingml/2011/main" val="1"/>
            </a:ext>
          </a:extLst>
        </p:spPr>
        <p:txBody>
          <a:bodyPr wrap="none" lIns="45718" tIns="45718" rIns="45718" bIns="45718">
            <a:spAutoFit/>
          </a:bodyPr>
          <a:lstStyle>
            <a:lvl1pPr marL="0" indent="0">
              <a:buSzTx/>
              <a:buNone/>
              <a:defRPr sz="2800">
                <a:solidFill>
                  <a:srgbClr val="FFFFFF"/>
                </a:solidFill>
                <a:latin typeface="Arial"/>
                <a:ea typeface="Arial"/>
                <a:cs typeface="Arial"/>
                <a:sym typeface="Arial"/>
              </a:defRPr>
            </a:lvl1pPr>
          </a:lstStyle>
          <a:p>
            <a:pPr lvl="0">
              <a:defRPr sz="1800">
                <a:solidFill>
                  <a:srgbClr val="000000"/>
                </a:solidFill>
              </a:defRPr>
            </a:pPr>
            <a:r>
              <a:rPr sz="2800">
                <a:solidFill>
                  <a:srgbClr val="FFFFFF"/>
                </a:solidFill>
              </a:rPr>
              <a:t>O TRABALHO DE VENDAS</a:t>
            </a:r>
          </a:p>
        </p:txBody>
      </p:sp>
      <p:sp>
        <p:nvSpPr>
          <p:cNvPr id="66" name="Shape 66"/>
          <p:cNvSpPr/>
          <p:nvPr/>
        </p:nvSpPr>
        <p:spPr>
          <a:xfrm>
            <a:off x="192505" y="1217531"/>
            <a:ext cx="8505159" cy="4380682"/>
          </a:xfrm>
          <a:prstGeom prst="rect">
            <a:avLst/>
          </a:prstGeom>
          <a:ln w="12700">
            <a:miter lim="400000"/>
          </a:ln>
          <a:extLst>
            <a:ext uri="{C572A759-6A51-4108-AA02-DFA0A04FC94B}">
              <ma14:wrappingTextBoxFlag xmlns="" xmlns:ma14="http://schemas.microsoft.com/office/mac/drawingml/2011/main" val="1"/>
            </a:ext>
          </a:extLst>
        </p:spPr>
        <p:txBody>
          <a:bodyPr wrap="square" lIns="45718" tIns="45718" rIns="45718" bIns="45718">
            <a:spAutoFit/>
          </a:bodyPr>
          <a:lstStyle/>
          <a:p>
            <a:pPr marL="0" lvl="0" indent="0">
              <a:buSzTx/>
              <a:buNone/>
            </a:pPr>
            <a:r>
              <a:rPr dirty="0">
                <a:solidFill>
                  <a:srgbClr val="FFFFFF"/>
                </a:solidFill>
                <a:latin typeface="Arial"/>
                <a:ea typeface="Arial"/>
                <a:cs typeface="Arial"/>
                <a:sym typeface="Arial"/>
              </a:rPr>
              <a:t>OS NÚMEROS SAO BASEADOS NAS ESTATÍSTICAS DE VENDAS E NO POTENCIAL DE CRESCIMENTO DA REGIAO, ALEM DAS PESQUISAS FEITAS POR MARKETING EM CIMA DE FATORES QUE PODEM INFLUIR NAS VENDAS.</a:t>
            </a:r>
            <a:endParaRPr dirty="0">
              <a:solidFill>
                <a:srgbClr val="FFFFFF"/>
              </a:solidFill>
              <a:latin typeface="Times New Roman"/>
              <a:ea typeface="Times New Roman"/>
              <a:cs typeface="Times New Roman"/>
              <a:sym typeface="Times New Roman"/>
            </a:endParaRPr>
          </a:p>
          <a:p>
            <a:pPr marL="0" lvl="0" indent="0">
              <a:buSzTx/>
              <a:buNone/>
            </a:pPr>
            <a:r>
              <a:rPr dirty="0">
                <a:solidFill>
                  <a:srgbClr val="FFFFFF"/>
                </a:solidFill>
                <a:latin typeface="Arial"/>
                <a:ea typeface="Arial"/>
                <a:cs typeface="Arial"/>
                <a:sym typeface="Arial"/>
              </a:rPr>
              <a:t> EX. INAUGURAÇÃO DE UM NOVO HIPERMERCADO NA CIDADE OU REGIAO. (ESTATÍSTICAS + ESTIMATIVAS).</a:t>
            </a:r>
            <a:endParaRPr dirty="0">
              <a:solidFill>
                <a:srgbClr val="FFFFFF"/>
              </a:solidFill>
              <a:latin typeface="Times New Roman"/>
              <a:ea typeface="Times New Roman"/>
              <a:cs typeface="Times New Roman"/>
              <a:sym typeface="Times New Roman"/>
            </a:endParaRPr>
          </a:p>
          <a:p>
            <a:pPr marL="0" lvl="0" indent="0">
              <a:buSzTx/>
              <a:buNone/>
            </a:pPr>
            <a:endParaRPr dirty="0">
              <a:solidFill>
                <a:srgbClr val="FFFFFF"/>
              </a:solidFill>
              <a:latin typeface="Arial"/>
              <a:ea typeface="Arial"/>
              <a:cs typeface="Arial"/>
              <a:sym typeface="Arial"/>
            </a:endParaRPr>
          </a:p>
          <a:p>
            <a:pPr marL="0" lvl="0" indent="0">
              <a:buSzTx/>
              <a:buNone/>
            </a:pPr>
            <a:r>
              <a:rPr dirty="0">
                <a:solidFill>
                  <a:srgbClr val="FFFFFF"/>
                </a:solidFill>
                <a:latin typeface="Arial"/>
                <a:ea typeface="Arial"/>
                <a:cs typeface="Arial"/>
                <a:sym typeface="Arial"/>
              </a:rPr>
              <a:t>O DIRETOR DE VENDAS, RECEBE INFORMAÇÕES DE SEUS GERENTES REGIONAIS, SOBRE O CRESCIMENTO DA REGIAO, NOVOS EMPREENDIMENTOS QUE TRARAO MAIS PESSOAS PARA UMA CIDADE E TUDO QUE POSSA FAZER CRESCER AS VENDAS. </a:t>
            </a:r>
            <a:endParaRPr dirty="0">
              <a:solidFill>
                <a:srgbClr val="FFFFFF"/>
              </a:solidFill>
              <a:latin typeface="Times New Roman"/>
              <a:ea typeface="Times New Roman"/>
              <a:cs typeface="Times New Roman"/>
              <a:sym typeface="Times New Roman"/>
            </a:endParaRPr>
          </a:p>
          <a:p>
            <a:pPr marL="0" lvl="0" indent="0">
              <a:buSzTx/>
              <a:buNone/>
            </a:pPr>
            <a:r>
              <a:rPr dirty="0">
                <a:solidFill>
                  <a:srgbClr val="FFFFFF"/>
                </a:solidFill>
                <a:latin typeface="Arial"/>
                <a:ea typeface="Arial"/>
                <a:cs typeface="Arial"/>
                <a:sym typeface="Arial"/>
              </a:rPr>
              <a:t>ESSAS INFORMAÇÕES SAO PASSADAS AO MARKETING, QUE TEM POR OBRIGAÇÃO VERIFICAR SE ESTAO CORRETAS, O QUE FAZEM ATRAVÉS DE AGENCIAS TERCEIRIZADAS.</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 presetClass="entr" presetSubtype="8" fill="hold" grpId="1" nodeType="clickEffect">
                                  <p:stCondLst>
                                    <p:cond delay="0"/>
                                  </p:stCondLst>
                                  <p:iterate>
                                    <p:tmAbs val="0"/>
                                  </p:iterate>
                                  <p:childTnLst>
                                    <p:set>
                                      <p:cBhvr>
                                        <p:cTn id="6" fill="hold"/>
                                        <p:tgtEl>
                                          <p:spTgt spid="65"/>
                                        </p:tgtEl>
                                        <p:attrNameLst>
                                          <p:attrName>style.visibility</p:attrName>
                                        </p:attrNameLst>
                                      </p:cBhvr>
                                      <p:to>
                                        <p:strVal val="visible"/>
                                      </p:to>
                                    </p:set>
                                    <p:anim calcmode="lin" valueType="num">
                                      <p:cBhvr>
                                        <p:cTn id="7" dur="500" fill="hold"/>
                                        <p:tgtEl>
                                          <p:spTgt spid="65"/>
                                        </p:tgtEl>
                                        <p:attrNameLst>
                                          <p:attrName>ppt_x</p:attrName>
                                        </p:attrNameLst>
                                      </p:cBhvr>
                                      <p:tavLst>
                                        <p:tav tm="0">
                                          <p:val>
                                            <p:strVal val="0-#ppt_w/2"/>
                                          </p:val>
                                        </p:tav>
                                        <p:tav tm="100000">
                                          <p:val>
                                            <p:strVal val="#ppt_x"/>
                                          </p:val>
                                        </p:tav>
                                      </p:tavLst>
                                    </p:anim>
                                    <p:anim calcmode="lin" valueType="num">
                                      <p:cBhvr>
                                        <p:cTn id="8" dur="500" fill="hold"/>
                                        <p:tgtEl>
                                          <p:spTgt spid="6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2" nodeType="clickEffect">
                                  <p:stCondLst>
                                    <p:cond delay="0"/>
                                  </p:stCondLst>
                                  <p:iterate>
                                    <p:tmAbs val="0"/>
                                  </p:iterate>
                                  <p:childTnLst>
                                    <p:set>
                                      <p:cBhvr>
                                        <p:cTn id="12" fill="hold"/>
                                        <p:tgtEl>
                                          <p:spTgt spid="66"/>
                                        </p:tgtEl>
                                        <p:attrNameLst>
                                          <p:attrName>style.visibility</p:attrName>
                                        </p:attrNameLst>
                                      </p:cBhvr>
                                      <p:to>
                                        <p:strVal val="visible"/>
                                      </p:to>
                                    </p:set>
                                    <p:anim calcmode="lin" valueType="num">
                                      <p:cBhvr>
                                        <p:cTn id="13" dur="500" fill="hold"/>
                                        <p:tgtEl>
                                          <p:spTgt spid="66"/>
                                        </p:tgtEl>
                                        <p:attrNameLst>
                                          <p:attrName>ppt_x</p:attrName>
                                        </p:attrNameLst>
                                      </p:cBhvr>
                                      <p:tavLst>
                                        <p:tav tm="0">
                                          <p:val>
                                            <p:strVal val="0-#ppt_w/2"/>
                                          </p:val>
                                        </p:tav>
                                        <p:tav tm="100000">
                                          <p:val>
                                            <p:strVal val="#ppt_x"/>
                                          </p:val>
                                        </p:tav>
                                      </p:tavLst>
                                    </p:anim>
                                    <p:anim calcmode="lin" valueType="num">
                                      <p:cBhvr>
                                        <p:cTn id="14" dur="500" fill="hold"/>
                                        <p:tgtEl>
                                          <p:spTgt spid="6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1" animBg="1" advAuto="0"/>
      <p:bldP spid="66" grpId="2" animBg="1" advAuto="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Shape 69"/>
          <p:cNvSpPr>
            <a:spLocks noGrp="1"/>
          </p:cNvSpPr>
          <p:nvPr>
            <p:ph type="sldNum" sz="quarter" idx="2"/>
          </p:nvPr>
        </p:nvSpPr>
        <p:spPr>
          <a:xfrm>
            <a:off x="6553200" y="6248398"/>
            <a:ext cx="1905000" cy="374529"/>
          </a:xfrm>
          <a:prstGeom prst="rect">
            <a:avLst/>
          </a:prstGeom>
          <a:extLst>
            <a:ext uri="{C572A759-6A51-4108-AA02-DFA0A04FC94B}">
              <ma14:wrappingTextBoxFlag xmlns="" xmlns:ma14="http://schemas.microsoft.com/office/mac/drawingml/2011/main" val="1"/>
            </a:ext>
          </a:extLst>
        </p:spPr>
        <p:txBody>
          <a:bodyPr lIns="0" tIns="0" rIns="0" bIns="0">
            <a:normAutofit/>
          </a:bodyPr>
          <a:lstStyle>
            <a:lvl1pPr marL="616920" indent="-616920" defTabSz="841247">
              <a:spcBef>
                <a:spcPts val="700"/>
              </a:spcBef>
              <a:defRPr sz="1200"/>
            </a:lvl1pPr>
          </a:lstStyle>
          <a:p>
            <a:pPr lvl="0">
              <a:defRPr sz="1800">
                <a:solidFill>
                  <a:srgbClr val="000000"/>
                </a:solidFill>
              </a:defRPr>
            </a:pPr>
            <a:fld id="{86CB4B4D-7CA3-9044-876B-883B54F8677D}" type="slidenum">
              <a:rPr sz="1200">
                <a:solidFill>
                  <a:srgbClr val="FFFFFF"/>
                </a:solidFill>
              </a:rPr>
              <a:t>5</a:t>
            </a:fld>
            <a:endParaRPr sz="1200">
              <a:solidFill>
                <a:srgbClr val="FFFFFF"/>
              </a:solidFill>
            </a:endParaRPr>
          </a:p>
        </p:txBody>
      </p:sp>
      <p:sp>
        <p:nvSpPr>
          <p:cNvPr id="70" name="Shape 70"/>
          <p:cNvSpPr/>
          <p:nvPr/>
        </p:nvSpPr>
        <p:spPr>
          <a:xfrm>
            <a:off x="685794" y="609598"/>
            <a:ext cx="4543755" cy="486203"/>
          </a:xfrm>
          <a:prstGeom prst="rect">
            <a:avLst/>
          </a:prstGeom>
          <a:ln w="12700">
            <a:miter lim="400000"/>
          </a:ln>
          <a:extLst>
            <a:ext uri="{C572A759-6A51-4108-AA02-DFA0A04FC94B}">
              <ma14:wrappingTextBoxFlag xmlns="" xmlns:ma14="http://schemas.microsoft.com/office/mac/drawingml/2011/main" val="1"/>
            </a:ext>
          </a:extLst>
        </p:spPr>
        <p:txBody>
          <a:bodyPr wrap="none" lIns="45718" tIns="45718" rIns="45718" bIns="45718">
            <a:spAutoFit/>
          </a:bodyPr>
          <a:lstStyle>
            <a:lvl1pPr marL="0" indent="0">
              <a:buSzTx/>
              <a:buNone/>
              <a:defRPr sz="2800">
                <a:solidFill>
                  <a:srgbClr val="FFFFFF"/>
                </a:solidFill>
                <a:latin typeface="Arial"/>
                <a:ea typeface="Arial"/>
                <a:cs typeface="Arial"/>
                <a:sym typeface="Arial"/>
              </a:defRPr>
            </a:lvl1pPr>
          </a:lstStyle>
          <a:p>
            <a:pPr lvl="0">
              <a:defRPr sz="1800">
                <a:solidFill>
                  <a:srgbClr val="000000"/>
                </a:solidFill>
              </a:defRPr>
            </a:pPr>
            <a:r>
              <a:rPr sz="2800">
                <a:solidFill>
                  <a:srgbClr val="FFFFFF"/>
                </a:solidFill>
              </a:rPr>
              <a:t>O TRABALHO DE VENDAS</a:t>
            </a:r>
          </a:p>
        </p:txBody>
      </p:sp>
      <p:sp>
        <p:nvSpPr>
          <p:cNvPr id="71" name="Shape 71"/>
          <p:cNvSpPr/>
          <p:nvPr/>
        </p:nvSpPr>
        <p:spPr>
          <a:xfrm>
            <a:off x="192506" y="1320796"/>
            <a:ext cx="8251158" cy="4165239"/>
          </a:xfrm>
          <a:prstGeom prst="rect">
            <a:avLst/>
          </a:prstGeom>
          <a:ln w="12700">
            <a:miter lim="400000"/>
          </a:ln>
          <a:extLst>
            <a:ext uri="{C572A759-6A51-4108-AA02-DFA0A04FC94B}">
              <ma14:wrappingTextBoxFlag xmlns="" xmlns:ma14="http://schemas.microsoft.com/office/mac/drawingml/2011/main" val="1"/>
            </a:ext>
          </a:extLst>
        </p:spPr>
        <p:txBody>
          <a:bodyPr wrap="square" lIns="45718" tIns="45718" rIns="45718" bIns="45718">
            <a:spAutoFit/>
          </a:bodyPr>
          <a:lstStyle/>
          <a:p>
            <a:pPr marL="0" lvl="0" indent="0">
              <a:buSzTx/>
              <a:buNone/>
            </a:pPr>
            <a:r>
              <a:rPr dirty="0">
                <a:solidFill>
                  <a:srgbClr val="FFFFFF"/>
                </a:solidFill>
                <a:latin typeface="Arial"/>
                <a:ea typeface="Arial"/>
                <a:cs typeface="Arial"/>
                <a:sym typeface="Arial"/>
              </a:rPr>
              <a:t>PARA PODER EXECUTAR ESSE TRABALHO, O BRASIL POR EXEMPLO EH DIVIDIDO EM 8 REGIÕES DE VENDAS, QUE POR SUA VEZ, SAO SUB-DIVIDIDAS EM TANTAS QUANTAS FOREM NECESSÁRIAS, SEMPRE LEVANDO EM CONTA O TAMANHO, A POPULAÇÃO E O POTENCIAL DE CRESCIMENTO DA REGIAO.</a:t>
            </a:r>
            <a:endParaRPr dirty="0">
              <a:solidFill>
                <a:srgbClr val="FFFFFF"/>
              </a:solidFill>
              <a:latin typeface="Times New Roman"/>
              <a:ea typeface="Times New Roman"/>
              <a:cs typeface="Times New Roman"/>
              <a:sym typeface="Times New Roman"/>
            </a:endParaRPr>
          </a:p>
          <a:p>
            <a:pPr marL="0" lvl="0" indent="0">
              <a:buSzTx/>
              <a:buNone/>
            </a:pPr>
            <a:r>
              <a:rPr dirty="0">
                <a:solidFill>
                  <a:srgbClr val="FFFFFF"/>
                </a:solidFill>
                <a:latin typeface="Arial"/>
                <a:ea typeface="Arial"/>
                <a:cs typeface="Arial"/>
                <a:sym typeface="Arial"/>
              </a:rPr>
              <a:t>EXEMPLIFICANDO : </a:t>
            </a:r>
            <a:endParaRPr dirty="0">
              <a:solidFill>
                <a:srgbClr val="FFFFFF"/>
              </a:solidFill>
              <a:latin typeface="Times New Roman"/>
              <a:ea typeface="Times New Roman"/>
              <a:cs typeface="Times New Roman"/>
              <a:sym typeface="Times New Roman"/>
            </a:endParaRPr>
          </a:p>
          <a:p>
            <a:pPr marL="0" lvl="0" indent="0">
              <a:buSzTx/>
              <a:buNone/>
            </a:pPr>
            <a:r>
              <a:rPr dirty="0">
                <a:solidFill>
                  <a:srgbClr val="FFFFFF"/>
                </a:solidFill>
                <a:latin typeface="Arial"/>
                <a:ea typeface="Arial"/>
                <a:cs typeface="Arial"/>
                <a:sym typeface="Arial"/>
              </a:rPr>
              <a:t>REGIAO SUL – RIO GRANDE DO SUL</a:t>
            </a:r>
            <a:endParaRPr dirty="0">
              <a:solidFill>
                <a:srgbClr val="FFFFFF"/>
              </a:solidFill>
              <a:latin typeface="Times New Roman"/>
              <a:ea typeface="Times New Roman"/>
              <a:cs typeface="Times New Roman"/>
              <a:sym typeface="Times New Roman"/>
            </a:endParaRPr>
          </a:p>
          <a:p>
            <a:pPr marL="0" lvl="0" indent="0">
              <a:buSzTx/>
              <a:buNone/>
            </a:pPr>
            <a:r>
              <a:rPr dirty="0">
                <a:solidFill>
                  <a:srgbClr val="FFFFFF"/>
                </a:solidFill>
                <a:latin typeface="Arial"/>
                <a:ea typeface="Arial"/>
                <a:cs typeface="Arial"/>
                <a:sym typeface="Arial"/>
              </a:rPr>
              <a:t>		 - SANTA CATARINA</a:t>
            </a:r>
            <a:endParaRPr dirty="0">
              <a:solidFill>
                <a:srgbClr val="FFFFFF"/>
              </a:solidFill>
              <a:latin typeface="Times New Roman"/>
              <a:ea typeface="Times New Roman"/>
              <a:cs typeface="Times New Roman"/>
              <a:sym typeface="Times New Roman"/>
            </a:endParaRPr>
          </a:p>
          <a:p>
            <a:pPr marL="0" lvl="0" indent="0">
              <a:buSzTx/>
              <a:buNone/>
            </a:pPr>
            <a:r>
              <a:rPr dirty="0">
                <a:solidFill>
                  <a:srgbClr val="FFFFFF"/>
                </a:solidFill>
                <a:latin typeface="Arial"/>
                <a:ea typeface="Arial"/>
                <a:cs typeface="Arial"/>
                <a:sym typeface="Arial"/>
              </a:rPr>
              <a:t>		  - PARANA</a:t>
            </a:r>
            <a:endParaRPr dirty="0">
              <a:solidFill>
                <a:srgbClr val="FFFFFF"/>
              </a:solidFill>
              <a:latin typeface="Times New Roman"/>
              <a:ea typeface="Times New Roman"/>
              <a:cs typeface="Times New Roman"/>
              <a:sym typeface="Times New Roman"/>
            </a:endParaRPr>
          </a:p>
          <a:p>
            <a:pPr marL="0" lvl="0" indent="0">
              <a:buSzTx/>
              <a:buNone/>
            </a:pPr>
            <a:r>
              <a:rPr dirty="0">
                <a:solidFill>
                  <a:srgbClr val="FFFFFF"/>
                </a:solidFill>
                <a:latin typeface="Arial"/>
                <a:ea typeface="Arial"/>
                <a:cs typeface="Arial"/>
                <a:sym typeface="Arial"/>
              </a:rPr>
              <a:t>SUDESTE -  SAO PAULO / RIO DE JANEIRO</a:t>
            </a:r>
          </a:p>
          <a:p>
            <a:pPr marL="0" lvl="0" indent="0">
              <a:buSzTx/>
              <a:buNone/>
            </a:pPr>
            <a:r>
              <a:rPr dirty="0">
                <a:solidFill>
                  <a:srgbClr val="FFFFFF"/>
                </a:solidFill>
                <a:latin typeface="Arial"/>
                <a:ea typeface="Arial"/>
                <a:cs typeface="Arial"/>
                <a:sym typeface="Arial"/>
              </a:rPr>
              <a:t>CENTRO OESTE – MINAS, ESPIRITO SANTO, BAHIA</a:t>
            </a:r>
          </a:p>
          <a:p>
            <a:pPr marL="0" lvl="0" indent="0">
              <a:buSzTx/>
              <a:buNone/>
            </a:pPr>
            <a:r>
              <a:rPr dirty="0">
                <a:solidFill>
                  <a:srgbClr val="FFFFFF"/>
                </a:solidFill>
                <a:latin typeface="Arial"/>
                <a:ea typeface="Arial"/>
                <a:cs typeface="Arial"/>
                <a:sym typeface="Arial"/>
              </a:rPr>
              <a:t>NORDESTE – SERGIPE, ALAGOAS, PERNAMBUCO,CEARA</a:t>
            </a:r>
            <a:r>
              <a:rPr sz="2000" dirty="0">
                <a:solidFill>
                  <a:srgbClr val="FFFFFF"/>
                </a:solidFill>
                <a:latin typeface="Arial"/>
                <a:ea typeface="Arial"/>
                <a:cs typeface="Arial"/>
                <a:sym typeface="Arial"/>
              </a:rPr>
              <a:t>.</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 presetClass="entr" presetSubtype="8" fill="hold" grpId="1" nodeType="clickEffect">
                                  <p:stCondLst>
                                    <p:cond delay="0"/>
                                  </p:stCondLst>
                                  <p:iterate>
                                    <p:tmAbs val="0"/>
                                  </p:iterate>
                                  <p:childTnLst>
                                    <p:set>
                                      <p:cBhvr>
                                        <p:cTn id="6" fill="hold"/>
                                        <p:tgtEl>
                                          <p:spTgt spid="70"/>
                                        </p:tgtEl>
                                        <p:attrNameLst>
                                          <p:attrName>style.visibility</p:attrName>
                                        </p:attrNameLst>
                                      </p:cBhvr>
                                      <p:to>
                                        <p:strVal val="visible"/>
                                      </p:to>
                                    </p:set>
                                    <p:anim calcmode="lin" valueType="num">
                                      <p:cBhvr>
                                        <p:cTn id="7" dur="500" fill="hold"/>
                                        <p:tgtEl>
                                          <p:spTgt spid="70"/>
                                        </p:tgtEl>
                                        <p:attrNameLst>
                                          <p:attrName>ppt_x</p:attrName>
                                        </p:attrNameLst>
                                      </p:cBhvr>
                                      <p:tavLst>
                                        <p:tav tm="0">
                                          <p:val>
                                            <p:strVal val="0-#ppt_w/2"/>
                                          </p:val>
                                        </p:tav>
                                        <p:tav tm="100000">
                                          <p:val>
                                            <p:strVal val="#ppt_x"/>
                                          </p:val>
                                        </p:tav>
                                      </p:tavLst>
                                    </p:anim>
                                    <p:anim calcmode="lin" valueType="num">
                                      <p:cBhvr>
                                        <p:cTn id="8" dur="500" fill="hold"/>
                                        <p:tgtEl>
                                          <p:spTgt spid="7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2" nodeType="clickEffect">
                                  <p:stCondLst>
                                    <p:cond delay="0"/>
                                  </p:stCondLst>
                                  <p:iterate>
                                    <p:tmAbs val="0"/>
                                  </p:iterate>
                                  <p:childTnLst>
                                    <p:set>
                                      <p:cBhvr>
                                        <p:cTn id="12" fill="hold"/>
                                        <p:tgtEl>
                                          <p:spTgt spid="71"/>
                                        </p:tgtEl>
                                        <p:attrNameLst>
                                          <p:attrName>style.visibility</p:attrName>
                                        </p:attrNameLst>
                                      </p:cBhvr>
                                      <p:to>
                                        <p:strVal val="visible"/>
                                      </p:to>
                                    </p:set>
                                    <p:anim calcmode="lin" valueType="num">
                                      <p:cBhvr>
                                        <p:cTn id="13" dur="500" fill="hold"/>
                                        <p:tgtEl>
                                          <p:spTgt spid="71"/>
                                        </p:tgtEl>
                                        <p:attrNameLst>
                                          <p:attrName>ppt_x</p:attrName>
                                        </p:attrNameLst>
                                      </p:cBhvr>
                                      <p:tavLst>
                                        <p:tav tm="0">
                                          <p:val>
                                            <p:strVal val="0-#ppt_w/2"/>
                                          </p:val>
                                        </p:tav>
                                        <p:tav tm="100000">
                                          <p:val>
                                            <p:strVal val="#ppt_x"/>
                                          </p:val>
                                        </p:tav>
                                      </p:tavLst>
                                    </p:anim>
                                    <p:anim calcmode="lin" valueType="num">
                                      <p:cBhvr>
                                        <p:cTn id="14" dur="500" fill="hold"/>
                                        <p:tgtEl>
                                          <p:spTgt spid="7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1" animBg="1" advAuto="0"/>
      <p:bldP spid="71" grpId="2" animBg="1" advAuto="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Shape 73"/>
          <p:cNvSpPr>
            <a:spLocks noGrp="1"/>
          </p:cNvSpPr>
          <p:nvPr>
            <p:ph type="sldNum" sz="quarter" idx="2"/>
          </p:nvPr>
        </p:nvSpPr>
        <p:spPr>
          <a:xfrm>
            <a:off x="6553200" y="6248398"/>
            <a:ext cx="1905000" cy="374529"/>
          </a:xfrm>
          <a:prstGeom prst="rect">
            <a:avLst/>
          </a:prstGeom>
          <a:extLst>
            <a:ext uri="{C572A759-6A51-4108-AA02-DFA0A04FC94B}">
              <ma14:wrappingTextBoxFlag xmlns="" xmlns:ma14="http://schemas.microsoft.com/office/mac/drawingml/2011/main" val="1"/>
            </a:ext>
          </a:extLst>
        </p:spPr>
        <p:txBody>
          <a:bodyPr lIns="0" tIns="0" rIns="0" bIns="0">
            <a:normAutofit/>
          </a:bodyPr>
          <a:lstStyle>
            <a:lvl1pPr marL="616920" indent="-616920" defTabSz="841247">
              <a:spcBef>
                <a:spcPts val="700"/>
              </a:spcBef>
              <a:defRPr sz="1200"/>
            </a:lvl1pPr>
          </a:lstStyle>
          <a:p>
            <a:pPr lvl="0">
              <a:defRPr sz="1800">
                <a:solidFill>
                  <a:srgbClr val="000000"/>
                </a:solidFill>
              </a:defRPr>
            </a:pPr>
            <a:fld id="{86CB4B4D-7CA3-9044-876B-883B54F8677D}" type="slidenum">
              <a:rPr sz="1200">
                <a:solidFill>
                  <a:srgbClr val="FFFFFF"/>
                </a:solidFill>
              </a:rPr>
              <a:t>6</a:t>
            </a:fld>
            <a:endParaRPr sz="1200">
              <a:solidFill>
                <a:srgbClr val="FFFFFF"/>
              </a:solidFill>
            </a:endParaRPr>
          </a:p>
        </p:txBody>
      </p:sp>
      <p:sp>
        <p:nvSpPr>
          <p:cNvPr id="74" name="Shape 74"/>
          <p:cNvSpPr/>
          <p:nvPr/>
        </p:nvSpPr>
        <p:spPr>
          <a:xfrm>
            <a:off x="685794" y="609598"/>
            <a:ext cx="4543755" cy="486203"/>
          </a:xfrm>
          <a:prstGeom prst="rect">
            <a:avLst/>
          </a:prstGeom>
          <a:ln w="12700">
            <a:miter lim="400000"/>
          </a:ln>
          <a:extLst>
            <a:ext uri="{C572A759-6A51-4108-AA02-DFA0A04FC94B}">
              <ma14:wrappingTextBoxFlag xmlns="" xmlns:ma14="http://schemas.microsoft.com/office/mac/drawingml/2011/main" val="1"/>
            </a:ext>
          </a:extLst>
        </p:spPr>
        <p:txBody>
          <a:bodyPr wrap="none" lIns="45718" tIns="45718" rIns="45718" bIns="45718">
            <a:spAutoFit/>
          </a:bodyPr>
          <a:lstStyle>
            <a:lvl1pPr marL="0" indent="0">
              <a:buSzTx/>
              <a:buNone/>
              <a:defRPr sz="2800">
                <a:solidFill>
                  <a:srgbClr val="FFFFFF"/>
                </a:solidFill>
                <a:latin typeface="Arial"/>
                <a:ea typeface="Arial"/>
                <a:cs typeface="Arial"/>
                <a:sym typeface="Arial"/>
              </a:defRPr>
            </a:lvl1pPr>
          </a:lstStyle>
          <a:p>
            <a:pPr lvl="0">
              <a:defRPr sz="1800">
                <a:solidFill>
                  <a:srgbClr val="000000"/>
                </a:solidFill>
              </a:defRPr>
            </a:pPr>
            <a:r>
              <a:rPr sz="2800">
                <a:solidFill>
                  <a:srgbClr val="FFFFFF"/>
                </a:solidFill>
              </a:rPr>
              <a:t>O TRABALHO DE VENDAS</a:t>
            </a:r>
          </a:p>
        </p:txBody>
      </p:sp>
      <p:sp>
        <p:nvSpPr>
          <p:cNvPr id="75" name="Shape 75"/>
          <p:cNvSpPr/>
          <p:nvPr/>
        </p:nvSpPr>
        <p:spPr>
          <a:xfrm>
            <a:off x="204537" y="1498596"/>
            <a:ext cx="8845875" cy="3826685"/>
          </a:xfrm>
          <a:prstGeom prst="rect">
            <a:avLst/>
          </a:prstGeom>
          <a:ln w="12700">
            <a:miter lim="400000"/>
          </a:ln>
          <a:extLst>
            <a:ext uri="{C572A759-6A51-4108-AA02-DFA0A04FC94B}">
              <ma14:wrappingTextBoxFlag xmlns="" xmlns:ma14="http://schemas.microsoft.com/office/mac/drawingml/2011/main" val="1"/>
            </a:ext>
          </a:extLst>
        </p:spPr>
        <p:txBody>
          <a:bodyPr wrap="square" lIns="45718" tIns="45718" rIns="45718" bIns="45718">
            <a:spAutoFit/>
          </a:bodyPr>
          <a:lstStyle/>
          <a:p>
            <a:pPr marL="0" lvl="0" indent="0">
              <a:buSzTx/>
              <a:buNone/>
            </a:pPr>
            <a:r>
              <a:rPr dirty="0">
                <a:solidFill>
                  <a:srgbClr val="FFFFFF"/>
                </a:solidFill>
                <a:latin typeface="Arial"/>
                <a:ea typeface="Arial"/>
                <a:cs typeface="Arial"/>
                <a:sym typeface="Arial"/>
              </a:rPr>
              <a:t>COMO CADA REGIAO TEM SEUS COSTUMES E PECULIARIDADES, IMAGINEM O TRABALHO QUE EH NECESSÁRIO PARA TREINAR OS VENDEDORES, POIS ELES FAZEM PARTE DA REGIAO E MUITAS VEZES O QUE EH IDEAL PARA SAO PAULO NAO EH ACEITO NO RIO GRANDE DO SUL.</a:t>
            </a:r>
          </a:p>
          <a:p>
            <a:pPr marL="0" lvl="0" indent="0">
              <a:buSzTx/>
              <a:buNone/>
            </a:pPr>
            <a:r>
              <a:rPr dirty="0">
                <a:solidFill>
                  <a:srgbClr val="FFFFFF"/>
                </a:solidFill>
                <a:latin typeface="Arial"/>
                <a:ea typeface="Arial"/>
                <a:cs typeface="Arial"/>
                <a:sym typeface="Arial"/>
              </a:rPr>
              <a:t> A TECNOLOGIA EXISTENTE NO SUDESTE NEM EH CONHECIDA NO NORTE OU SE FOR, NAO EXISTE SUPORTE PARA ELA.</a:t>
            </a:r>
          </a:p>
          <a:p>
            <a:pPr marL="0" lvl="0" indent="0">
              <a:buSzTx/>
              <a:buNone/>
            </a:pPr>
            <a:r>
              <a:rPr dirty="0">
                <a:solidFill>
                  <a:srgbClr val="FFFFFF"/>
                </a:solidFill>
                <a:latin typeface="Arial"/>
                <a:ea typeface="Arial"/>
                <a:cs typeface="Arial"/>
                <a:sym typeface="Arial"/>
              </a:rPr>
              <a:t>OS TREINAMENTOS SAO REGIONAIS, DENTRO DOS PADRÕES E CARACTERÍSTICAS DA REGIAO.</a:t>
            </a:r>
            <a:endParaRPr dirty="0">
              <a:solidFill>
                <a:srgbClr val="FFFFFF"/>
              </a:solidFill>
              <a:latin typeface="Times New Roman"/>
              <a:ea typeface="Times New Roman"/>
              <a:cs typeface="Times New Roman"/>
              <a:sym typeface="Times New Roman"/>
            </a:endParaRPr>
          </a:p>
          <a:p>
            <a:pPr marL="0" lvl="0" indent="0">
              <a:buSzTx/>
              <a:buNone/>
            </a:pPr>
            <a:endParaRPr dirty="0">
              <a:solidFill>
                <a:srgbClr val="FFFFFF"/>
              </a:solidFill>
              <a:latin typeface="Arial"/>
              <a:ea typeface="Arial"/>
              <a:cs typeface="Arial"/>
              <a:sym typeface="Arial"/>
            </a:endParaRPr>
          </a:p>
          <a:p>
            <a:pPr marL="0" lvl="0" indent="0">
              <a:buSzTx/>
              <a:buNone/>
            </a:pPr>
            <a:r>
              <a:rPr dirty="0">
                <a:solidFill>
                  <a:srgbClr val="FFFFFF"/>
                </a:solidFill>
                <a:latin typeface="Arial"/>
                <a:ea typeface="Arial"/>
                <a:cs typeface="Arial"/>
                <a:sym typeface="Arial"/>
              </a:rPr>
              <a:t>OS GERENTES REGIONAIS TEM POR OBRIGAÇÃO CONHECER ESSAS CARACTERÍSTICAS, PARA PODER ESCOLHER O TIPO DE TREINAMENTO QUE SERA MINISTRADO A SEUS VENDEDORES</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 presetClass="entr" presetSubtype="8" fill="hold" grpId="1" nodeType="clickEffect">
                                  <p:stCondLst>
                                    <p:cond delay="0"/>
                                  </p:stCondLst>
                                  <p:iterate>
                                    <p:tmAbs val="0"/>
                                  </p:iterate>
                                  <p:childTnLst>
                                    <p:set>
                                      <p:cBhvr>
                                        <p:cTn id="6" fill="hold"/>
                                        <p:tgtEl>
                                          <p:spTgt spid="74"/>
                                        </p:tgtEl>
                                        <p:attrNameLst>
                                          <p:attrName>style.visibility</p:attrName>
                                        </p:attrNameLst>
                                      </p:cBhvr>
                                      <p:to>
                                        <p:strVal val="visible"/>
                                      </p:to>
                                    </p:set>
                                    <p:anim calcmode="lin" valueType="num">
                                      <p:cBhvr>
                                        <p:cTn id="7" dur="500" fill="hold"/>
                                        <p:tgtEl>
                                          <p:spTgt spid="74"/>
                                        </p:tgtEl>
                                        <p:attrNameLst>
                                          <p:attrName>ppt_x</p:attrName>
                                        </p:attrNameLst>
                                      </p:cBhvr>
                                      <p:tavLst>
                                        <p:tav tm="0">
                                          <p:val>
                                            <p:strVal val="0-#ppt_w/2"/>
                                          </p:val>
                                        </p:tav>
                                        <p:tav tm="100000">
                                          <p:val>
                                            <p:strVal val="#ppt_x"/>
                                          </p:val>
                                        </p:tav>
                                      </p:tavLst>
                                    </p:anim>
                                    <p:anim calcmode="lin" valueType="num">
                                      <p:cBhvr>
                                        <p:cTn id="8" dur="500" fill="hold"/>
                                        <p:tgtEl>
                                          <p:spTgt spid="7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2" nodeType="clickEffect">
                                  <p:stCondLst>
                                    <p:cond delay="0"/>
                                  </p:stCondLst>
                                  <p:iterate>
                                    <p:tmAbs val="0"/>
                                  </p:iterate>
                                  <p:childTnLst>
                                    <p:set>
                                      <p:cBhvr>
                                        <p:cTn id="12" fill="hold"/>
                                        <p:tgtEl>
                                          <p:spTgt spid="75"/>
                                        </p:tgtEl>
                                        <p:attrNameLst>
                                          <p:attrName>style.visibility</p:attrName>
                                        </p:attrNameLst>
                                      </p:cBhvr>
                                      <p:to>
                                        <p:strVal val="visible"/>
                                      </p:to>
                                    </p:set>
                                    <p:anim calcmode="lin" valueType="num">
                                      <p:cBhvr>
                                        <p:cTn id="13" dur="500" fill="hold"/>
                                        <p:tgtEl>
                                          <p:spTgt spid="75"/>
                                        </p:tgtEl>
                                        <p:attrNameLst>
                                          <p:attrName>ppt_x</p:attrName>
                                        </p:attrNameLst>
                                      </p:cBhvr>
                                      <p:tavLst>
                                        <p:tav tm="0">
                                          <p:val>
                                            <p:strVal val="0-#ppt_w/2"/>
                                          </p:val>
                                        </p:tav>
                                        <p:tav tm="100000">
                                          <p:val>
                                            <p:strVal val="#ppt_x"/>
                                          </p:val>
                                        </p:tav>
                                      </p:tavLst>
                                    </p:anim>
                                    <p:anim calcmode="lin" valueType="num">
                                      <p:cBhvr>
                                        <p:cTn id="14" dur="500" fill="hold"/>
                                        <p:tgtEl>
                                          <p:spTgt spid="7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1" animBg="1" advAuto="0"/>
      <p:bldP spid="75" grpId="2" animBg="1" advAuto="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Shape 77"/>
          <p:cNvSpPr/>
          <p:nvPr/>
        </p:nvSpPr>
        <p:spPr>
          <a:xfrm>
            <a:off x="685794" y="609598"/>
            <a:ext cx="4543755" cy="486203"/>
          </a:xfrm>
          <a:prstGeom prst="rect">
            <a:avLst/>
          </a:prstGeom>
          <a:ln w="12700">
            <a:miter lim="400000"/>
          </a:ln>
          <a:extLst>
            <a:ext uri="{C572A759-6A51-4108-AA02-DFA0A04FC94B}">
              <ma14:wrappingTextBoxFlag xmlns="" xmlns:ma14="http://schemas.microsoft.com/office/mac/drawingml/2011/main" val="1"/>
            </a:ext>
          </a:extLst>
        </p:spPr>
        <p:txBody>
          <a:bodyPr wrap="none" lIns="45718" tIns="45718" rIns="45718" bIns="45718">
            <a:spAutoFit/>
          </a:bodyPr>
          <a:lstStyle>
            <a:lvl1pPr marL="0" indent="0">
              <a:buSzTx/>
              <a:buNone/>
              <a:defRPr sz="2800">
                <a:solidFill>
                  <a:srgbClr val="FFFFFF"/>
                </a:solidFill>
                <a:latin typeface="Arial"/>
                <a:ea typeface="Arial"/>
                <a:cs typeface="Arial"/>
                <a:sym typeface="Arial"/>
              </a:defRPr>
            </a:lvl1pPr>
          </a:lstStyle>
          <a:p>
            <a:pPr lvl="0">
              <a:defRPr sz="1800">
                <a:solidFill>
                  <a:srgbClr val="000000"/>
                </a:solidFill>
              </a:defRPr>
            </a:pPr>
            <a:r>
              <a:rPr sz="2800">
                <a:solidFill>
                  <a:srgbClr val="FFFFFF"/>
                </a:solidFill>
              </a:rPr>
              <a:t>O TRABALHO DE VENDAS</a:t>
            </a:r>
          </a:p>
        </p:txBody>
      </p:sp>
      <p:sp>
        <p:nvSpPr>
          <p:cNvPr id="78" name="Shape 78"/>
          <p:cNvSpPr/>
          <p:nvPr/>
        </p:nvSpPr>
        <p:spPr>
          <a:xfrm>
            <a:off x="240632" y="1384295"/>
            <a:ext cx="8638673" cy="5201420"/>
          </a:xfrm>
          <a:prstGeom prst="rect">
            <a:avLst/>
          </a:prstGeom>
          <a:ln w="12700">
            <a:miter lim="400000"/>
          </a:ln>
          <a:extLst>
            <a:ext uri="{C572A759-6A51-4108-AA02-DFA0A04FC94B}">
              <ma14:wrappingTextBoxFlag xmlns="" xmlns:ma14="http://schemas.microsoft.com/office/mac/drawingml/2011/main" val="1"/>
            </a:ext>
          </a:extLst>
        </p:spPr>
        <p:txBody>
          <a:bodyPr wrap="square" lIns="45718" tIns="45718" rIns="45718" bIns="45718">
            <a:spAutoFit/>
          </a:bodyPr>
          <a:lstStyle/>
          <a:p>
            <a:pPr marL="0" lvl="0" indent="0">
              <a:buSzTx/>
              <a:buNone/>
            </a:pPr>
            <a:r>
              <a:rPr lang="pt-BR" dirty="0">
                <a:solidFill>
                  <a:srgbClr val="FFFFFF"/>
                </a:solidFill>
                <a:latin typeface="Arial"/>
                <a:ea typeface="Arial"/>
                <a:cs typeface="Arial"/>
                <a:sym typeface="Arial"/>
              </a:rPr>
              <a:t>QUEM CONTROLA TUDO ISSO EH O DIRETOR GERAL DE VENDAS.</a:t>
            </a:r>
            <a:endParaRPr lang="pt-BR" dirty="0">
              <a:solidFill>
                <a:srgbClr val="FFFFFF"/>
              </a:solidFill>
              <a:latin typeface="Times New Roman"/>
              <a:ea typeface="Times New Roman"/>
              <a:cs typeface="Times New Roman"/>
              <a:sym typeface="Times New Roman"/>
            </a:endParaRPr>
          </a:p>
          <a:p>
            <a:pPr marL="0" lvl="0" indent="0">
              <a:buSzTx/>
              <a:buNone/>
            </a:pPr>
            <a:endParaRPr lang="pt-BR" dirty="0">
              <a:solidFill>
                <a:srgbClr val="FFFFFF"/>
              </a:solidFill>
              <a:latin typeface="Arial"/>
              <a:ea typeface="Arial"/>
              <a:cs typeface="Arial"/>
              <a:sym typeface="Arial"/>
            </a:endParaRPr>
          </a:p>
          <a:p>
            <a:pPr marL="0" lvl="0" indent="0">
              <a:buSzTx/>
              <a:buNone/>
            </a:pPr>
            <a:r>
              <a:rPr lang="pt-BR" dirty="0">
                <a:solidFill>
                  <a:srgbClr val="FFFFFF"/>
                </a:solidFill>
                <a:latin typeface="Arial"/>
                <a:ea typeface="Arial"/>
                <a:cs typeface="Arial"/>
                <a:sym typeface="Arial"/>
              </a:rPr>
              <a:t>ELE NORMALMENTE FICA NA SEDE E TEM O APOIO DOS GERENTES OU DIRETORES REGIONAIS.</a:t>
            </a:r>
            <a:endParaRPr lang="pt-BR" dirty="0">
              <a:solidFill>
                <a:srgbClr val="FFFFFF"/>
              </a:solidFill>
              <a:latin typeface="Times New Roman"/>
              <a:ea typeface="Times New Roman"/>
              <a:cs typeface="Times New Roman"/>
              <a:sym typeface="Times New Roman"/>
            </a:endParaRPr>
          </a:p>
          <a:p>
            <a:pPr marL="0" lvl="0" indent="0">
              <a:buSzTx/>
              <a:buNone/>
            </a:pPr>
            <a:endParaRPr lang="pt-BR" dirty="0">
              <a:solidFill>
                <a:srgbClr val="FFFFFF"/>
              </a:solidFill>
              <a:latin typeface="Arial"/>
              <a:ea typeface="Arial"/>
              <a:cs typeface="Arial"/>
              <a:sym typeface="Arial"/>
            </a:endParaRPr>
          </a:p>
          <a:p>
            <a:pPr marL="0" lvl="0" indent="0">
              <a:buSzTx/>
              <a:buNone/>
            </a:pPr>
            <a:r>
              <a:rPr lang="pt-BR" dirty="0">
                <a:solidFill>
                  <a:srgbClr val="FFFFFF"/>
                </a:solidFill>
                <a:latin typeface="Arial"/>
                <a:ea typeface="Arial"/>
                <a:cs typeface="Arial"/>
                <a:sym typeface="Arial"/>
              </a:rPr>
              <a:t>  CADA ESTADO NORMALMENTE TEM UM GERENTE DE VENDAS.</a:t>
            </a:r>
            <a:endParaRPr lang="pt-BR" dirty="0">
              <a:solidFill>
                <a:srgbClr val="FFFFFF"/>
              </a:solidFill>
              <a:latin typeface="Times New Roman"/>
              <a:ea typeface="Times New Roman"/>
              <a:cs typeface="Times New Roman"/>
              <a:sym typeface="Times New Roman"/>
            </a:endParaRPr>
          </a:p>
          <a:p>
            <a:pPr marL="0" lvl="0" indent="0">
              <a:buSzTx/>
              <a:buNone/>
            </a:pPr>
            <a:endParaRPr lang="pt-BR" dirty="0">
              <a:solidFill>
                <a:srgbClr val="FFFFFF"/>
              </a:solidFill>
              <a:latin typeface="Arial"/>
              <a:ea typeface="Arial"/>
              <a:cs typeface="Arial"/>
              <a:sym typeface="Arial"/>
            </a:endParaRPr>
          </a:p>
          <a:p>
            <a:pPr marL="0" lvl="0" indent="0">
              <a:buSzTx/>
              <a:buNone/>
            </a:pPr>
            <a:r>
              <a:rPr lang="pt-BR" dirty="0">
                <a:solidFill>
                  <a:srgbClr val="FFFFFF"/>
                </a:solidFill>
                <a:latin typeface="Arial"/>
                <a:ea typeface="Arial"/>
                <a:cs typeface="Arial"/>
                <a:sym typeface="Arial"/>
              </a:rPr>
              <a:t> UMA CIDADE (ESTADO) DO TIPO DE SAO PAULO OU RIO  TEM SEUS GERENTES DE VENDAS, AS VEZES MAIS DE UM. CAMPINAS OU GUARULHOS, VENDEM NORMALMENTE MAIS QUE O ACRE.</a:t>
            </a:r>
            <a:endParaRPr lang="pt-BR" dirty="0">
              <a:solidFill>
                <a:srgbClr val="FFFFFF"/>
              </a:solidFill>
              <a:latin typeface="Times New Roman"/>
              <a:ea typeface="Times New Roman"/>
              <a:cs typeface="Times New Roman"/>
              <a:sym typeface="Times New Roman"/>
            </a:endParaRPr>
          </a:p>
          <a:p>
            <a:pPr lvl="0"/>
            <a:endParaRPr lang="pt-BR" dirty="0">
              <a:solidFill>
                <a:srgbClr val="FFFFFF"/>
              </a:solidFill>
              <a:latin typeface="Arial"/>
              <a:ea typeface="Arial"/>
              <a:cs typeface="Arial"/>
              <a:sym typeface="Arial"/>
            </a:endParaRPr>
          </a:p>
          <a:p>
            <a:pPr marL="0" lvl="0" indent="0">
              <a:buSzTx/>
              <a:buNone/>
            </a:pPr>
            <a:r>
              <a:rPr lang="pt-BR" dirty="0">
                <a:solidFill>
                  <a:srgbClr val="FFFFFF"/>
                </a:solidFill>
                <a:latin typeface="Arial"/>
                <a:ea typeface="Arial"/>
                <a:cs typeface="Arial"/>
                <a:sym typeface="Arial"/>
              </a:rPr>
              <a:t>TODOS SE REPORTAM AS DIRETORIAS REGIONAIS QUE POR SUA VEZ SE REPORTAM AO DIRETOR GERAL. ELE EH O RESPONSÁVEL PELAS VENDAS CORPORATIVAS, OU SEJA, DE TODA EMPRESA.</a:t>
            </a:r>
          </a:p>
          <a:p>
            <a:pPr marL="0" lvl="0" indent="0">
              <a:buSzTx/>
              <a:buNone/>
            </a:pPr>
            <a:endParaRPr sz="2000" dirty="0">
              <a:solidFill>
                <a:srgbClr val="FFFFFF"/>
              </a:solidFill>
              <a:latin typeface="Arial"/>
              <a:ea typeface="Arial"/>
              <a:cs typeface="Arial"/>
              <a:sym typeface="Arial"/>
            </a:endParaRP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 presetClass="entr" presetSubtype="8" fill="hold" grpId="1" nodeType="clickEffect">
                                  <p:stCondLst>
                                    <p:cond delay="0"/>
                                  </p:stCondLst>
                                  <p:iterate>
                                    <p:tmAbs val="0"/>
                                  </p:iterate>
                                  <p:childTnLst>
                                    <p:set>
                                      <p:cBhvr>
                                        <p:cTn id="6" fill="hold"/>
                                        <p:tgtEl>
                                          <p:spTgt spid="77"/>
                                        </p:tgtEl>
                                        <p:attrNameLst>
                                          <p:attrName>style.visibility</p:attrName>
                                        </p:attrNameLst>
                                      </p:cBhvr>
                                      <p:to>
                                        <p:strVal val="visible"/>
                                      </p:to>
                                    </p:set>
                                    <p:anim calcmode="lin" valueType="num">
                                      <p:cBhvr>
                                        <p:cTn id="7" dur="500" fill="hold"/>
                                        <p:tgtEl>
                                          <p:spTgt spid="77"/>
                                        </p:tgtEl>
                                        <p:attrNameLst>
                                          <p:attrName>ppt_x</p:attrName>
                                        </p:attrNameLst>
                                      </p:cBhvr>
                                      <p:tavLst>
                                        <p:tav tm="0">
                                          <p:val>
                                            <p:strVal val="0-#ppt_w/2"/>
                                          </p:val>
                                        </p:tav>
                                        <p:tav tm="100000">
                                          <p:val>
                                            <p:strVal val="#ppt_x"/>
                                          </p:val>
                                        </p:tav>
                                      </p:tavLst>
                                    </p:anim>
                                    <p:anim calcmode="lin" valueType="num">
                                      <p:cBhvr>
                                        <p:cTn id="8" dur="500" fill="hold"/>
                                        <p:tgtEl>
                                          <p:spTgt spid="7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2" nodeType="clickEffect">
                                  <p:stCondLst>
                                    <p:cond delay="0"/>
                                  </p:stCondLst>
                                  <p:iterate>
                                    <p:tmAbs val="0"/>
                                  </p:iterate>
                                  <p:childTnLst>
                                    <p:set>
                                      <p:cBhvr>
                                        <p:cTn id="12" fill="hold"/>
                                        <p:tgtEl>
                                          <p:spTgt spid="78"/>
                                        </p:tgtEl>
                                        <p:attrNameLst>
                                          <p:attrName>style.visibility</p:attrName>
                                        </p:attrNameLst>
                                      </p:cBhvr>
                                      <p:to>
                                        <p:strVal val="visible"/>
                                      </p:to>
                                    </p:set>
                                    <p:anim calcmode="lin" valueType="num">
                                      <p:cBhvr>
                                        <p:cTn id="13" dur="500" fill="hold"/>
                                        <p:tgtEl>
                                          <p:spTgt spid="78"/>
                                        </p:tgtEl>
                                        <p:attrNameLst>
                                          <p:attrName>ppt_x</p:attrName>
                                        </p:attrNameLst>
                                      </p:cBhvr>
                                      <p:tavLst>
                                        <p:tav tm="0">
                                          <p:val>
                                            <p:strVal val="0-#ppt_w/2"/>
                                          </p:val>
                                        </p:tav>
                                        <p:tav tm="100000">
                                          <p:val>
                                            <p:strVal val="#ppt_x"/>
                                          </p:val>
                                        </p:tav>
                                      </p:tavLst>
                                    </p:anim>
                                    <p:anim calcmode="lin" valueType="num">
                                      <p:cBhvr>
                                        <p:cTn id="14" dur="500" fill="hold"/>
                                        <p:tgtEl>
                                          <p:spTgt spid="7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1" animBg="1" advAuto="0"/>
      <p:bldP spid="78" grpId="2" animBg="1" advAuto="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Shape 80"/>
          <p:cNvSpPr>
            <a:spLocks noGrp="1"/>
          </p:cNvSpPr>
          <p:nvPr>
            <p:ph type="sldNum" sz="quarter" idx="2"/>
          </p:nvPr>
        </p:nvSpPr>
        <p:spPr>
          <a:xfrm>
            <a:off x="6553200" y="6248398"/>
            <a:ext cx="1905000" cy="374529"/>
          </a:xfrm>
          <a:prstGeom prst="rect">
            <a:avLst/>
          </a:prstGeom>
          <a:extLst>
            <a:ext uri="{C572A759-6A51-4108-AA02-DFA0A04FC94B}">
              <ma14:wrappingTextBoxFlag xmlns="" xmlns:ma14="http://schemas.microsoft.com/office/mac/drawingml/2011/main" val="1"/>
            </a:ext>
          </a:extLst>
        </p:spPr>
        <p:txBody>
          <a:bodyPr lIns="0" tIns="0" rIns="0" bIns="0">
            <a:normAutofit/>
          </a:bodyPr>
          <a:lstStyle>
            <a:lvl1pPr marL="616920" indent="-616920" defTabSz="841247">
              <a:spcBef>
                <a:spcPts val="700"/>
              </a:spcBef>
              <a:defRPr sz="1200"/>
            </a:lvl1pPr>
          </a:lstStyle>
          <a:p>
            <a:pPr lvl="0">
              <a:defRPr sz="1800">
                <a:solidFill>
                  <a:srgbClr val="000000"/>
                </a:solidFill>
              </a:defRPr>
            </a:pPr>
            <a:fld id="{86CB4B4D-7CA3-9044-876B-883B54F8677D}" type="slidenum">
              <a:rPr sz="1200">
                <a:solidFill>
                  <a:srgbClr val="FFFFFF"/>
                </a:solidFill>
              </a:rPr>
              <a:t>8</a:t>
            </a:fld>
            <a:endParaRPr sz="1200">
              <a:solidFill>
                <a:srgbClr val="FFFFFF"/>
              </a:solidFill>
            </a:endParaRPr>
          </a:p>
        </p:txBody>
      </p:sp>
      <p:sp>
        <p:nvSpPr>
          <p:cNvPr id="82" name="Shape 82"/>
          <p:cNvSpPr/>
          <p:nvPr/>
        </p:nvSpPr>
        <p:spPr>
          <a:xfrm>
            <a:off x="120317" y="1143000"/>
            <a:ext cx="8891336" cy="4380682"/>
          </a:xfrm>
          <a:prstGeom prst="rect">
            <a:avLst/>
          </a:prstGeom>
          <a:ln w="12700">
            <a:miter lim="400000"/>
          </a:ln>
          <a:extLst>
            <a:ext uri="{C572A759-6A51-4108-AA02-DFA0A04FC94B}">
              <ma14:wrappingTextBoxFlag xmlns="" xmlns:ma14="http://schemas.microsoft.com/office/mac/drawingml/2011/main" val="1"/>
            </a:ext>
          </a:extLst>
        </p:spPr>
        <p:txBody>
          <a:bodyPr wrap="square" lIns="45718" tIns="45718" rIns="45718" bIns="45718">
            <a:spAutoFit/>
          </a:bodyPr>
          <a:lstStyle/>
          <a:p>
            <a:pPr marL="663807" lvl="0" indent="-663807"/>
            <a:r>
              <a:rPr dirty="0">
                <a:solidFill>
                  <a:srgbClr val="FFFFFF"/>
                </a:solidFill>
                <a:latin typeface="Arial"/>
                <a:ea typeface="Arial"/>
                <a:cs typeface="Arial"/>
                <a:sym typeface="Arial"/>
              </a:rPr>
              <a:t>DIRETOR REGIONAL TEM COMO PRINCIPAL FUNCAO CONHECER O POTENCIAL DE VENDAS DA REGIAO. DENTRO DA SUA REGIAO, ELE NECESSITA SABER QUAIS AS AREAS COM MAIOR PODER DE COMPRA, PARA PODER ALOCAR MAIS OU MENOS VENDEDORES.</a:t>
            </a:r>
          </a:p>
          <a:p>
            <a:pPr marL="663807" lvl="0" indent="-663807"/>
            <a:r>
              <a:rPr dirty="0">
                <a:solidFill>
                  <a:srgbClr val="FFFFFF"/>
                </a:solidFill>
                <a:latin typeface="Arial"/>
                <a:ea typeface="Arial"/>
                <a:cs typeface="Arial"/>
                <a:sym typeface="Arial"/>
              </a:rPr>
              <a:t>TEM QUE CONHECER OS LOCAIS DE DIFÍCIL ACESSO E DAR UM JEITO PARA QUE OS VENDEDORES CONSIGAM CHEGAR AOS CLIENTES.  MANTER A FROTA DE CARROS EM FUNCIONAMENTO, CUIDANDO DE PNEUS, SEGURO, CONSERVAÇÃO, GASOLINA.</a:t>
            </a:r>
            <a:endParaRPr dirty="0">
              <a:solidFill>
                <a:srgbClr val="FFFFFF"/>
              </a:solidFill>
              <a:latin typeface="Times New Roman"/>
              <a:ea typeface="Times New Roman"/>
              <a:cs typeface="Times New Roman"/>
              <a:sym typeface="Times New Roman"/>
            </a:endParaRPr>
          </a:p>
          <a:p>
            <a:pPr marL="0" lvl="0" indent="0">
              <a:buSzTx/>
              <a:buNone/>
            </a:pPr>
            <a:endParaRPr dirty="0">
              <a:solidFill>
                <a:srgbClr val="FFFFFF"/>
              </a:solidFill>
              <a:latin typeface="Arial"/>
              <a:ea typeface="Arial"/>
              <a:cs typeface="Arial"/>
              <a:sym typeface="Arial"/>
            </a:endParaRPr>
          </a:p>
          <a:p>
            <a:pPr marL="663807" lvl="0" indent="-663807"/>
            <a:r>
              <a:rPr dirty="0">
                <a:solidFill>
                  <a:srgbClr val="FFFFFF"/>
                </a:solidFill>
                <a:latin typeface="Arial"/>
                <a:ea typeface="Arial"/>
                <a:cs typeface="Arial"/>
                <a:sym typeface="Arial"/>
              </a:rPr>
              <a:t>TER QUE FORNECER AO RH, O PERFIL DE CADA VENDEDOR E INDICAR OS PONTOS FRACOS DO MESMO, PARA QUE SEJA PROVIDENCIADO UM TREINAMENTO ADEQUADO.</a:t>
            </a:r>
          </a:p>
          <a:p>
            <a:pPr marL="663807" lvl="0" indent="-663807"/>
            <a:r>
              <a:rPr dirty="0">
                <a:solidFill>
                  <a:srgbClr val="FFFFFF"/>
                </a:solidFill>
                <a:latin typeface="Arial"/>
                <a:ea typeface="Arial"/>
                <a:cs typeface="Arial"/>
                <a:sym typeface="Arial"/>
              </a:rPr>
              <a:t>CUIDA DO BUDGE ANUAL (SEMESTRAL) NO QUAL ESTAO INCLUIDOS OS PREMIOS PARA OS CLIENTES.</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 presetClass="entr" presetSubtype="8" fill="hold" grpId="2" nodeType="clickEffect">
                                  <p:stCondLst>
                                    <p:cond delay="0"/>
                                  </p:stCondLst>
                                  <p:iterate>
                                    <p:tmAbs val="0"/>
                                  </p:iterate>
                                  <p:childTnLst>
                                    <p:set>
                                      <p:cBhvr>
                                        <p:cTn id="6" fill="hold"/>
                                        <p:tgtEl>
                                          <p:spTgt spid="82"/>
                                        </p:tgtEl>
                                        <p:attrNameLst>
                                          <p:attrName>style.visibility</p:attrName>
                                        </p:attrNameLst>
                                      </p:cBhvr>
                                      <p:to>
                                        <p:strVal val="visible"/>
                                      </p:to>
                                    </p:set>
                                    <p:anim calcmode="lin" valueType="num">
                                      <p:cBhvr>
                                        <p:cTn id="7" dur="500" fill="hold"/>
                                        <p:tgtEl>
                                          <p:spTgt spid="82"/>
                                        </p:tgtEl>
                                        <p:attrNameLst>
                                          <p:attrName>ppt_x</p:attrName>
                                        </p:attrNameLst>
                                      </p:cBhvr>
                                      <p:tavLst>
                                        <p:tav tm="0">
                                          <p:val>
                                            <p:strVal val="0-#ppt_w/2"/>
                                          </p:val>
                                        </p:tav>
                                        <p:tav tm="100000">
                                          <p:val>
                                            <p:strVal val="#ppt_x"/>
                                          </p:val>
                                        </p:tav>
                                      </p:tavLst>
                                    </p:anim>
                                    <p:anim calcmode="lin" valueType="num">
                                      <p:cBhvr>
                                        <p:cTn id="8" dur="500" fill="hold"/>
                                        <p:tgtEl>
                                          <p:spTgt spid="8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2" animBg="1" advAuto="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Shape 84"/>
          <p:cNvSpPr>
            <a:spLocks noGrp="1"/>
          </p:cNvSpPr>
          <p:nvPr>
            <p:ph type="sldNum" sz="quarter" idx="2"/>
          </p:nvPr>
        </p:nvSpPr>
        <p:spPr>
          <a:xfrm>
            <a:off x="6553200" y="6248398"/>
            <a:ext cx="1905000" cy="374529"/>
          </a:xfrm>
          <a:prstGeom prst="rect">
            <a:avLst/>
          </a:prstGeom>
          <a:extLst>
            <a:ext uri="{C572A759-6A51-4108-AA02-DFA0A04FC94B}">
              <ma14:wrappingTextBoxFlag xmlns="" xmlns:ma14="http://schemas.microsoft.com/office/mac/drawingml/2011/main" val="1"/>
            </a:ext>
          </a:extLst>
        </p:spPr>
        <p:txBody>
          <a:bodyPr lIns="0" tIns="0" rIns="0" bIns="0">
            <a:normAutofit/>
          </a:bodyPr>
          <a:lstStyle>
            <a:lvl1pPr marL="616920" indent="-616920" defTabSz="841247">
              <a:spcBef>
                <a:spcPts val="700"/>
              </a:spcBef>
              <a:defRPr sz="1200"/>
            </a:lvl1pPr>
          </a:lstStyle>
          <a:p>
            <a:pPr lvl="0">
              <a:defRPr sz="1800">
                <a:solidFill>
                  <a:srgbClr val="000000"/>
                </a:solidFill>
              </a:defRPr>
            </a:pPr>
            <a:fld id="{86CB4B4D-7CA3-9044-876B-883B54F8677D}" type="slidenum">
              <a:rPr sz="1200">
                <a:solidFill>
                  <a:srgbClr val="FFFFFF"/>
                </a:solidFill>
              </a:rPr>
              <a:t>9</a:t>
            </a:fld>
            <a:endParaRPr sz="1200">
              <a:solidFill>
                <a:srgbClr val="FFFFFF"/>
              </a:solidFill>
            </a:endParaRPr>
          </a:p>
        </p:txBody>
      </p:sp>
      <p:sp>
        <p:nvSpPr>
          <p:cNvPr id="86" name="Shape 86"/>
          <p:cNvSpPr/>
          <p:nvPr/>
        </p:nvSpPr>
        <p:spPr>
          <a:xfrm>
            <a:off x="120316" y="794084"/>
            <a:ext cx="8831179" cy="4932948"/>
          </a:xfrm>
          <a:prstGeom prst="rect">
            <a:avLst/>
          </a:prstGeom>
          <a:ln w="12700">
            <a:miter lim="400000"/>
          </a:ln>
          <a:extLst>
            <a:ext uri="{C572A759-6A51-4108-AA02-DFA0A04FC94B}">
              <ma14:wrappingTextBoxFlag xmlns="" xmlns:ma14="http://schemas.microsoft.com/office/mac/drawingml/2011/main" val="1"/>
            </a:ext>
          </a:extLst>
        </p:spPr>
        <p:txBody>
          <a:bodyPr wrap="square" lIns="45718" tIns="45718" rIns="45718" bIns="45718">
            <a:spAutoFit/>
          </a:bodyPr>
          <a:lstStyle/>
          <a:p>
            <a:pPr marL="663807" lvl="0" indent="-663807"/>
            <a:r>
              <a:rPr sz="2000" dirty="0">
                <a:solidFill>
                  <a:srgbClr val="FFFFFF"/>
                </a:solidFill>
                <a:latin typeface="Arial"/>
                <a:ea typeface="Arial"/>
                <a:cs typeface="Arial"/>
                <a:sym typeface="Arial"/>
              </a:rPr>
              <a:t>DEVE CONHECER O CALENDARIO DE FESTAS DA REGIAO E SUGERIR PROMOÇÕES DE PRODUTOS PARA AS MESMAS.</a:t>
            </a:r>
            <a:endParaRPr dirty="0">
              <a:solidFill>
                <a:srgbClr val="FFFFFF"/>
              </a:solidFill>
              <a:latin typeface="Arial"/>
              <a:ea typeface="Arial"/>
              <a:cs typeface="Arial"/>
              <a:sym typeface="Arial"/>
            </a:endParaRPr>
          </a:p>
          <a:p>
            <a:pPr marL="663807" lvl="0" indent="-663807"/>
            <a:r>
              <a:rPr sz="2000" dirty="0">
                <a:solidFill>
                  <a:srgbClr val="FFFFFF"/>
                </a:solidFill>
                <a:latin typeface="Arial"/>
                <a:ea typeface="Arial"/>
                <a:cs typeface="Arial"/>
                <a:sym typeface="Arial"/>
              </a:rPr>
              <a:t>CONTROLA AS VENDAS DE CADA VENDEDOR E A PERFORMANCE DO MESMO JUNTO AOS CLIENTES, MUITAS VEZES TENDO QUE INTERFERIR PESSOALMENTE EM MAL-ENTENDIDOS.</a:t>
            </a:r>
            <a:endParaRPr dirty="0">
              <a:solidFill>
                <a:srgbClr val="FFFFFF"/>
              </a:solidFill>
              <a:latin typeface="Times New Roman"/>
              <a:ea typeface="Times New Roman"/>
              <a:cs typeface="Times New Roman"/>
              <a:sym typeface="Times New Roman"/>
            </a:endParaRPr>
          </a:p>
          <a:p>
            <a:pPr marL="342900" lvl="0" indent="-342900"/>
            <a:endParaRPr dirty="0">
              <a:solidFill>
                <a:srgbClr val="FFFFFF"/>
              </a:solidFill>
              <a:latin typeface="Arial"/>
              <a:ea typeface="Arial"/>
              <a:cs typeface="Arial"/>
              <a:sym typeface="Arial"/>
            </a:endParaRPr>
          </a:p>
          <a:p>
            <a:pPr marL="663807" lvl="0" indent="-663807"/>
            <a:r>
              <a:rPr sz="2000" dirty="0">
                <a:solidFill>
                  <a:srgbClr val="FFFFFF"/>
                </a:solidFill>
                <a:latin typeface="Arial"/>
                <a:ea typeface="Arial"/>
                <a:cs typeface="Arial"/>
                <a:sym typeface="Arial"/>
              </a:rPr>
              <a:t>SE NUM SEMESTRE UM CLIENTE COMPRA BEM MAIS DO QUE ESPERADO ELE TEM QUE SER INCENTIVADO, POR EXEMPLO COM UMA TV DE 60”. ( A TV NAO VAI PARA LOJA E SIM PARA A CASA DO COMPRADOR DA LOJA.)</a:t>
            </a:r>
            <a:endParaRPr dirty="0">
              <a:solidFill>
                <a:srgbClr val="FFFFFF"/>
              </a:solidFill>
              <a:latin typeface="Arial"/>
              <a:ea typeface="Arial"/>
              <a:cs typeface="Arial"/>
              <a:sym typeface="Arial"/>
            </a:endParaRPr>
          </a:p>
          <a:p>
            <a:pPr marL="663807" lvl="0" indent="-663807"/>
            <a:r>
              <a:rPr sz="2000" dirty="0">
                <a:solidFill>
                  <a:srgbClr val="FFFFFF"/>
                </a:solidFill>
                <a:latin typeface="Arial"/>
                <a:ea typeface="Arial"/>
                <a:cs typeface="Arial"/>
                <a:sym typeface="Arial"/>
              </a:rPr>
              <a:t>GERENCIA AS COMISSÕES DE VENDEDORES E CUIDA DO BONUS AOS QUE MAIS SE DESTACARAM, COMO DAS DEMISSÕES.</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 presetClass="entr" presetSubtype="8" fill="hold" grpId="2" nodeType="clickEffect">
                                  <p:stCondLst>
                                    <p:cond delay="0"/>
                                  </p:stCondLst>
                                  <p:iterate>
                                    <p:tmAbs val="0"/>
                                  </p:iterate>
                                  <p:childTnLst>
                                    <p:set>
                                      <p:cBhvr>
                                        <p:cTn id="6" fill="hold"/>
                                        <p:tgtEl>
                                          <p:spTgt spid="86"/>
                                        </p:tgtEl>
                                        <p:attrNameLst>
                                          <p:attrName>style.visibility</p:attrName>
                                        </p:attrNameLst>
                                      </p:cBhvr>
                                      <p:to>
                                        <p:strVal val="visible"/>
                                      </p:to>
                                    </p:set>
                                    <p:anim calcmode="lin" valueType="num">
                                      <p:cBhvr>
                                        <p:cTn id="7" dur="500" fill="hold"/>
                                        <p:tgtEl>
                                          <p:spTgt spid="86"/>
                                        </p:tgtEl>
                                        <p:attrNameLst>
                                          <p:attrName>ppt_x</p:attrName>
                                        </p:attrNameLst>
                                      </p:cBhvr>
                                      <p:tavLst>
                                        <p:tav tm="0">
                                          <p:val>
                                            <p:strVal val="0-#ppt_w/2"/>
                                          </p:val>
                                        </p:tav>
                                        <p:tav tm="100000">
                                          <p:val>
                                            <p:strVal val="#ppt_x"/>
                                          </p:val>
                                        </p:tav>
                                      </p:tavLst>
                                    </p:anim>
                                    <p:anim calcmode="lin" valueType="num">
                                      <p:cBhvr>
                                        <p:cTn id="8" dur="500" fill="hold"/>
                                        <p:tgtEl>
                                          <p:spTgt spid="8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2" animBg="1" advAuto="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Shape 88"/>
          <p:cNvSpPr>
            <a:spLocks noGrp="1"/>
          </p:cNvSpPr>
          <p:nvPr>
            <p:ph type="sldNum" sz="quarter" idx="2"/>
          </p:nvPr>
        </p:nvSpPr>
        <p:spPr>
          <a:xfrm>
            <a:off x="6553200" y="6248398"/>
            <a:ext cx="1905000" cy="374529"/>
          </a:xfrm>
          <a:prstGeom prst="rect">
            <a:avLst/>
          </a:prstGeom>
          <a:extLst>
            <a:ext uri="{C572A759-6A51-4108-AA02-DFA0A04FC94B}">
              <ma14:wrappingTextBoxFlag xmlns="" xmlns:ma14="http://schemas.microsoft.com/office/mac/drawingml/2011/main" val="1"/>
            </a:ext>
          </a:extLst>
        </p:spPr>
        <p:txBody>
          <a:bodyPr lIns="0" tIns="0" rIns="0" bIns="0">
            <a:normAutofit/>
          </a:bodyPr>
          <a:lstStyle>
            <a:lvl1pPr marL="616920" indent="-616920" defTabSz="841247">
              <a:spcBef>
                <a:spcPts val="700"/>
              </a:spcBef>
              <a:defRPr sz="1200"/>
            </a:lvl1pPr>
          </a:lstStyle>
          <a:p>
            <a:pPr lvl="0">
              <a:defRPr sz="1800">
                <a:solidFill>
                  <a:srgbClr val="000000"/>
                </a:solidFill>
              </a:defRPr>
            </a:pPr>
            <a:fld id="{86CB4B4D-7CA3-9044-876B-883B54F8677D}" type="slidenum">
              <a:rPr sz="1200">
                <a:solidFill>
                  <a:srgbClr val="FFFFFF"/>
                </a:solidFill>
              </a:rPr>
              <a:t>10</a:t>
            </a:fld>
            <a:endParaRPr sz="1200">
              <a:solidFill>
                <a:srgbClr val="FFFFFF"/>
              </a:solidFill>
            </a:endParaRPr>
          </a:p>
        </p:txBody>
      </p:sp>
      <p:sp>
        <p:nvSpPr>
          <p:cNvPr id="90" name="Shape 90"/>
          <p:cNvSpPr/>
          <p:nvPr/>
        </p:nvSpPr>
        <p:spPr>
          <a:xfrm>
            <a:off x="-84220" y="1203158"/>
            <a:ext cx="8975558" cy="3826685"/>
          </a:xfrm>
          <a:prstGeom prst="rect">
            <a:avLst/>
          </a:prstGeom>
          <a:ln w="12700">
            <a:miter lim="400000"/>
          </a:ln>
          <a:extLst>
            <a:ext uri="{C572A759-6A51-4108-AA02-DFA0A04FC94B}">
              <ma14:wrappingTextBoxFlag xmlns="" xmlns:ma14="http://schemas.microsoft.com/office/mac/drawingml/2011/main" val="1"/>
            </a:ext>
          </a:extLst>
        </p:spPr>
        <p:txBody>
          <a:bodyPr wrap="square" lIns="45718" tIns="45718" rIns="45718" bIns="45718">
            <a:spAutoFit/>
          </a:bodyPr>
          <a:lstStyle/>
          <a:p>
            <a:pPr marL="663807" lvl="0" indent="-663807"/>
            <a:r>
              <a:rPr dirty="0">
                <a:solidFill>
                  <a:srgbClr val="FFFFFF"/>
                </a:solidFill>
                <a:latin typeface="Arial"/>
                <a:ea typeface="Arial"/>
                <a:cs typeface="Arial"/>
                <a:sym typeface="Arial"/>
              </a:rPr>
              <a:t>DEMITIR UM VENDEDOR DE DETERMINADAS REGIÕES NAO EH NADA FACIL, POIS O SUBSTITUTO ATE FICAR A ALTURA DO ANTERIOR PODE GASTAR UM BOM TEMPO.</a:t>
            </a:r>
            <a:endParaRPr dirty="0">
              <a:solidFill>
                <a:srgbClr val="FFFFFF"/>
              </a:solidFill>
              <a:latin typeface="Times New Roman"/>
              <a:ea typeface="Times New Roman"/>
              <a:cs typeface="Times New Roman"/>
              <a:sym typeface="Times New Roman"/>
            </a:endParaRPr>
          </a:p>
          <a:p>
            <a:pPr marL="663807" lvl="0" indent="-663807"/>
            <a:r>
              <a:rPr dirty="0">
                <a:solidFill>
                  <a:srgbClr val="FFFFFF"/>
                </a:solidFill>
                <a:latin typeface="Arial"/>
                <a:ea typeface="Arial"/>
                <a:cs typeface="Arial"/>
                <a:sym typeface="Arial"/>
              </a:rPr>
              <a:t>TEM QUE ESTAR ATENTO SE DETERMINADO PRODUTO ESTA COM SUA VENDA CAINDO E TENTAR DESCOBRIR A CAUSA, QUE MUITAS VEZES EH O PRODUTO OU PRECO DO CONCORRENTE.</a:t>
            </a:r>
            <a:endParaRPr dirty="0">
              <a:solidFill>
                <a:srgbClr val="FFFFFF"/>
              </a:solidFill>
              <a:latin typeface="Times New Roman"/>
              <a:ea typeface="Times New Roman"/>
              <a:cs typeface="Times New Roman"/>
              <a:sym typeface="Times New Roman"/>
            </a:endParaRPr>
          </a:p>
          <a:p>
            <a:pPr marL="342900" lvl="0" indent="-342900"/>
            <a:endParaRPr dirty="0">
              <a:solidFill>
                <a:srgbClr val="FFFFFF"/>
              </a:solidFill>
              <a:latin typeface="Arial"/>
              <a:ea typeface="Arial"/>
              <a:cs typeface="Arial"/>
              <a:sym typeface="Arial"/>
            </a:endParaRPr>
          </a:p>
          <a:p>
            <a:pPr marL="663807" lvl="0" indent="-663807"/>
            <a:r>
              <a:rPr dirty="0">
                <a:solidFill>
                  <a:srgbClr val="FFFFFF"/>
                </a:solidFill>
                <a:latin typeface="Arial"/>
                <a:ea typeface="Arial"/>
                <a:cs typeface="Arial"/>
                <a:sym typeface="Arial"/>
              </a:rPr>
              <a:t>MONITORA ALGUNS EX-VENDEDORES JA APOSENTADOS QUE FICAM NA RESERVA, PARA O CASO DE ACIDENTES OU AFASTAMENTOS DOS TITULARES.</a:t>
            </a:r>
            <a:endParaRPr dirty="0">
              <a:solidFill>
                <a:srgbClr val="FFFFFF"/>
              </a:solidFill>
              <a:latin typeface="Times New Roman"/>
              <a:ea typeface="Times New Roman"/>
              <a:cs typeface="Times New Roman"/>
              <a:sym typeface="Times New Roman"/>
            </a:endParaRPr>
          </a:p>
          <a:p>
            <a:pPr marL="663807" lvl="0" indent="-663807"/>
            <a:r>
              <a:rPr dirty="0">
                <a:solidFill>
                  <a:srgbClr val="FFFFFF"/>
                </a:solidFill>
                <a:latin typeface="Arial"/>
                <a:ea typeface="Arial"/>
                <a:cs typeface="Arial"/>
                <a:sym typeface="Arial"/>
              </a:rPr>
              <a:t>NORMALMENTE, ALEM DA SECRETARIA, TEM UNS CINCO FUNCIONARIOS NO ESCRITORIO PARA OS TRABALHOS BUROCRATICOS.</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 presetClass="entr" presetSubtype="8" fill="hold" grpId="2" nodeType="clickEffect">
                                  <p:stCondLst>
                                    <p:cond delay="0"/>
                                  </p:stCondLst>
                                  <p:iterate>
                                    <p:tmAbs val="0"/>
                                  </p:iterate>
                                  <p:childTnLst>
                                    <p:set>
                                      <p:cBhvr>
                                        <p:cTn id="6" fill="hold"/>
                                        <p:tgtEl>
                                          <p:spTgt spid="90"/>
                                        </p:tgtEl>
                                        <p:attrNameLst>
                                          <p:attrName>style.visibility</p:attrName>
                                        </p:attrNameLst>
                                      </p:cBhvr>
                                      <p:to>
                                        <p:strVal val="visible"/>
                                      </p:to>
                                    </p:set>
                                    <p:anim calcmode="lin" valueType="num">
                                      <p:cBhvr>
                                        <p:cTn id="7" dur="500" fill="hold"/>
                                        <p:tgtEl>
                                          <p:spTgt spid="90"/>
                                        </p:tgtEl>
                                        <p:attrNameLst>
                                          <p:attrName>ppt_x</p:attrName>
                                        </p:attrNameLst>
                                      </p:cBhvr>
                                      <p:tavLst>
                                        <p:tav tm="0">
                                          <p:val>
                                            <p:strVal val="0-#ppt_w/2"/>
                                          </p:val>
                                        </p:tav>
                                        <p:tav tm="100000">
                                          <p:val>
                                            <p:strVal val="#ppt_x"/>
                                          </p:val>
                                        </p:tav>
                                      </p:tavLst>
                                    </p:anim>
                                    <p:anim calcmode="lin" valueType="num">
                                      <p:cBhvr>
                                        <p:cTn id="8" dur="500" fill="hold"/>
                                        <p:tgtEl>
                                          <p:spTgt spid="9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 grpId="2" animBg="1" advAuto="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Shape 92"/>
          <p:cNvSpPr>
            <a:spLocks noGrp="1"/>
          </p:cNvSpPr>
          <p:nvPr>
            <p:ph type="sldNum" sz="quarter" idx="2"/>
          </p:nvPr>
        </p:nvSpPr>
        <p:spPr>
          <a:xfrm>
            <a:off x="6553200" y="6248398"/>
            <a:ext cx="1905000" cy="374529"/>
          </a:xfrm>
          <a:prstGeom prst="rect">
            <a:avLst/>
          </a:prstGeom>
          <a:extLst>
            <a:ext uri="{C572A759-6A51-4108-AA02-DFA0A04FC94B}">
              <ma14:wrappingTextBoxFlag xmlns="" xmlns:ma14="http://schemas.microsoft.com/office/mac/drawingml/2011/main" val="1"/>
            </a:ext>
          </a:extLst>
        </p:spPr>
        <p:txBody>
          <a:bodyPr lIns="0" tIns="0" rIns="0" bIns="0">
            <a:normAutofit/>
          </a:bodyPr>
          <a:lstStyle>
            <a:lvl1pPr marL="616920" indent="-616920" defTabSz="841247">
              <a:spcBef>
                <a:spcPts val="700"/>
              </a:spcBef>
              <a:defRPr sz="1200"/>
            </a:lvl1pPr>
          </a:lstStyle>
          <a:p>
            <a:pPr lvl="0">
              <a:defRPr sz="1800">
                <a:solidFill>
                  <a:srgbClr val="000000"/>
                </a:solidFill>
              </a:defRPr>
            </a:pPr>
            <a:fld id="{86CB4B4D-7CA3-9044-876B-883B54F8677D}" type="slidenum">
              <a:rPr sz="1200">
                <a:solidFill>
                  <a:srgbClr val="FFFFFF"/>
                </a:solidFill>
              </a:rPr>
              <a:t>11</a:t>
            </a:fld>
            <a:endParaRPr sz="1200">
              <a:solidFill>
                <a:srgbClr val="FFFFFF"/>
              </a:solidFill>
            </a:endParaRPr>
          </a:p>
        </p:txBody>
      </p:sp>
      <p:sp>
        <p:nvSpPr>
          <p:cNvPr id="94" name="Shape 94"/>
          <p:cNvSpPr/>
          <p:nvPr/>
        </p:nvSpPr>
        <p:spPr>
          <a:xfrm>
            <a:off x="180475" y="757989"/>
            <a:ext cx="8734925" cy="4206276"/>
          </a:xfrm>
          <a:prstGeom prst="rect">
            <a:avLst/>
          </a:prstGeom>
          <a:ln w="12700">
            <a:miter lim="400000"/>
          </a:ln>
          <a:extLst>
            <a:ext uri="{C572A759-6A51-4108-AA02-DFA0A04FC94B}">
              <ma14:wrappingTextBoxFlag xmlns="" xmlns:ma14="http://schemas.microsoft.com/office/mac/drawingml/2011/main" val="1"/>
            </a:ext>
          </a:extLst>
        </p:spPr>
        <p:txBody>
          <a:bodyPr wrap="square" lIns="45718" tIns="45718" rIns="45718" bIns="45718">
            <a:spAutoFit/>
          </a:bodyPr>
          <a:lstStyle/>
          <a:p>
            <a:pPr marL="663807" lvl="0" indent="-663807"/>
            <a:r>
              <a:rPr dirty="0">
                <a:solidFill>
                  <a:srgbClr val="FFFFFF"/>
                </a:solidFill>
                <a:latin typeface="Arial"/>
                <a:ea typeface="Arial"/>
                <a:cs typeface="Arial"/>
                <a:sym typeface="Arial"/>
              </a:rPr>
              <a:t>SE O TRABALHO DO VENDEDOR FOSSE APENAS VENDER, ELES SERIAM MAIS FELIZES, POIS O ANTES E O DEPOIS DAS VENDAS DA MUITO MAIS TRABALHO QUE VENDER.</a:t>
            </a:r>
          </a:p>
          <a:p>
            <a:pPr marL="663807" lvl="0" indent="-663807"/>
            <a:r>
              <a:rPr dirty="0">
                <a:solidFill>
                  <a:srgbClr val="FFFFFF"/>
                </a:solidFill>
                <a:latin typeface="Arial"/>
                <a:ea typeface="Arial"/>
                <a:cs typeface="Arial"/>
                <a:sym typeface="Arial"/>
              </a:rPr>
              <a:t>ANTES DE IR PARA O CAMPO O VENDEDOR NECESSITA:</a:t>
            </a:r>
            <a:endParaRPr dirty="0">
              <a:solidFill>
                <a:srgbClr val="FFFFFF"/>
              </a:solidFill>
              <a:latin typeface="Times New Roman"/>
              <a:ea typeface="Times New Roman"/>
              <a:cs typeface="Times New Roman"/>
              <a:sym typeface="Times New Roman"/>
            </a:endParaRPr>
          </a:p>
          <a:p>
            <a:pPr marL="457200" lvl="1">
              <a:buNone/>
            </a:pPr>
            <a:r>
              <a:rPr dirty="0">
                <a:solidFill>
                  <a:srgbClr val="FFFFFF"/>
                </a:solidFill>
                <a:latin typeface="Arial"/>
                <a:ea typeface="Arial"/>
                <a:cs typeface="Arial"/>
                <a:sym typeface="Arial"/>
              </a:rPr>
              <a:t>APRENDER A FALAR DE MANEIRA CORRETA .</a:t>
            </a:r>
            <a:endParaRPr dirty="0">
              <a:solidFill>
                <a:srgbClr val="FFFFFF"/>
              </a:solidFill>
              <a:latin typeface="Times New Roman"/>
              <a:ea typeface="Times New Roman"/>
              <a:cs typeface="Times New Roman"/>
              <a:sym typeface="Times New Roman"/>
            </a:endParaRPr>
          </a:p>
          <a:p>
            <a:pPr marL="457200" lvl="1">
              <a:buNone/>
            </a:pPr>
            <a:r>
              <a:rPr dirty="0">
                <a:solidFill>
                  <a:srgbClr val="FFFFFF"/>
                </a:solidFill>
                <a:latin typeface="Arial"/>
                <a:ea typeface="Arial"/>
                <a:cs typeface="Arial"/>
                <a:sym typeface="Arial"/>
              </a:rPr>
              <a:t>APRENDER A SE COMPORTAR COM O CLIENTE DENTRO DO PADRAO DETERMINADO PELA EMPRESA.</a:t>
            </a:r>
            <a:endParaRPr dirty="0">
              <a:solidFill>
                <a:srgbClr val="FFFFFF"/>
              </a:solidFill>
              <a:latin typeface="Times New Roman"/>
              <a:ea typeface="Times New Roman"/>
              <a:cs typeface="Times New Roman"/>
              <a:sym typeface="Times New Roman"/>
            </a:endParaRPr>
          </a:p>
          <a:p>
            <a:pPr marL="457200" lvl="1">
              <a:buNone/>
            </a:pPr>
            <a:r>
              <a:rPr dirty="0">
                <a:solidFill>
                  <a:srgbClr val="FFFFFF"/>
                </a:solidFill>
                <a:latin typeface="Arial"/>
                <a:ea typeface="Arial"/>
                <a:cs typeface="Arial"/>
                <a:sym typeface="Arial"/>
              </a:rPr>
              <a:t>CONHECER AS CARACTERÍSTICAS DE CADA PRODUTO QUE ELE VAI VENDER, SUAS VANTAGENS E DESVANTAGENS EM RELAÇÃO A CONCORRÊNCIA.</a:t>
            </a:r>
            <a:endParaRPr dirty="0">
              <a:solidFill>
                <a:srgbClr val="FFFFFF"/>
              </a:solidFill>
              <a:latin typeface="Times New Roman"/>
              <a:ea typeface="Times New Roman"/>
              <a:cs typeface="Times New Roman"/>
              <a:sym typeface="Times New Roman"/>
            </a:endParaRPr>
          </a:p>
          <a:p>
            <a:pPr marL="457200" lvl="1">
              <a:buNone/>
            </a:pPr>
            <a:r>
              <a:rPr dirty="0">
                <a:solidFill>
                  <a:srgbClr val="FFFFFF"/>
                </a:solidFill>
                <a:latin typeface="Arial"/>
                <a:ea typeface="Arial"/>
                <a:cs typeface="Arial"/>
                <a:sym typeface="Arial"/>
              </a:rPr>
              <a:t>CONHECER AS CARACTERISTICAS DE CADA CLIENTE, SUAS PREFERENCIAS, MANIAS, SE TIVER, E HORARIOS QUE ELE COSTUMA RECEBER AS VISITAS.</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 presetClass="entr" presetSubtype="8" fill="hold" grpId="2" nodeType="clickEffect">
                                  <p:stCondLst>
                                    <p:cond delay="0"/>
                                  </p:stCondLst>
                                  <p:iterate>
                                    <p:tmAbs val="0"/>
                                  </p:iterate>
                                  <p:childTnLst>
                                    <p:set>
                                      <p:cBhvr>
                                        <p:cTn id="6" fill="hold"/>
                                        <p:tgtEl>
                                          <p:spTgt spid="94"/>
                                        </p:tgtEl>
                                        <p:attrNameLst>
                                          <p:attrName>style.visibility</p:attrName>
                                        </p:attrNameLst>
                                      </p:cBhvr>
                                      <p:to>
                                        <p:strVal val="visible"/>
                                      </p:to>
                                    </p:set>
                                    <p:anim calcmode="lin" valueType="num">
                                      <p:cBhvr>
                                        <p:cTn id="7" dur="500" fill="hold"/>
                                        <p:tgtEl>
                                          <p:spTgt spid="94"/>
                                        </p:tgtEl>
                                        <p:attrNameLst>
                                          <p:attrName>ppt_x</p:attrName>
                                        </p:attrNameLst>
                                      </p:cBhvr>
                                      <p:tavLst>
                                        <p:tav tm="0">
                                          <p:val>
                                            <p:strVal val="0-#ppt_w/2"/>
                                          </p:val>
                                        </p:tav>
                                        <p:tav tm="100000">
                                          <p:val>
                                            <p:strVal val="#ppt_x"/>
                                          </p:val>
                                        </p:tav>
                                      </p:tavLst>
                                    </p:anim>
                                    <p:anim calcmode="lin" valueType="num">
                                      <p:cBhvr>
                                        <p:cTn id="8" dur="500" fill="hold"/>
                                        <p:tgtEl>
                                          <p:spTgt spid="9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 grpId="2" animBg="1" advAuto="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Shape 96"/>
          <p:cNvSpPr>
            <a:spLocks noGrp="1"/>
          </p:cNvSpPr>
          <p:nvPr>
            <p:ph type="sldNum" sz="quarter" idx="2"/>
          </p:nvPr>
        </p:nvSpPr>
        <p:spPr>
          <a:xfrm>
            <a:off x="6553200" y="6248398"/>
            <a:ext cx="1905000" cy="374529"/>
          </a:xfrm>
          <a:prstGeom prst="rect">
            <a:avLst/>
          </a:prstGeom>
          <a:extLst>
            <a:ext uri="{C572A759-6A51-4108-AA02-DFA0A04FC94B}">
              <ma14:wrappingTextBoxFlag xmlns="" xmlns:ma14="http://schemas.microsoft.com/office/mac/drawingml/2011/main" val="1"/>
            </a:ext>
          </a:extLst>
        </p:spPr>
        <p:txBody>
          <a:bodyPr lIns="0" tIns="0" rIns="0" bIns="0">
            <a:normAutofit/>
          </a:bodyPr>
          <a:lstStyle>
            <a:lvl1pPr marL="616920" indent="-616920" defTabSz="841247">
              <a:spcBef>
                <a:spcPts val="700"/>
              </a:spcBef>
              <a:defRPr sz="1200"/>
            </a:lvl1pPr>
          </a:lstStyle>
          <a:p>
            <a:pPr lvl="0">
              <a:defRPr sz="1800">
                <a:solidFill>
                  <a:srgbClr val="000000"/>
                </a:solidFill>
              </a:defRPr>
            </a:pPr>
            <a:fld id="{86CB4B4D-7CA3-9044-876B-883B54F8677D}" type="slidenum">
              <a:rPr sz="1200">
                <a:solidFill>
                  <a:srgbClr val="FFFFFF"/>
                </a:solidFill>
              </a:rPr>
              <a:t>12</a:t>
            </a:fld>
            <a:endParaRPr sz="1200">
              <a:solidFill>
                <a:srgbClr val="FFFFFF"/>
              </a:solidFill>
            </a:endParaRPr>
          </a:p>
        </p:txBody>
      </p:sp>
      <p:sp>
        <p:nvSpPr>
          <p:cNvPr id="97" name="Shape 97"/>
          <p:cNvSpPr/>
          <p:nvPr/>
        </p:nvSpPr>
        <p:spPr>
          <a:xfrm>
            <a:off x="698494" y="215895"/>
            <a:ext cx="7553331" cy="486204"/>
          </a:xfrm>
          <a:prstGeom prst="rect">
            <a:avLst/>
          </a:prstGeom>
          <a:ln w="12700">
            <a:miter lim="400000"/>
          </a:ln>
          <a:extLst>
            <a:ext uri="{C572A759-6A51-4108-AA02-DFA0A04FC94B}">
              <ma14:wrappingTextBoxFlag xmlns="" xmlns:ma14="http://schemas.microsoft.com/office/mac/drawingml/2011/main" val="1"/>
            </a:ext>
          </a:extLst>
        </p:spPr>
        <p:txBody>
          <a:bodyPr wrap="none" lIns="45718" tIns="45718" rIns="45718" bIns="45718">
            <a:spAutoFit/>
          </a:bodyPr>
          <a:lstStyle/>
          <a:p>
            <a:pPr lvl="3"/>
            <a:r>
              <a:rPr sz="2800">
                <a:solidFill>
                  <a:srgbClr val="FFFFFF"/>
                </a:solidFill>
                <a:latin typeface="Arial"/>
                <a:ea typeface="Arial"/>
                <a:cs typeface="Arial"/>
                <a:sym typeface="Arial"/>
              </a:rPr>
              <a:t>O TRABALHO DE VENDAS – VENDEDORES</a:t>
            </a:r>
          </a:p>
        </p:txBody>
      </p:sp>
      <p:sp>
        <p:nvSpPr>
          <p:cNvPr id="98" name="Shape 98"/>
          <p:cNvSpPr/>
          <p:nvPr/>
        </p:nvSpPr>
        <p:spPr>
          <a:xfrm>
            <a:off x="217537" y="1234712"/>
            <a:ext cx="8989963" cy="3662537"/>
          </a:xfrm>
          <a:prstGeom prst="rect">
            <a:avLst/>
          </a:prstGeom>
          <a:ln w="12700">
            <a:miter lim="400000"/>
          </a:ln>
          <a:extLst>
            <a:ext uri="{C572A759-6A51-4108-AA02-DFA0A04FC94B}">
              <ma14:wrappingTextBoxFlag xmlns="" xmlns:ma14="http://schemas.microsoft.com/office/mac/drawingml/2011/main" val="1"/>
            </a:ext>
          </a:extLst>
        </p:spPr>
        <p:txBody>
          <a:bodyPr lIns="45718" tIns="45718" rIns="45718" bIns="45718">
            <a:spAutoFit/>
          </a:bodyPr>
          <a:lstStyle/>
          <a:p>
            <a:pPr lvl="1"/>
            <a:r>
              <a:rPr sz="1600" dirty="0">
                <a:solidFill>
                  <a:srgbClr val="FFFFFF"/>
                </a:solidFill>
                <a:latin typeface="Arial"/>
                <a:ea typeface="Arial"/>
                <a:cs typeface="Arial"/>
                <a:sym typeface="Arial"/>
              </a:rPr>
              <a:t>ANTES DE IR PARA O CAMPO O VENDEDOR NECESSITA:</a:t>
            </a:r>
            <a:r>
              <a:rPr sz="1600" dirty="0">
                <a:solidFill>
                  <a:srgbClr val="FFFFFF"/>
                </a:solidFill>
                <a:latin typeface="Times New Roman"/>
                <a:ea typeface="Times New Roman"/>
                <a:cs typeface="Times New Roman"/>
                <a:sym typeface="Times New Roman"/>
              </a:rPr>
              <a:t> </a:t>
            </a:r>
          </a:p>
          <a:p>
            <a:pPr lvl="1"/>
            <a:r>
              <a:rPr sz="1600" dirty="0">
                <a:solidFill>
                  <a:srgbClr val="FFFFFF"/>
                </a:solidFill>
                <a:latin typeface="Arial"/>
                <a:ea typeface="Arial"/>
                <a:cs typeface="Arial"/>
                <a:sym typeface="Arial"/>
              </a:rPr>
              <a:t>CONHECER OS CAMINHOS E AS ALTERNATIVAS PARA CASOS DE ENCHENTES, CONGESTIONAMENTOS, PROTESTOS, ETC.</a:t>
            </a:r>
            <a:endParaRPr sz="1600" dirty="0">
              <a:solidFill>
                <a:srgbClr val="FFFFFF"/>
              </a:solidFill>
              <a:latin typeface="Times New Roman"/>
              <a:ea typeface="Times New Roman"/>
              <a:cs typeface="Times New Roman"/>
              <a:sym typeface="Times New Roman"/>
            </a:endParaRPr>
          </a:p>
          <a:p>
            <a:pPr lvl="1"/>
            <a:r>
              <a:rPr sz="1600" dirty="0">
                <a:solidFill>
                  <a:srgbClr val="FFFFFF"/>
                </a:solidFill>
                <a:latin typeface="Arial"/>
                <a:ea typeface="Arial"/>
                <a:cs typeface="Arial"/>
                <a:sym typeface="Arial"/>
              </a:rPr>
              <a:t>APRENDER A ELABORAR SEU ROTEIRO  DE VISITAS, DE FORMA QUE POSSA CUMPRIR ESSE ROTEIRO EM UM DIA.</a:t>
            </a:r>
            <a:endParaRPr sz="1600" dirty="0">
              <a:solidFill>
                <a:srgbClr val="FFFFFF"/>
              </a:solidFill>
              <a:latin typeface="Times New Roman"/>
              <a:ea typeface="Times New Roman"/>
              <a:cs typeface="Times New Roman"/>
              <a:sym typeface="Times New Roman"/>
            </a:endParaRPr>
          </a:p>
          <a:p>
            <a:pPr lvl="1"/>
            <a:r>
              <a:rPr sz="1600" dirty="0">
                <a:solidFill>
                  <a:srgbClr val="FFFFFF"/>
                </a:solidFill>
                <a:latin typeface="Arial"/>
                <a:ea typeface="Arial"/>
                <a:cs typeface="Arial"/>
                <a:sym typeface="Arial"/>
              </a:rPr>
              <a:t>CRIAR ESTRATÉGIAS PARA CLIENTES ESPECIAIS QUE NAO PODEM DEIXAR DE SER VISITADOS E OS POTENCIAIS QUE TEM QUE TER UM TRATAMENTO DIFERENCIADO.</a:t>
            </a:r>
            <a:endParaRPr sz="1600" dirty="0">
              <a:solidFill>
                <a:srgbClr val="FFFFFF"/>
              </a:solidFill>
              <a:latin typeface="Times New Roman"/>
              <a:ea typeface="Times New Roman"/>
              <a:cs typeface="Times New Roman"/>
              <a:sym typeface="Times New Roman"/>
            </a:endParaRPr>
          </a:p>
          <a:p>
            <a:pPr lvl="1"/>
            <a:r>
              <a:rPr sz="1600" dirty="0">
                <a:solidFill>
                  <a:srgbClr val="FFFFFF"/>
                </a:solidFill>
                <a:latin typeface="Arial"/>
                <a:ea typeface="Arial"/>
                <a:cs typeface="Arial"/>
                <a:sym typeface="Arial"/>
              </a:rPr>
              <a:t>DESCOBRIR POR INFORMAÇÕES OU POR VISUALIZAÇÃO, QUANTO O CONCORRENTE ESTA VENDENDO E NAO DEIXAR QUE ELE CRESCA.</a:t>
            </a:r>
          </a:p>
          <a:p>
            <a:pPr lvl="1"/>
            <a:r>
              <a:rPr sz="1600" dirty="0">
                <a:solidFill>
                  <a:srgbClr val="FFFFFF"/>
                </a:solidFill>
                <a:latin typeface="Arial"/>
                <a:ea typeface="Arial"/>
                <a:cs typeface="Arial"/>
                <a:sym typeface="Arial"/>
              </a:rPr>
              <a:t>PREENCHER OS INÚMEROS RELATÓRIOS PARA O ESCRITORIO DE VENDAS</a:t>
            </a:r>
          </a:p>
          <a:p>
            <a:pPr lvl="1"/>
            <a:r>
              <a:rPr sz="1600" dirty="0">
                <a:solidFill>
                  <a:srgbClr val="FFFFFF"/>
                </a:solidFill>
                <a:latin typeface="Arial"/>
                <a:ea typeface="Arial"/>
                <a:cs typeface="Arial"/>
                <a:sym typeface="Arial"/>
              </a:rPr>
              <a:t>SABER O QUANTO DE PEDIDOS FORAM EFETUADOS PARA CALCULAR O BONUS A RECEBER.</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 presetClass="entr" presetSubtype="8" fill="hold" grpId="1" nodeType="clickEffect">
                                  <p:stCondLst>
                                    <p:cond delay="0"/>
                                  </p:stCondLst>
                                  <p:iterate>
                                    <p:tmAbs val="0"/>
                                  </p:iterate>
                                  <p:childTnLst>
                                    <p:set>
                                      <p:cBhvr>
                                        <p:cTn id="6" fill="hold"/>
                                        <p:tgtEl>
                                          <p:spTgt spid="97"/>
                                        </p:tgtEl>
                                        <p:attrNameLst>
                                          <p:attrName>style.visibility</p:attrName>
                                        </p:attrNameLst>
                                      </p:cBhvr>
                                      <p:to>
                                        <p:strVal val="visible"/>
                                      </p:to>
                                    </p:set>
                                    <p:anim calcmode="lin" valueType="num">
                                      <p:cBhvr>
                                        <p:cTn id="7" dur="500" fill="hold"/>
                                        <p:tgtEl>
                                          <p:spTgt spid="97"/>
                                        </p:tgtEl>
                                        <p:attrNameLst>
                                          <p:attrName>ppt_x</p:attrName>
                                        </p:attrNameLst>
                                      </p:cBhvr>
                                      <p:tavLst>
                                        <p:tav tm="0">
                                          <p:val>
                                            <p:strVal val="0-#ppt_w/2"/>
                                          </p:val>
                                        </p:tav>
                                        <p:tav tm="100000">
                                          <p:val>
                                            <p:strVal val="#ppt_x"/>
                                          </p:val>
                                        </p:tav>
                                      </p:tavLst>
                                    </p:anim>
                                    <p:anim calcmode="lin" valueType="num">
                                      <p:cBhvr>
                                        <p:cTn id="8" dur="500" fill="hold"/>
                                        <p:tgtEl>
                                          <p:spTgt spid="9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2" nodeType="clickEffect">
                                  <p:stCondLst>
                                    <p:cond delay="0"/>
                                  </p:stCondLst>
                                  <p:iterate>
                                    <p:tmAbs val="0"/>
                                  </p:iterate>
                                  <p:childTnLst>
                                    <p:set>
                                      <p:cBhvr>
                                        <p:cTn id="12" fill="hold"/>
                                        <p:tgtEl>
                                          <p:spTgt spid="98"/>
                                        </p:tgtEl>
                                        <p:attrNameLst>
                                          <p:attrName>style.visibility</p:attrName>
                                        </p:attrNameLst>
                                      </p:cBhvr>
                                      <p:to>
                                        <p:strVal val="visible"/>
                                      </p:to>
                                    </p:set>
                                    <p:anim calcmode="lin" valueType="num">
                                      <p:cBhvr>
                                        <p:cTn id="13" dur="500" fill="hold"/>
                                        <p:tgtEl>
                                          <p:spTgt spid="98"/>
                                        </p:tgtEl>
                                        <p:attrNameLst>
                                          <p:attrName>ppt_x</p:attrName>
                                        </p:attrNameLst>
                                      </p:cBhvr>
                                      <p:tavLst>
                                        <p:tav tm="0">
                                          <p:val>
                                            <p:strVal val="0-#ppt_w/2"/>
                                          </p:val>
                                        </p:tav>
                                        <p:tav tm="100000">
                                          <p:val>
                                            <p:strVal val="#ppt_x"/>
                                          </p:val>
                                        </p:tav>
                                      </p:tavLst>
                                    </p:anim>
                                    <p:anim calcmode="lin" valueType="num">
                                      <p:cBhvr>
                                        <p:cTn id="14" dur="500" fill="hold"/>
                                        <p:tgtEl>
                                          <p:spTgt spid="9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1" animBg="1" advAuto="0"/>
      <p:bldP spid="98" grpId="2" animBg="1" advAuto="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Shape 100"/>
          <p:cNvSpPr>
            <a:spLocks noGrp="1"/>
          </p:cNvSpPr>
          <p:nvPr>
            <p:ph type="sldNum" sz="quarter" idx="2"/>
          </p:nvPr>
        </p:nvSpPr>
        <p:spPr>
          <a:xfrm>
            <a:off x="6553200" y="6248398"/>
            <a:ext cx="1905000" cy="374529"/>
          </a:xfrm>
          <a:prstGeom prst="rect">
            <a:avLst/>
          </a:prstGeom>
          <a:extLst>
            <a:ext uri="{C572A759-6A51-4108-AA02-DFA0A04FC94B}">
              <ma14:wrappingTextBoxFlag xmlns="" xmlns:ma14="http://schemas.microsoft.com/office/mac/drawingml/2011/main" val="1"/>
            </a:ext>
          </a:extLst>
        </p:spPr>
        <p:txBody>
          <a:bodyPr lIns="0" tIns="0" rIns="0" bIns="0">
            <a:normAutofit/>
          </a:bodyPr>
          <a:lstStyle>
            <a:lvl1pPr marL="616920" indent="-616920" defTabSz="841247">
              <a:spcBef>
                <a:spcPts val="700"/>
              </a:spcBef>
              <a:defRPr sz="1200"/>
            </a:lvl1pPr>
          </a:lstStyle>
          <a:p>
            <a:pPr lvl="0">
              <a:defRPr sz="1800">
                <a:solidFill>
                  <a:srgbClr val="000000"/>
                </a:solidFill>
              </a:defRPr>
            </a:pPr>
            <a:fld id="{86CB4B4D-7CA3-9044-876B-883B54F8677D}" type="slidenum">
              <a:rPr sz="1200">
                <a:solidFill>
                  <a:srgbClr val="FFFFFF"/>
                </a:solidFill>
              </a:rPr>
              <a:t>13</a:t>
            </a:fld>
            <a:endParaRPr sz="1200">
              <a:solidFill>
                <a:srgbClr val="FFFFFF"/>
              </a:solidFill>
            </a:endParaRPr>
          </a:p>
        </p:txBody>
      </p:sp>
      <p:sp>
        <p:nvSpPr>
          <p:cNvPr id="101" name="Shape 101"/>
          <p:cNvSpPr/>
          <p:nvPr/>
        </p:nvSpPr>
        <p:spPr>
          <a:xfrm>
            <a:off x="182009" y="190496"/>
            <a:ext cx="7698675" cy="523216"/>
          </a:xfrm>
          <a:prstGeom prst="rect">
            <a:avLst/>
          </a:prstGeom>
          <a:ln w="12700">
            <a:miter lim="400000"/>
          </a:ln>
          <a:extLst>
            <a:ext uri="{C572A759-6A51-4108-AA02-DFA0A04FC94B}">
              <ma14:wrappingTextBoxFlag xmlns="" xmlns:ma14="http://schemas.microsoft.com/office/mac/drawingml/2011/main" val="1"/>
            </a:ext>
          </a:extLst>
        </p:spPr>
        <p:txBody>
          <a:bodyPr wrap="square" lIns="45718" tIns="45718" rIns="45718" bIns="45718">
            <a:spAutoFit/>
          </a:bodyPr>
          <a:lstStyle/>
          <a:p>
            <a:pPr lvl="1"/>
            <a:r>
              <a:rPr sz="2800" dirty="0">
                <a:solidFill>
                  <a:srgbClr val="FFFFFF"/>
                </a:solidFill>
                <a:latin typeface="Arial"/>
                <a:ea typeface="Arial"/>
                <a:cs typeface="Arial"/>
                <a:sym typeface="Arial"/>
              </a:rPr>
              <a:t>O TRABALHO DE VENDAS – </a:t>
            </a:r>
            <a:r>
              <a:rPr dirty="0">
                <a:solidFill>
                  <a:srgbClr val="FFFFFF"/>
                </a:solidFill>
                <a:latin typeface="Times New Roman"/>
                <a:ea typeface="Times New Roman"/>
                <a:cs typeface="Times New Roman"/>
                <a:sym typeface="Times New Roman"/>
              </a:rPr>
              <a:t> </a:t>
            </a:r>
            <a:r>
              <a:rPr sz="2800" dirty="0">
                <a:solidFill>
                  <a:srgbClr val="FFFFFF"/>
                </a:solidFill>
                <a:latin typeface="Arial"/>
                <a:ea typeface="Arial"/>
                <a:cs typeface="Arial"/>
                <a:sym typeface="Arial"/>
              </a:rPr>
              <a:t>VENDEDORES</a:t>
            </a:r>
          </a:p>
        </p:txBody>
      </p:sp>
      <p:sp>
        <p:nvSpPr>
          <p:cNvPr id="102" name="Shape 102"/>
          <p:cNvSpPr/>
          <p:nvPr/>
        </p:nvSpPr>
        <p:spPr>
          <a:xfrm>
            <a:off x="0" y="938461"/>
            <a:ext cx="8963526" cy="3703574"/>
          </a:xfrm>
          <a:prstGeom prst="rect">
            <a:avLst/>
          </a:prstGeom>
          <a:ln w="12700">
            <a:miter lim="400000"/>
          </a:ln>
          <a:extLst>
            <a:ext uri="{C572A759-6A51-4108-AA02-DFA0A04FC94B}">
              <ma14:wrappingTextBoxFlag xmlns="" xmlns:ma14="http://schemas.microsoft.com/office/mac/drawingml/2011/main" val="1"/>
            </a:ext>
          </a:extLst>
        </p:spPr>
        <p:txBody>
          <a:bodyPr wrap="square" lIns="45718" tIns="45718" rIns="45718" bIns="45718">
            <a:spAutoFit/>
          </a:bodyPr>
          <a:lstStyle/>
          <a:p>
            <a:pPr lvl="1"/>
            <a:r>
              <a:rPr sz="1600" dirty="0">
                <a:solidFill>
                  <a:srgbClr val="FFFFFF"/>
                </a:solidFill>
                <a:latin typeface="Arial"/>
                <a:ea typeface="Arial"/>
                <a:cs typeface="Arial"/>
                <a:sym typeface="Arial"/>
              </a:rPr>
              <a:t> O VENDEDOR NECESSITA:</a:t>
            </a:r>
            <a:endParaRPr sz="1600" dirty="0">
              <a:solidFill>
                <a:srgbClr val="FFFFFF"/>
              </a:solidFill>
              <a:latin typeface="Times New Roman"/>
              <a:ea typeface="Times New Roman"/>
              <a:cs typeface="Times New Roman"/>
              <a:sym typeface="Times New Roman"/>
            </a:endParaRPr>
          </a:p>
          <a:p>
            <a:pPr marL="1121007" lvl="1" indent="-663807"/>
            <a:r>
              <a:rPr sz="1600" dirty="0">
                <a:solidFill>
                  <a:srgbClr val="FFFFFF"/>
                </a:solidFill>
                <a:latin typeface="Arial"/>
                <a:ea typeface="Arial"/>
                <a:cs typeface="Arial"/>
                <a:sym typeface="Arial"/>
              </a:rPr>
              <a:t>ACOMPANHAR POR UM BOM TEMPO, MAIS OU MENOS UM MES, UM VENDEDOR EXPERIENTE, QUE CONHECE OS CLIENTES E A AREA DE ATUAÇÃO, APRENDENDO AS MANHAS E MACETES. EH ESSE VENDEDOR, QUEM DIRA SE ELE JA ESTA APTO PARA SEGUIR SOZINHO. ESSE CARA  DEVE SER O SUPERVISOR DE VENDAS, NORMALMENTE.</a:t>
            </a:r>
            <a:endParaRPr sz="1600" dirty="0">
              <a:solidFill>
                <a:srgbClr val="FFFFFF"/>
              </a:solidFill>
              <a:latin typeface="Times New Roman"/>
              <a:ea typeface="Times New Roman"/>
              <a:cs typeface="Times New Roman"/>
              <a:sym typeface="Times New Roman"/>
            </a:endParaRPr>
          </a:p>
          <a:p>
            <a:pPr marL="1121007" lvl="1" indent="-663807"/>
            <a:r>
              <a:rPr sz="1600" dirty="0">
                <a:solidFill>
                  <a:srgbClr val="FFFFFF"/>
                </a:solidFill>
                <a:latin typeface="Arial"/>
                <a:ea typeface="Arial"/>
                <a:cs typeface="Arial"/>
                <a:sym typeface="Arial"/>
              </a:rPr>
              <a:t>SABER QUEM SAO OS VENDEDORES DA CONCORRÊNCIA QUE PODEM TIRAR SUAS VENDAS E SE DESCOBRIR ALGUM MUITO BOM, AVISAR A GERENCIA DE VENDAS PARA POSSÍVEL CONTRATAÇÃO</a:t>
            </a:r>
            <a:endParaRPr sz="1600" dirty="0">
              <a:solidFill>
                <a:srgbClr val="FFFFFF"/>
              </a:solidFill>
              <a:latin typeface="Times New Roman"/>
              <a:ea typeface="Times New Roman"/>
              <a:cs typeface="Times New Roman"/>
              <a:sym typeface="Times New Roman"/>
            </a:endParaRPr>
          </a:p>
          <a:p>
            <a:pPr marL="1121007" lvl="1" indent="-663807"/>
            <a:r>
              <a:rPr sz="1600" dirty="0">
                <a:solidFill>
                  <a:srgbClr val="FFFFFF"/>
                </a:solidFill>
                <a:latin typeface="Arial"/>
                <a:ea typeface="Arial"/>
                <a:cs typeface="Arial"/>
                <a:sym typeface="Arial"/>
              </a:rPr>
              <a:t>SUPERAR SUAS METAS, SE QUISER GANHAR BONUS, MAS NUNCA ENCHER O CLIENTE DE PRODUTO PARA ISSO.</a:t>
            </a:r>
            <a:endParaRPr sz="1600" dirty="0">
              <a:solidFill>
                <a:srgbClr val="FFFFFF"/>
              </a:solidFill>
              <a:latin typeface="Times New Roman"/>
              <a:ea typeface="Times New Roman"/>
              <a:cs typeface="Times New Roman"/>
              <a:sym typeface="Times New Roman"/>
            </a:endParaRPr>
          </a:p>
          <a:p>
            <a:pPr marL="1121007" lvl="1" indent="-663807"/>
            <a:r>
              <a:rPr sz="1600" dirty="0">
                <a:solidFill>
                  <a:srgbClr val="FFFFFF"/>
                </a:solidFill>
                <a:latin typeface="Arial"/>
                <a:ea typeface="Arial"/>
                <a:cs typeface="Arial"/>
                <a:sym typeface="Arial"/>
              </a:rPr>
              <a:t>NUNCA PROMETER NADA EM RELAÇÃO A PRESENTES OU VANTAGENS. UMA PROMESSA NAO CUMPRIDA PODE SER UM CLIENTE PERDIDO. </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 presetClass="entr" presetSubtype="8" fill="hold" grpId="1" nodeType="clickEffect">
                                  <p:stCondLst>
                                    <p:cond delay="0"/>
                                  </p:stCondLst>
                                  <p:iterate>
                                    <p:tmAbs val="0"/>
                                  </p:iterate>
                                  <p:childTnLst>
                                    <p:set>
                                      <p:cBhvr>
                                        <p:cTn id="6" fill="hold"/>
                                        <p:tgtEl>
                                          <p:spTgt spid="101"/>
                                        </p:tgtEl>
                                        <p:attrNameLst>
                                          <p:attrName>style.visibility</p:attrName>
                                        </p:attrNameLst>
                                      </p:cBhvr>
                                      <p:to>
                                        <p:strVal val="visible"/>
                                      </p:to>
                                    </p:set>
                                    <p:anim calcmode="lin" valueType="num">
                                      <p:cBhvr>
                                        <p:cTn id="7" dur="500" fill="hold"/>
                                        <p:tgtEl>
                                          <p:spTgt spid="101"/>
                                        </p:tgtEl>
                                        <p:attrNameLst>
                                          <p:attrName>ppt_x</p:attrName>
                                        </p:attrNameLst>
                                      </p:cBhvr>
                                      <p:tavLst>
                                        <p:tav tm="0">
                                          <p:val>
                                            <p:strVal val="0-#ppt_w/2"/>
                                          </p:val>
                                        </p:tav>
                                        <p:tav tm="100000">
                                          <p:val>
                                            <p:strVal val="#ppt_x"/>
                                          </p:val>
                                        </p:tav>
                                      </p:tavLst>
                                    </p:anim>
                                    <p:anim calcmode="lin" valueType="num">
                                      <p:cBhvr>
                                        <p:cTn id="8" dur="500" fill="hold"/>
                                        <p:tgtEl>
                                          <p:spTgt spid="10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2" nodeType="clickEffect">
                                  <p:stCondLst>
                                    <p:cond delay="0"/>
                                  </p:stCondLst>
                                  <p:iterate>
                                    <p:tmAbs val="0"/>
                                  </p:iterate>
                                  <p:childTnLst>
                                    <p:set>
                                      <p:cBhvr>
                                        <p:cTn id="12" fill="hold"/>
                                        <p:tgtEl>
                                          <p:spTgt spid="102"/>
                                        </p:tgtEl>
                                        <p:attrNameLst>
                                          <p:attrName>style.visibility</p:attrName>
                                        </p:attrNameLst>
                                      </p:cBhvr>
                                      <p:to>
                                        <p:strVal val="visible"/>
                                      </p:to>
                                    </p:set>
                                    <p:anim calcmode="lin" valueType="num">
                                      <p:cBhvr>
                                        <p:cTn id="13" dur="500" fill="hold"/>
                                        <p:tgtEl>
                                          <p:spTgt spid="102"/>
                                        </p:tgtEl>
                                        <p:attrNameLst>
                                          <p:attrName>ppt_x</p:attrName>
                                        </p:attrNameLst>
                                      </p:cBhvr>
                                      <p:tavLst>
                                        <p:tav tm="0">
                                          <p:val>
                                            <p:strVal val="0-#ppt_w/2"/>
                                          </p:val>
                                        </p:tav>
                                        <p:tav tm="100000">
                                          <p:val>
                                            <p:strVal val="#ppt_x"/>
                                          </p:val>
                                        </p:tav>
                                      </p:tavLst>
                                    </p:anim>
                                    <p:anim calcmode="lin" valueType="num">
                                      <p:cBhvr>
                                        <p:cTn id="14" dur="500" fill="hold"/>
                                        <p:tgtEl>
                                          <p:spTgt spid="10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1" animBg="1" advAuto="0"/>
      <p:bldP spid="102" grpId="2" animBg="1" advAuto="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Shape 104"/>
          <p:cNvSpPr>
            <a:spLocks noGrp="1"/>
          </p:cNvSpPr>
          <p:nvPr>
            <p:ph type="sldNum" sz="quarter" idx="2"/>
          </p:nvPr>
        </p:nvSpPr>
        <p:spPr>
          <a:xfrm>
            <a:off x="6553200" y="6248398"/>
            <a:ext cx="1905000" cy="374529"/>
          </a:xfrm>
          <a:prstGeom prst="rect">
            <a:avLst/>
          </a:prstGeom>
          <a:extLst>
            <a:ext uri="{C572A759-6A51-4108-AA02-DFA0A04FC94B}">
              <ma14:wrappingTextBoxFlag xmlns="" xmlns:ma14="http://schemas.microsoft.com/office/mac/drawingml/2011/main" val="1"/>
            </a:ext>
          </a:extLst>
        </p:spPr>
        <p:txBody>
          <a:bodyPr lIns="0" tIns="0" rIns="0" bIns="0">
            <a:normAutofit/>
          </a:bodyPr>
          <a:lstStyle>
            <a:lvl1pPr marL="616920" indent="-616920" defTabSz="841247">
              <a:spcBef>
                <a:spcPts val="700"/>
              </a:spcBef>
              <a:defRPr sz="1200"/>
            </a:lvl1pPr>
          </a:lstStyle>
          <a:p>
            <a:pPr lvl="0">
              <a:defRPr sz="1800">
                <a:solidFill>
                  <a:srgbClr val="000000"/>
                </a:solidFill>
              </a:defRPr>
            </a:pPr>
            <a:fld id="{86CB4B4D-7CA3-9044-876B-883B54F8677D}" type="slidenum">
              <a:rPr sz="1200">
                <a:solidFill>
                  <a:srgbClr val="FFFFFF"/>
                </a:solidFill>
              </a:rPr>
              <a:t>14</a:t>
            </a:fld>
            <a:endParaRPr sz="1200">
              <a:solidFill>
                <a:srgbClr val="FFFFFF"/>
              </a:solidFill>
            </a:endParaRPr>
          </a:p>
        </p:txBody>
      </p:sp>
      <p:sp>
        <p:nvSpPr>
          <p:cNvPr id="105" name="Shape 105"/>
          <p:cNvSpPr/>
          <p:nvPr/>
        </p:nvSpPr>
        <p:spPr>
          <a:xfrm>
            <a:off x="685794" y="609598"/>
            <a:ext cx="3014917" cy="486203"/>
          </a:xfrm>
          <a:prstGeom prst="rect">
            <a:avLst/>
          </a:prstGeom>
          <a:ln w="12700">
            <a:miter lim="400000"/>
          </a:ln>
          <a:extLst>
            <a:ext uri="{C572A759-6A51-4108-AA02-DFA0A04FC94B}">
              <ma14:wrappingTextBoxFlag xmlns="" xmlns:ma14="http://schemas.microsoft.com/office/mac/drawingml/2011/main" val="1"/>
            </a:ext>
          </a:extLst>
        </p:spPr>
        <p:txBody>
          <a:bodyPr wrap="none" lIns="45718" tIns="45718" rIns="45718" bIns="45718">
            <a:spAutoFit/>
          </a:bodyPr>
          <a:lstStyle/>
          <a:p>
            <a:pPr lvl="1"/>
            <a:r>
              <a:rPr sz="2800" dirty="0">
                <a:solidFill>
                  <a:srgbClr val="FFFFFF"/>
                </a:solidFill>
                <a:latin typeface="Arial"/>
                <a:ea typeface="Arial"/>
                <a:cs typeface="Arial"/>
                <a:sym typeface="Arial"/>
              </a:rPr>
              <a:t>– VENDEDORES</a:t>
            </a:r>
          </a:p>
        </p:txBody>
      </p:sp>
      <p:sp>
        <p:nvSpPr>
          <p:cNvPr id="106" name="Shape 106"/>
          <p:cNvSpPr/>
          <p:nvPr/>
        </p:nvSpPr>
        <p:spPr>
          <a:xfrm>
            <a:off x="-1" y="1395522"/>
            <a:ext cx="8783053" cy="4175498"/>
          </a:xfrm>
          <a:prstGeom prst="rect">
            <a:avLst/>
          </a:prstGeom>
          <a:ln w="12700">
            <a:miter lim="400000"/>
          </a:ln>
          <a:extLst>
            <a:ext uri="{C572A759-6A51-4108-AA02-DFA0A04FC94B}">
              <ma14:wrappingTextBoxFlag xmlns="" xmlns:ma14="http://schemas.microsoft.com/office/mac/drawingml/2011/main" val="1"/>
            </a:ext>
          </a:extLst>
        </p:spPr>
        <p:txBody>
          <a:bodyPr wrap="square" lIns="45718" tIns="45718" rIns="45718" bIns="45718">
            <a:spAutoFit/>
          </a:bodyPr>
          <a:lstStyle/>
          <a:p>
            <a:pPr lvl="1"/>
            <a:r>
              <a:rPr dirty="0">
                <a:solidFill>
                  <a:srgbClr val="FFFFFF"/>
                </a:solidFill>
                <a:latin typeface="Arial"/>
                <a:ea typeface="Arial"/>
                <a:cs typeface="Arial"/>
                <a:sym typeface="Arial"/>
              </a:rPr>
              <a:t>O VENDEDOR NECESSITA:</a:t>
            </a:r>
            <a:endParaRPr dirty="0">
              <a:solidFill>
                <a:srgbClr val="FFFFFF"/>
              </a:solidFill>
              <a:latin typeface="Times New Roman"/>
              <a:ea typeface="Times New Roman"/>
              <a:cs typeface="Times New Roman"/>
              <a:sym typeface="Times New Roman"/>
            </a:endParaRPr>
          </a:p>
          <a:p>
            <a:pPr marL="457200" lvl="1"/>
            <a:r>
              <a:rPr dirty="0">
                <a:solidFill>
                  <a:srgbClr val="FFFFFF"/>
                </a:solidFill>
                <a:latin typeface="Arial"/>
                <a:ea typeface="Arial"/>
                <a:cs typeface="Arial"/>
                <a:sym typeface="Arial"/>
              </a:rPr>
              <a:t>HOJE O VENDEDOR TRABALHA COM UM NOTEBOOK OU UM TABLET, OU UM CELULAR, ONDE O PEDIDO ESTA PRATICAMENTE PREENCHIDO. SEU TRABALHO EH COLOCAR AS QUANTIDADES VENDIDAS DE CADA PRODUTO E OS DADOS DO CLIENTE. ELE TEM AS QTDES DAS ULTIMAS COMPRAS, BEM COMO AS DATAS DAS MESMAS, ALEM DE INFORMAÇÕES SOBRE OS PRECOS PRATICADOS PELOS CONCORRENTES. TEM TAMBEM A ULTIMA POSIÇÃO DE ESTOQUE DAQUELE PRODUTO, REFERENTE AO DIA ANTERIOR, O QUE POSSIBILITA QUE ELE SAIBA O QUANTO PODE VENDER.</a:t>
            </a:r>
            <a:endParaRPr dirty="0">
              <a:solidFill>
                <a:srgbClr val="FFFFFF"/>
              </a:solidFill>
              <a:latin typeface="Times New Roman"/>
              <a:ea typeface="Times New Roman"/>
              <a:cs typeface="Times New Roman"/>
              <a:sym typeface="Times New Roman"/>
            </a:endParaRPr>
          </a:p>
          <a:p>
            <a:pPr marL="457200" lvl="1"/>
            <a:r>
              <a:rPr dirty="0">
                <a:solidFill>
                  <a:srgbClr val="FFFFFF"/>
                </a:solidFill>
                <a:latin typeface="Arial"/>
                <a:ea typeface="Arial"/>
                <a:cs typeface="Arial"/>
                <a:sym typeface="Arial"/>
              </a:rPr>
              <a:t>OBS. ESSA INFORMAÇÃO QUASE SEMPRE EH IGNORADA PELO VENDEDOR, POIS ELE QUER VENDER E SE NAO TIVER ESTOQUE NAO EH PROBLEMA DELE. SIMPLESMENTE O PEDIDO FICARA PENDENTE PARA AQUELE ITEM, PODENDO SER FATURADO PARA OS OUTROS ITENS.</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 presetClass="entr" presetSubtype="8" fill="hold" grpId="1" nodeType="clickEffect">
                                  <p:stCondLst>
                                    <p:cond delay="0"/>
                                  </p:stCondLst>
                                  <p:iterate>
                                    <p:tmAbs val="0"/>
                                  </p:iterate>
                                  <p:childTnLst>
                                    <p:set>
                                      <p:cBhvr>
                                        <p:cTn id="6" fill="hold"/>
                                        <p:tgtEl>
                                          <p:spTgt spid="105"/>
                                        </p:tgtEl>
                                        <p:attrNameLst>
                                          <p:attrName>style.visibility</p:attrName>
                                        </p:attrNameLst>
                                      </p:cBhvr>
                                      <p:to>
                                        <p:strVal val="visible"/>
                                      </p:to>
                                    </p:set>
                                    <p:anim calcmode="lin" valueType="num">
                                      <p:cBhvr>
                                        <p:cTn id="7" dur="500" fill="hold"/>
                                        <p:tgtEl>
                                          <p:spTgt spid="105"/>
                                        </p:tgtEl>
                                        <p:attrNameLst>
                                          <p:attrName>ppt_x</p:attrName>
                                        </p:attrNameLst>
                                      </p:cBhvr>
                                      <p:tavLst>
                                        <p:tav tm="0">
                                          <p:val>
                                            <p:strVal val="0-#ppt_w/2"/>
                                          </p:val>
                                        </p:tav>
                                        <p:tav tm="100000">
                                          <p:val>
                                            <p:strVal val="#ppt_x"/>
                                          </p:val>
                                        </p:tav>
                                      </p:tavLst>
                                    </p:anim>
                                    <p:anim calcmode="lin" valueType="num">
                                      <p:cBhvr>
                                        <p:cTn id="8" dur="500" fill="hold"/>
                                        <p:tgtEl>
                                          <p:spTgt spid="10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2" nodeType="clickEffect">
                                  <p:stCondLst>
                                    <p:cond delay="0"/>
                                  </p:stCondLst>
                                  <p:iterate>
                                    <p:tmAbs val="0"/>
                                  </p:iterate>
                                  <p:childTnLst>
                                    <p:set>
                                      <p:cBhvr>
                                        <p:cTn id="12" fill="hold"/>
                                        <p:tgtEl>
                                          <p:spTgt spid="106"/>
                                        </p:tgtEl>
                                        <p:attrNameLst>
                                          <p:attrName>style.visibility</p:attrName>
                                        </p:attrNameLst>
                                      </p:cBhvr>
                                      <p:to>
                                        <p:strVal val="visible"/>
                                      </p:to>
                                    </p:set>
                                    <p:anim calcmode="lin" valueType="num">
                                      <p:cBhvr>
                                        <p:cTn id="13" dur="500" fill="hold"/>
                                        <p:tgtEl>
                                          <p:spTgt spid="106"/>
                                        </p:tgtEl>
                                        <p:attrNameLst>
                                          <p:attrName>ppt_x</p:attrName>
                                        </p:attrNameLst>
                                      </p:cBhvr>
                                      <p:tavLst>
                                        <p:tav tm="0">
                                          <p:val>
                                            <p:strVal val="0-#ppt_w/2"/>
                                          </p:val>
                                        </p:tav>
                                        <p:tav tm="100000">
                                          <p:val>
                                            <p:strVal val="#ppt_x"/>
                                          </p:val>
                                        </p:tav>
                                      </p:tavLst>
                                    </p:anim>
                                    <p:anim calcmode="lin" valueType="num">
                                      <p:cBhvr>
                                        <p:cTn id="14" dur="500" fill="hold"/>
                                        <p:tgtEl>
                                          <p:spTgt spid="10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 grpId="1" animBg="1" advAuto="0"/>
      <p:bldP spid="106" grpId="2" animBg="1" advAuto="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Shape 108"/>
          <p:cNvSpPr>
            <a:spLocks noGrp="1"/>
          </p:cNvSpPr>
          <p:nvPr>
            <p:ph type="sldNum" sz="quarter" idx="2"/>
          </p:nvPr>
        </p:nvSpPr>
        <p:spPr>
          <a:xfrm>
            <a:off x="6553200" y="6248398"/>
            <a:ext cx="1905000" cy="374529"/>
          </a:xfrm>
          <a:prstGeom prst="rect">
            <a:avLst/>
          </a:prstGeom>
          <a:extLst>
            <a:ext uri="{C572A759-6A51-4108-AA02-DFA0A04FC94B}">
              <ma14:wrappingTextBoxFlag xmlns="" xmlns:ma14="http://schemas.microsoft.com/office/mac/drawingml/2011/main" val="1"/>
            </a:ext>
          </a:extLst>
        </p:spPr>
        <p:txBody>
          <a:bodyPr lIns="0" tIns="0" rIns="0" bIns="0">
            <a:normAutofit/>
          </a:bodyPr>
          <a:lstStyle>
            <a:lvl1pPr marL="616920" indent="-616920" defTabSz="841247">
              <a:spcBef>
                <a:spcPts val="700"/>
              </a:spcBef>
              <a:defRPr sz="1200"/>
            </a:lvl1pPr>
          </a:lstStyle>
          <a:p>
            <a:pPr lvl="0">
              <a:defRPr sz="1800">
                <a:solidFill>
                  <a:srgbClr val="000000"/>
                </a:solidFill>
              </a:defRPr>
            </a:pPr>
            <a:fld id="{86CB4B4D-7CA3-9044-876B-883B54F8677D}" type="slidenum">
              <a:rPr sz="1200">
                <a:solidFill>
                  <a:srgbClr val="FFFFFF"/>
                </a:solidFill>
              </a:rPr>
              <a:t>15</a:t>
            </a:fld>
            <a:endParaRPr sz="1200">
              <a:solidFill>
                <a:srgbClr val="FFFFFF"/>
              </a:solidFill>
            </a:endParaRPr>
          </a:p>
        </p:txBody>
      </p:sp>
      <p:sp>
        <p:nvSpPr>
          <p:cNvPr id="110" name="Shape 110"/>
          <p:cNvSpPr/>
          <p:nvPr/>
        </p:nvSpPr>
        <p:spPr>
          <a:xfrm>
            <a:off x="197768" y="1435094"/>
            <a:ext cx="8748464" cy="3929277"/>
          </a:xfrm>
          <a:prstGeom prst="rect">
            <a:avLst/>
          </a:prstGeom>
          <a:ln w="12700">
            <a:miter lim="400000"/>
          </a:ln>
          <a:extLst>
            <a:ext uri="{C572A759-6A51-4108-AA02-DFA0A04FC94B}">
              <ma14:wrappingTextBoxFlag xmlns="" xmlns:ma14="http://schemas.microsoft.com/office/mac/drawingml/2011/main" val="1"/>
            </a:ext>
          </a:extLst>
        </p:spPr>
        <p:txBody>
          <a:bodyPr lIns="45718" tIns="45718" rIns="45718" bIns="45718">
            <a:spAutoFit/>
          </a:bodyPr>
          <a:lstStyle/>
          <a:p>
            <a:pPr lvl="1"/>
            <a:r>
              <a:rPr sz="2000" dirty="0">
                <a:solidFill>
                  <a:srgbClr val="FFFFFF"/>
                </a:solidFill>
                <a:latin typeface="Arial"/>
                <a:ea typeface="Arial"/>
                <a:cs typeface="Arial"/>
                <a:sym typeface="Arial"/>
              </a:rPr>
              <a:t>  O VENDEDOR NECESSITA:</a:t>
            </a:r>
            <a:endParaRPr dirty="0">
              <a:solidFill>
                <a:srgbClr val="FFFFFF"/>
              </a:solidFill>
              <a:latin typeface="Times New Roman"/>
              <a:ea typeface="Times New Roman"/>
              <a:cs typeface="Times New Roman"/>
              <a:sym typeface="Times New Roman"/>
            </a:endParaRPr>
          </a:p>
          <a:p>
            <a:pPr marL="457200" lvl="1">
              <a:buNone/>
            </a:pPr>
            <a:r>
              <a:rPr dirty="0">
                <a:solidFill>
                  <a:srgbClr val="FFFFFF"/>
                </a:solidFill>
                <a:latin typeface="Arial"/>
                <a:ea typeface="Arial"/>
                <a:cs typeface="Arial"/>
                <a:sym typeface="Arial"/>
              </a:rPr>
              <a:t>VENDEDOR EH UM FOFOQUEIRO NATO. ELE PROCURA SABER COM OS OUTROS VENDEDORES, SE O CLIENTE PAGA EM DIA, SE DA CALOTE E ATE COM OS PROPRIOS FUNCIONARIOS SE ELES RECEBEM EM DIA. SE ELE PERCEBER ALGO, AVISA A REGIONAL QUE POR SUA VEZ, AVISA O FINANCEIRO PARA FICAR ESPERTO.</a:t>
            </a:r>
            <a:endParaRPr dirty="0">
              <a:solidFill>
                <a:srgbClr val="FFFFFF"/>
              </a:solidFill>
              <a:latin typeface="Times New Roman"/>
              <a:ea typeface="Times New Roman"/>
              <a:cs typeface="Times New Roman"/>
              <a:sym typeface="Times New Roman"/>
            </a:endParaRPr>
          </a:p>
          <a:p>
            <a:pPr marL="457200" lvl="1">
              <a:buNone/>
            </a:pPr>
            <a:r>
              <a:rPr dirty="0">
                <a:solidFill>
                  <a:srgbClr val="FFFFFF"/>
                </a:solidFill>
                <a:latin typeface="Arial"/>
                <a:ea typeface="Arial"/>
                <a:cs typeface="Arial"/>
                <a:sym typeface="Arial"/>
              </a:rPr>
              <a:t>A RESPONSABILIDADE PELO ESTADO DO CARRO E DOS OUTROS EQUIPAMENTOS DE TRABALHO EH DELE. HA PRÊMIOS PARA VENDEDORES QUE CONSERVAM SEUS CARROS E ESSES EQUIPAMENTOS, ALEM DE VALER PONTOS NA SUA AVALIAÇÃO ANUAL. ESSES PONTOS PODEM VIRAR BONUS. O VENDEDOR EM SUAS VISITAS TEM POR OBRIGAÇÃO OBSERVAR ONDE ESTAO SENDO EXPOSTOS OS PRODUTOS E AS CONDIÇÕES PARA CONSERVAÇÃO DOS MESMOS.</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 presetClass="entr" presetSubtype="8" fill="hold" grpId="2" nodeType="clickEffect">
                                  <p:stCondLst>
                                    <p:cond delay="0"/>
                                  </p:stCondLst>
                                  <p:iterate>
                                    <p:tmAbs val="0"/>
                                  </p:iterate>
                                  <p:childTnLst>
                                    <p:set>
                                      <p:cBhvr>
                                        <p:cTn id="6" fill="hold"/>
                                        <p:tgtEl>
                                          <p:spTgt spid="110"/>
                                        </p:tgtEl>
                                        <p:attrNameLst>
                                          <p:attrName>style.visibility</p:attrName>
                                        </p:attrNameLst>
                                      </p:cBhvr>
                                      <p:to>
                                        <p:strVal val="visible"/>
                                      </p:to>
                                    </p:set>
                                    <p:anim calcmode="lin" valueType="num">
                                      <p:cBhvr>
                                        <p:cTn id="7" dur="500" fill="hold"/>
                                        <p:tgtEl>
                                          <p:spTgt spid="110"/>
                                        </p:tgtEl>
                                        <p:attrNameLst>
                                          <p:attrName>ppt_x</p:attrName>
                                        </p:attrNameLst>
                                      </p:cBhvr>
                                      <p:tavLst>
                                        <p:tav tm="0">
                                          <p:val>
                                            <p:strVal val="0-#ppt_w/2"/>
                                          </p:val>
                                        </p:tav>
                                        <p:tav tm="100000">
                                          <p:val>
                                            <p:strVal val="#ppt_x"/>
                                          </p:val>
                                        </p:tav>
                                      </p:tavLst>
                                    </p:anim>
                                    <p:anim calcmode="lin" valueType="num">
                                      <p:cBhvr>
                                        <p:cTn id="8" dur="500" fill="hold"/>
                                        <p:tgtEl>
                                          <p:spTgt spid="1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 grpId="2" animBg="1" advAuto="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066FF"/>
            </a:gs>
            <a:gs pos="100000">
              <a:srgbClr val="000000"/>
            </a:gs>
          </a:gsLst>
          <a:lin ang="5459999" scaled="0"/>
        </a:gradFill>
        <a:effectLst/>
      </p:bgPr>
    </p:bg>
    <p:spTree>
      <p:nvGrpSpPr>
        <p:cNvPr id="1" name=""/>
        <p:cNvGrpSpPr/>
        <p:nvPr/>
      </p:nvGrpSpPr>
      <p:grpSpPr>
        <a:xfrm>
          <a:off x="0" y="0"/>
          <a:ext cx="0" cy="0"/>
          <a:chOff x="0" y="0"/>
          <a:chExt cx="0" cy="0"/>
        </a:xfrm>
      </p:grpSpPr>
      <p:sp>
        <p:nvSpPr>
          <p:cNvPr id="112" name="Shape 112"/>
          <p:cNvSpPr>
            <a:spLocks noGrp="1"/>
          </p:cNvSpPr>
          <p:nvPr>
            <p:ph type="sldNum" sz="quarter" idx="2"/>
          </p:nvPr>
        </p:nvSpPr>
        <p:spPr>
          <a:xfrm>
            <a:off x="6553200" y="6248398"/>
            <a:ext cx="1905000" cy="374529"/>
          </a:xfrm>
          <a:prstGeom prst="rect">
            <a:avLst/>
          </a:prstGeom>
          <a:extLst>
            <a:ext uri="{C572A759-6A51-4108-AA02-DFA0A04FC94B}">
              <ma14:wrappingTextBoxFlag xmlns="" xmlns:ma14="http://schemas.microsoft.com/office/mac/drawingml/2011/main" val="1"/>
            </a:ext>
          </a:extLst>
        </p:spPr>
        <p:txBody>
          <a:bodyPr lIns="0" tIns="0" rIns="0" bIns="0">
            <a:normAutofit/>
          </a:bodyPr>
          <a:lstStyle>
            <a:lvl1pPr marL="616920" indent="-616920" defTabSz="841247">
              <a:spcBef>
                <a:spcPts val="700"/>
              </a:spcBef>
              <a:defRPr sz="1200"/>
            </a:lvl1pPr>
          </a:lstStyle>
          <a:p>
            <a:pPr lvl="0">
              <a:defRPr sz="1800">
                <a:solidFill>
                  <a:srgbClr val="000000"/>
                </a:solidFill>
              </a:defRPr>
            </a:pPr>
            <a:fld id="{86CB4B4D-7CA3-9044-876B-883B54F8677D}" type="slidenum">
              <a:rPr sz="1200">
                <a:solidFill>
                  <a:srgbClr val="FFFFFF"/>
                </a:solidFill>
              </a:rPr>
              <a:t>16</a:t>
            </a:fld>
            <a:endParaRPr sz="1200">
              <a:solidFill>
                <a:srgbClr val="FFFFFF"/>
              </a:solidFill>
            </a:endParaRPr>
          </a:p>
        </p:txBody>
      </p:sp>
      <p:sp>
        <p:nvSpPr>
          <p:cNvPr id="113" name="Shape 113"/>
          <p:cNvSpPr>
            <a:spLocks noGrp="1"/>
          </p:cNvSpPr>
          <p:nvPr>
            <p:ph type="body" idx="4294967295"/>
          </p:nvPr>
        </p:nvSpPr>
        <p:spPr>
          <a:xfrm>
            <a:off x="300307" y="305392"/>
            <a:ext cx="8384907" cy="6172222"/>
          </a:xfrm>
          <a:prstGeom prst="rect">
            <a:avLst/>
          </a:prstGeom>
        </p:spPr>
        <p:txBody>
          <a:bodyPr lIns="0" tIns="0" rIns="0" bIns="0">
            <a:normAutofit/>
          </a:bodyPr>
          <a:lstStyle/>
          <a:p>
            <a:pPr marL="0" lvl="0" indent="0" defTabSz="905255">
              <a:spcBef>
                <a:spcPts val="600"/>
              </a:spcBef>
              <a:buNone/>
              <a:defRPr sz="1800">
                <a:solidFill>
                  <a:srgbClr val="000000"/>
                </a:solidFill>
                <a:effectLst/>
              </a:defRPr>
            </a:pPr>
            <a:endParaRPr sz="2970" dirty="0"/>
          </a:p>
          <a:p>
            <a:pPr marL="0" lvl="0" indent="0" defTabSz="905255">
              <a:spcBef>
                <a:spcPts val="600"/>
              </a:spcBef>
              <a:buNone/>
              <a:defRPr sz="1800">
                <a:solidFill>
                  <a:srgbClr val="000000"/>
                </a:solidFill>
                <a:effectLst/>
              </a:defRPr>
            </a:pPr>
            <a:r>
              <a:rPr sz="2970" dirty="0" err="1">
                <a:solidFill>
                  <a:srgbClr val="FFFFFF"/>
                </a:solidFill>
                <a:effectLst>
                  <a:outerShdw blurRad="37719" dist="37719" dir="2700000" rotWithShape="0">
                    <a:srgbClr val="000000"/>
                  </a:outerShdw>
                </a:effectLst>
              </a:rPr>
              <a:t>Você</a:t>
            </a:r>
            <a:r>
              <a:rPr sz="2970" dirty="0">
                <a:solidFill>
                  <a:srgbClr val="FFFFFF"/>
                </a:solidFill>
                <a:effectLst>
                  <a:outerShdw blurRad="37719" dist="37719" dir="2700000" rotWithShape="0">
                    <a:srgbClr val="000000"/>
                  </a:outerShdw>
                </a:effectLst>
              </a:rPr>
              <a:t> </a:t>
            </a:r>
            <a:r>
              <a:rPr sz="2970" dirty="0" err="1">
                <a:solidFill>
                  <a:srgbClr val="FFFFFF"/>
                </a:solidFill>
                <a:effectLst>
                  <a:outerShdw blurRad="37719" dist="37719" dir="2700000" rotWithShape="0">
                    <a:srgbClr val="000000"/>
                  </a:outerShdw>
                </a:effectLst>
              </a:rPr>
              <a:t>foi</a:t>
            </a:r>
            <a:r>
              <a:rPr sz="2970" dirty="0">
                <a:solidFill>
                  <a:srgbClr val="FFFFFF"/>
                </a:solidFill>
                <a:effectLst>
                  <a:outerShdw blurRad="37719" dist="37719" dir="2700000" rotWithShape="0">
                    <a:srgbClr val="000000"/>
                  </a:outerShdw>
                </a:effectLst>
              </a:rPr>
              <a:t> </a:t>
            </a:r>
            <a:r>
              <a:rPr sz="2970" dirty="0" err="1">
                <a:solidFill>
                  <a:srgbClr val="FFFFFF"/>
                </a:solidFill>
                <a:effectLst>
                  <a:outerShdw blurRad="37719" dist="37719" dir="2700000" rotWithShape="0">
                    <a:srgbClr val="000000"/>
                  </a:outerShdw>
                </a:effectLst>
              </a:rPr>
              <a:t>escolhido</a:t>
            </a:r>
            <a:r>
              <a:rPr sz="2970" dirty="0">
                <a:solidFill>
                  <a:srgbClr val="FFFFFF"/>
                </a:solidFill>
                <a:effectLst>
                  <a:outerShdw blurRad="37719" dist="37719" dir="2700000" rotWithShape="0">
                    <a:srgbClr val="000000"/>
                  </a:outerShdw>
                </a:effectLst>
              </a:rPr>
              <a:t> para </a:t>
            </a:r>
            <a:r>
              <a:rPr sz="2970" dirty="0" err="1">
                <a:solidFill>
                  <a:srgbClr val="FFFFFF"/>
                </a:solidFill>
                <a:effectLst>
                  <a:outerShdw blurRad="37719" dist="37719" dir="2700000" rotWithShape="0">
                    <a:srgbClr val="000000"/>
                  </a:outerShdw>
                </a:effectLst>
              </a:rPr>
              <a:t>fazer</a:t>
            </a:r>
            <a:r>
              <a:rPr sz="2970" dirty="0">
                <a:solidFill>
                  <a:srgbClr val="FFFFFF"/>
                </a:solidFill>
                <a:effectLst>
                  <a:outerShdw blurRad="37719" dist="37719" dir="2700000" rotWithShape="0">
                    <a:srgbClr val="000000"/>
                  </a:outerShdw>
                </a:effectLst>
              </a:rPr>
              <a:t> um </a:t>
            </a:r>
            <a:r>
              <a:rPr sz="2970" dirty="0" err="1">
                <a:solidFill>
                  <a:srgbClr val="FFFFFF"/>
                </a:solidFill>
                <a:effectLst>
                  <a:outerShdw blurRad="37719" dist="37719" dir="2700000" rotWithShape="0">
                    <a:srgbClr val="000000"/>
                  </a:outerShdw>
                </a:effectLst>
              </a:rPr>
              <a:t>sistema</a:t>
            </a:r>
            <a:r>
              <a:rPr sz="2970" dirty="0">
                <a:solidFill>
                  <a:srgbClr val="FFFFFF"/>
                </a:solidFill>
                <a:effectLst>
                  <a:outerShdw blurRad="37719" dist="37719" dir="2700000" rotWithShape="0">
                    <a:srgbClr val="000000"/>
                  </a:outerShdw>
                </a:effectLst>
              </a:rPr>
              <a:t> que </a:t>
            </a:r>
            <a:r>
              <a:rPr sz="2970" dirty="0" err="1">
                <a:solidFill>
                  <a:srgbClr val="FFFFFF"/>
                </a:solidFill>
                <a:effectLst>
                  <a:outerShdw blurRad="37719" dist="37719" dir="2700000" rotWithShape="0">
                    <a:srgbClr val="000000"/>
                  </a:outerShdw>
                </a:effectLst>
              </a:rPr>
              <a:t>facilite</a:t>
            </a:r>
            <a:r>
              <a:rPr sz="2970" dirty="0">
                <a:solidFill>
                  <a:srgbClr val="FFFFFF"/>
                </a:solidFill>
                <a:effectLst>
                  <a:outerShdw blurRad="37719" dist="37719" dir="2700000" rotWithShape="0">
                    <a:srgbClr val="000000"/>
                  </a:outerShdw>
                </a:effectLst>
              </a:rPr>
              <a:t> o </a:t>
            </a:r>
            <a:r>
              <a:rPr sz="2970" dirty="0" err="1">
                <a:solidFill>
                  <a:srgbClr val="FFFFFF"/>
                </a:solidFill>
                <a:effectLst>
                  <a:outerShdw blurRad="37719" dist="37719" dir="2700000" rotWithShape="0">
                    <a:srgbClr val="000000"/>
                  </a:outerShdw>
                </a:effectLst>
              </a:rPr>
              <a:t>trabalho</a:t>
            </a:r>
            <a:r>
              <a:rPr sz="2970" dirty="0">
                <a:solidFill>
                  <a:srgbClr val="FFFFFF"/>
                </a:solidFill>
                <a:effectLst>
                  <a:outerShdw blurRad="37719" dist="37719" dir="2700000" rotWithShape="0">
                    <a:srgbClr val="000000"/>
                  </a:outerShdw>
                </a:effectLst>
              </a:rPr>
              <a:t> das </a:t>
            </a:r>
            <a:r>
              <a:rPr sz="2970" dirty="0" err="1">
                <a:solidFill>
                  <a:srgbClr val="FFFFFF"/>
                </a:solidFill>
                <a:effectLst>
                  <a:outerShdw blurRad="37719" dist="37719" dir="2700000" rotWithShape="0">
                    <a:srgbClr val="000000"/>
                  </a:outerShdw>
                </a:effectLst>
              </a:rPr>
              <a:t>pessoas</a:t>
            </a:r>
            <a:r>
              <a:rPr sz="2970" dirty="0">
                <a:solidFill>
                  <a:srgbClr val="FFFFFF"/>
                </a:solidFill>
                <a:effectLst>
                  <a:outerShdw blurRad="37719" dist="37719" dir="2700000" rotWithShape="0">
                    <a:srgbClr val="000000"/>
                  </a:outerShdw>
                </a:effectLst>
              </a:rPr>
              <a:t> que </a:t>
            </a:r>
            <a:r>
              <a:rPr sz="2970" dirty="0" err="1">
                <a:solidFill>
                  <a:srgbClr val="FFFFFF"/>
                </a:solidFill>
                <a:effectLst>
                  <a:outerShdw blurRad="37719" dist="37719" dir="2700000" rotWithShape="0">
                    <a:srgbClr val="000000"/>
                  </a:outerShdw>
                </a:effectLst>
              </a:rPr>
              <a:t>trabalham</a:t>
            </a:r>
            <a:r>
              <a:rPr sz="2970" dirty="0">
                <a:solidFill>
                  <a:srgbClr val="FFFFFF"/>
                </a:solidFill>
                <a:effectLst>
                  <a:outerShdw blurRad="37719" dist="37719" dir="2700000" rotWithShape="0">
                    <a:srgbClr val="000000"/>
                  </a:outerShdw>
                </a:effectLst>
              </a:rPr>
              <a:t> </a:t>
            </a:r>
            <a:r>
              <a:rPr sz="2970" dirty="0" err="1">
                <a:solidFill>
                  <a:srgbClr val="FFFFFF"/>
                </a:solidFill>
                <a:effectLst>
                  <a:outerShdw blurRad="37719" dist="37719" dir="2700000" rotWithShape="0">
                    <a:srgbClr val="000000"/>
                  </a:outerShdw>
                </a:effectLst>
              </a:rPr>
              <a:t>nas</a:t>
            </a:r>
            <a:r>
              <a:rPr sz="2970" dirty="0">
                <a:solidFill>
                  <a:srgbClr val="FFFFFF"/>
                </a:solidFill>
                <a:effectLst>
                  <a:outerShdw blurRad="37719" dist="37719" dir="2700000" rotWithShape="0">
                    <a:srgbClr val="000000"/>
                  </a:outerShdw>
                </a:effectLst>
              </a:rPr>
              <a:t> </a:t>
            </a:r>
            <a:r>
              <a:rPr sz="2970" dirty="0" err="1">
                <a:solidFill>
                  <a:srgbClr val="FFFFFF"/>
                </a:solidFill>
                <a:effectLst>
                  <a:outerShdw blurRad="37719" dist="37719" dir="2700000" rotWithShape="0">
                    <a:srgbClr val="000000"/>
                  </a:outerShdw>
                </a:effectLst>
              </a:rPr>
              <a:t>regionais</a:t>
            </a:r>
            <a:r>
              <a:rPr sz="2970" dirty="0">
                <a:solidFill>
                  <a:srgbClr val="FFFFFF"/>
                </a:solidFill>
                <a:effectLst>
                  <a:outerShdw blurRad="37719" dist="37719" dir="2700000" rotWithShape="0">
                    <a:srgbClr val="000000"/>
                  </a:outerShdw>
                </a:effectLst>
              </a:rPr>
              <a:t> de </a:t>
            </a:r>
            <a:r>
              <a:rPr sz="2970" dirty="0" err="1">
                <a:solidFill>
                  <a:srgbClr val="FFFFFF"/>
                </a:solidFill>
                <a:effectLst>
                  <a:outerShdw blurRad="37719" dist="37719" dir="2700000" rotWithShape="0">
                    <a:srgbClr val="000000"/>
                  </a:outerShdw>
                </a:effectLst>
              </a:rPr>
              <a:t>vendas</a:t>
            </a:r>
            <a:r>
              <a:rPr sz="2970" dirty="0">
                <a:solidFill>
                  <a:srgbClr val="FFFFFF"/>
                </a:solidFill>
                <a:effectLst>
                  <a:outerShdw blurRad="37719" dist="37719" dir="2700000" rotWithShape="0">
                    <a:srgbClr val="000000"/>
                  </a:outerShdw>
                </a:effectLst>
              </a:rPr>
              <a:t>. </a:t>
            </a:r>
            <a:r>
              <a:rPr sz="2970" dirty="0" err="1">
                <a:solidFill>
                  <a:srgbClr val="FFFFFF"/>
                </a:solidFill>
                <a:effectLst>
                  <a:outerShdw blurRad="37719" dist="37719" dir="2700000" rotWithShape="0">
                    <a:srgbClr val="000000"/>
                  </a:outerShdw>
                </a:effectLst>
              </a:rPr>
              <a:t>Enumere</a:t>
            </a:r>
            <a:r>
              <a:rPr sz="2970" dirty="0">
                <a:solidFill>
                  <a:srgbClr val="FFFFFF"/>
                </a:solidFill>
                <a:effectLst>
                  <a:outerShdw blurRad="37719" dist="37719" dir="2700000" rotWithShape="0">
                    <a:srgbClr val="000000"/>
                  </a:outerShdw>
                </a:effectLst>
              </a:rPr>
              <a:t>:</a:t>
            </a:r>
            <a:endParaRPr sz="2970" dirty="0"/>
          </a:p>
          <a:p>
            <a:pPr marL="2476880" lvl="2" indent="-1571625" defTabSz="905255">
              <a:spcBef>
                <a:spcPts val="600"/>
              </a:spcBef>
              <a:buSzPct val="75000"/>
              <a:buChar char="■"/>
              <a:defRPr sz="1800">
                <a:solidFill>
                  <a:srgbClr val="000000"/>
                </a:solidFill>
                <a:effectLst/>
              </a:defRPr>
            </a:pPr>
            <a:r>
              <a:rPr sz="2970" dirty="0">
                <a:solidFill>
                  <a:srgbClr val="FFFFFF"/>
                </a:solidFill>
                <a:effectLst>
                  <a:outerShdw blurRad="37719" dist="37719" dir="2700000" rotWithShape="0">
                    <a:srgbClr val="000000"/>
                  </a:outerShdw>
                </a:effectLst>
              </a:rPr>
              <a:t> as </a:t>
            </a:r>
            <a:r>
              <a:rPr sz="2970" dirty="0" err="1">
                <a:solidFill>
                  <a:srgbClr val="FFFFFF"/>
                </a:solidFill>
                <a:effectLst>
                  <a:outerShdw blurRad="37719" dist="37719" dir="2700000" rotWithShape="0">
                    <a:srgbClr val="000000"/>
                  </a:outerShdw>
                </a:effectLst>
              </a:rPr>
              <a:t>necessidade</a:t>
            </a:r>
            <a:r>
              <a:rPr sz="2970" dirty="0">
                <a:solidFill>
                  <a:srgbClr val="FFFFFF"/>
                </a:solidFill>
                <a:effectLst>
                  <a:outerShdw blurRad="37719" dist="37719" dir="2700000" rotWithShape="0">
                    <a:srgbClr val="000000"/>
                  </a:outerShdw>
                </a:effectLst>
              </a:rPr>
              <a:t> das </a:t>
            </a:r>
            <a:r>
              <a:rPr sz="2970" dirty="0" err="1">
                <a:solidFill>
                  <a:srgbClr val="FFFFFF"/>
                </a:solidFill>
                <a:effectLst>
                  <a:outerShdw blurRad="37719" dist="37719" dir="2700000" rotWithShape="0">
                    <a:srgbClr val="000000"/>
                  </a:outerShdw>
                </a:effectLst>
              </a:rPr>
              <a:t>regionais</a:t>
            </a:r>
            <a:r>
              <a:rPr sz="2970" dirty="0">
                <a:solidFill>
                  <a:srgbClr val="FFFFFF"/>
                </a:solidFill>
                <a:effectLst>
                  <a:outerShdw blurRad="37719" dist="37719" dir="2700000" rotWithShape="0">
                    <a:srgbClr val="000000"/>
                  </a:outerShdw>
                </a:effectLst>
              </a:rPr>
              <a:t>, </a:t>
            </a:r>
            <a:endParaRPr sz="2970" dirty="0"/>
          </a:p>
          <a:p>
            <a:pPr marL="2476880" lvl="2" indent="-1571625" defTabSz="905255">
              <a:spcBef>
                <a:spcPts val="600"/>
              </a:spcBef>
              <a:buSzPct val="75000"/>
              <a:buChar char="■"/>
              <a:defRPr sz="1800">
                <a:solidFill>
                  <a:srgbClr val="000000"/>
                </a:solidFill>
                <a:effectLst/>
              </a:defRPr>
            </a:pPr>
            <a:r>
              <a:rPr sz="2970" dirty="0" err="1">
                <a:solidFill>
                  <a:srgbClr val="FFFFFF"/>
                </a:solidFill>
                <a:effectLst>
                  <a:outerShdw blurRad="37719" dist="37719" dir="2700000" rotWithShape="0">
                    <a:srgbClr val="000000"/>
                  </a:outerShdw>
                </a:effectLst>
              </a:rPr>
              <a:t>quais</a:t>
            </a:r>
            <a:r>
              <a:rPr sz="2970" dirty="0">
                <a:solidFill>
                  <a:srgbClr val="FFFFFF"/>
                </a:solidFill>
                <a:effectLst>
                  <a:outerShdw blurRad="37719" dist="37719" dir="2700000" rotWithShape="0">
                    <a:srgbClr val="000000"/>
                  </a:outerShdw>
                </a:effectLst>
              </a:rPr>
              <a:t> </a:t>
            </a:r>
            <a:r>
              <a:rPr sz="2970" dirty="0" err="1">
                <a:solidFill>
                  <a:srgbClr val="FFFFFF"/>
                </a:solidFill>
                <a:effectLst>
                  <a:outerShdw blurRad="37719" dist="37719" dir="2700000" rotWithShape="0">
                    <a:srgbClr val="000000"/>
                  </a:outerShdw>
                </a:effectLst>
              </a:rPr>
              <a:t>arquivos</a:t>
            </a:r>
            <a:r>
              <a:rPr sz="2970" dirty="0">
                <a:solidFill>
                  <a:srgbClr val="FFFFFF"/>
                </a:solidFill>
                <a:effectLst>
                  <a:outerShdw blurRad="37719" dist="37719" dir="2700000" rotWithShape="0">
                    <a:srgbClr val="000000"/>
                  </a:outerShdw>
                </a:effectLst>
              </a:rPr>
              <a:t> </a:t>
            </a:r>
            <a:r>
              <a:rPr sz="2970" dirty="0" err="1">
                <a:solidFill>
                  <a:srgbClr val="FFFFFF"/>
                </a:solidFill>
                <a:effectLst>
                  <a:outerShdw blurRad="37719" dist="37719" dir="2700000" rotWithShape="0">
                    <a:srgbClr val="000000"/>
                  </a:outerShdw>
                </a:effectLst>
              </a:rPr>
              <a:t>vc</a:t>
            </a:r>
            <a:r>
              <a:rPr sz="2970" dirty="0">
                <a:solidFill>
                  <a:srgbClr val="FFFFFF"/>
                </a:solidFill>
                <a:effectLst>
                  <a:outerShdw blurRad="37719" dist="37719" dir="2700000" rotWithShape="0">
                    <a:srgbClr val="000000"/>
                  </a:outerShdw>
                </a:effectLst>
              </a:rPr>
              <a:t> </a:t>
            </a:r>
            <a:r>
              <a:rPr sz="2970" dirty="0" err="1">
                <a:solidFill>
                  <a:srgbClr val="FFFFFF"/>
                </a:solidFill>
                <a:effectLst>
                  <a:outerShdw blurRad="37719" dist="37719" dir="2700000" rotWithShape="0">
                    <a:srgbClr val="000000"/>
                  </a:outerShdw>
                </a:effectLst>
              </a:rPr>
              <a:t>devera</a:t>
            </a:r>
            <a:r>
              <a:rPr sz="2970" dirty="0">
                <a:solidFill>
                  <a:srgbClr val="FFFFFF"/>
                </a:solidFill>
                <a:effectLst>
                  <a:outerShdw blurRad="37719" dist="37719" dir="2700000" rotWithShape="0">
                    <a:srgbClr val="000000"/>
                  </a:outerShdw>
                </a:effectLst>
              </a:rPr>
              <a:t> </a:t>
            </a:r>
            <a:r>
              <a:rPr sz="2970" dirty="0" err="1">
                <a:solidFill>
                  <a:srgbClr val="FFFFFF"/>
                </a:solidFill>
                <a:effectLst>
                  <a:outerShdw blurRad="37719" dist="37719" dir="2700000" rotWithShape="0">
                    <a:srgbClr val="000000"/>
                  </a:outerShdw>
                </a:effectLst>
              </a:rPr>
              <a:t>criar</a:t>
            </a:r>
            <a:endParaRPr sz="2970" dirty="0"/>
          </a:p>
          <a:p>
            <a:pPr marL="2476880" lvl="2" indent="-1571625" defTabSz="905255">
              <a:spcBef>
                <a:spcPts val="600"/>
              </a:spcBef>
              <a:buSzPct val="75000"/>
              <a:buChar char="■"/>
              <a:defRPr sz="1800">
                <a:solidFill>
                  <a:srgbClr val="000000"/>
                </a:solidFill>
                <a:effectLst/>
              </a:defRPr>
            </a:pPr>
            <a:r>
              <a:rPr sz="2970" dirty="0" err="1">
                <a:solidFill>
                  <a:srgbClr val="FFFFFF"/>
                </a:solidFill>
                <a:effectLst>
                  <a:outerShdw blurRad="37719" dist="37719" dir="2700000" rotWithShape="0">
                    <a:srgbClr val="000000"/>
                  </a:outerShdw>
                </a:effectLst>
              </a:rPr>
              <a:t>quais</a:t>
            </a:r>
            <a:r>
              <a:rPr sz="2970" dirty="0">
                <a:solidFill>
                  <a:srgbClr val="FFFFFF"/>
                </a:solidFill>
                <a:effectLst>
                  <a:outerShdw blurRad="37719" dist="37719" dir="2700000" rotWithShape="0">
                    <a:srgbClr val="000000"/>
                  </a:outerShdw>
                </a:effectLst>
              </a:rPr>
              <a:t> </a:t>
            </a:r>
            <a:r>
              <a:rPr sz="2970" dirty="0" err="1">
                <a:solidFill>
                  <a:srgbClr val="FFFFFF"/>
                </a:solidFill>
                <a:effectLst>
                  <a:outerShdw blurRad="37719" dist="37719" dir="2700000" rotWithShape="0">
                    <a:srgbClr val="000000"/>
                  </a:outerShdw>
                </a:effectLst>
              </a:rPr>
              <a:t>os</a:t>
            </a:r>
            <a:r>
              <a:rPr sz="2970" dirty="0">
                <a:solidFill>
                  <a:srgbClr val="FFFFFF"/>
                </a:solidFill>
                <a:effectLst>
                  <a:outerShdw blurRad="37719" dist="37719" dir="2700000" rotWithShape="0">
                    <a:srgbClr val="000000"/>
                  </a:outerShdw>
                </a:effectLst>
              </a:rPr>
              <a:t> </a:t>
            </a:r>
            <a:r>
              <a:rPr sz="2970" dirty="0" err="1">
                <a:solidFill>
                  <a:srgbClr val="FFFFFF"/>
                </a:solidFill>
                <a:effectLst>
                  <a:outerShdw blurRad="37719" dist="37719" dir="2700000" rotWithShape="0">
                    <a:srgbClr val="000000"/>
                  </a:outerShdw>
                </a:effectLst>
              </a:rPr>
              <a:t>relatórios</a:t>
            </a:r>
            <a:r>
              <a:rPr sz="2970" dirty="0">
                <a:solidFill>
                  <a:srgbClr val="FFFFFF"/>
                </a:solidFill>
                <a:effectLst>
                  <a:outerShdw blurRad="37719" dist="37719" dir="2700000" rotWithShape="0">
                    <a:srgbClr val="000000"/>
                  </a:outerShdw>
                </a:effectLst>
              </a:rPr>
              <a:t> </a:t>
            </a:r>
            <a:r>
              <a:rPr sz="2970" dirty="0" err="1">
                <a:solidFill>
                  <a:srgbClr val="FFFFFF"/>
                </a:solidFill>
                <a:effectLst>
                  <a:outerShdw blurRad="37719" dist="37719" dir="2700000" rotWithShape="0">
                    <a:srgbClr val="000000"/>
                  </a:outerShdw>
                </a:effectLst>
              </a:rPr>
              <a:t>necessários</a:t>
            </a:r>
            <a:endParaRPr sz="2970" dirty="0"/>
          </a:p>
          <a:p>
            <a:pPr marL="2476880" lvl="2" indent="-1571625" defTabSz="905255">
              <a:spcBef>
                <a:spcPts val="600"/>
              </a:spcBef>
              <a:buSzPct val="75000"/>
              <a:buChar char="■"/>
              <a:defRPr sz="1800">
                <a:solidFill>
                  <a:srgbClr val="000000"/>
                </a:solidFill>
                <a:effectLst/>
              </a:defRPr>
            </a:pPr>
            <a:r>
              <a:rPr sz="2970" dirty="0" err="1">
                <a:solidFill>
                  <a:srgbClr val="FFFFFF"/>
                </a:solidFill>
                <a:effectLst>
                  <a:outerShdw blurRad="37719" dist="37719" dir="2700000" rotWithShape="0">
                    <a:srgbClr val="000000"/>
                  </a:outerShdw>
                </a:effectLst>
              </a:rPr>
              <a:t>como</a:t>
            </a:r>
            <a:r>
              <a:rPr sz="2970" dirty="0">
                <a:solidFill>
                  <a:srgbClr val="FFFFFF"/>
                </a:solidFill>
                <a:effectLst>
                  <a:outerShdw blurRad="37719" dist="37719" dir="2700000" rotWithShape="0">
                    <a:srgbClr val="000000"/>
                  </a:outerShdw>
                </a:effectLst>
              </a:rPr>
              <a:t> </a:t>
            </a:r>
            <a:r>
              <a:rPr sz="2970" dirty="0" err="1">
                <a:solidFill>
                  <a:srgbClr val="FFFFFF"/>
                </a:solidFill>
                <a:effectLst>
                  <a:outerShdw blurRad="37719" dist="37719" dir="2700000" rotWithShape="0">
                    <a:srgbClr val="000000"/>
                  </a:outerShdw>
                </a:effectLst>
              </a:rPr>
              <a:t>controlar</a:t>
            </a:r>
            <a:r>
              <a:rPr sz="2970" dirty="0">
                <a:solidFill>
                  <a:srgbClr val="FFFFFF"/>
                </a:solidFill>
                <a:effectLst>
                  <a:outerShdw blurRad="37719" dist="37719" dir="2700000" rotWithShape="0">
                    <a:srgbClr val="000000"/>
                  </a:outerShdw>
                </a:effectLst>
              </a:rPr>
              <a:t> </a:t>
            </a:r>
            <a:r>
              <a:rPr sz="2970" dirty="0" err="1">
                <a:solidFill>
                  <a:srgbClr val="FFFFFF"/>
                </a:solidFill>
                <a:effectLst>
                  <a:outerShdw blurRad="37719" dist="37719" dir="2700000" rotWithShape="0">
                    <a:srgbClr val="000000"/>
                  </a:outerShdw>
                </a:effectLst>
              </a:rPr>
              <a:t>os</a:t>
            </a:r>
            <a:r>
              <a:rPr sz="2970" dirty="0">
                <a:solidFill>
                  <a:srgbClr val="FFFFFF"/>
                </a:solidFill>
                <a:effectLst>
                  <a:outerShdw blurRad="37719" dist="37719" dir="2700000" rotWithShape="0">
                    <a:srgbClr val="000000"/>
                  </a:outerShdw>
                </a:effectLst>
              </a:rPr>
              <a:t> </a:t>
            </a:r>
            <a:r>
              <a:rPr sz="2970" dirty="0" err="1">
                <a:solidFill>
                  <a:srgbClr val="FFFFFF"/>
                </a:solidFill>
                <a:effectLst>
                  <a:outerShdw blurRad="37719" dist="37719" dir="2700000" rotWithShape="0">
                    <a:srgbClr val="000000"/>
                  </a:outerShdw>
                </a:effectLst>
              </a:rPr>
              <a:t>vendedores</a:t>
            </a:r>
            <a:endParaRPr sz="2970" dirty="0"/>
          </a:p>
          <a:p>
            <a:pPr marL="2476880" lvl="2" indent="-1571625" defTabSz="905255">
              <a:spcBef>
                <a:spcPts val="600"/>
              </a:spcBef>
              <a:buSzPct val="75000"/>
              <a:buChar char="■"/>
              <a:defRPr sz="1800">
                <a:solidFill>
                  <a:srgbClr val="000000"/>
                </a:solidFill>
                <a:effectLst/>
              </a:defRPr>
            </a:pPr>
            <a:r>
              <a:rPr sz="2970" dirty="0" err="1">
                <a:solidFill>
                  <a:srgbClr val="FFFFFF"/>
                </a:solidFill>
                <a:effectLst>
                  <a:outerShdw blurRad="37719" dist="37719" dir="2700000" rotWithShape="0">
                    <a:srgbClr val="000000"/>
                  </a:outerShdw>
                </a:effectLst>
              </a:rPr>
              <a:t>quais</a:t>
            </a:r>
            <a:r>
              <a:rPr sz="2970" dirty="0">
                <a:solidFill>
                  <a:srgbClr val="FFFFFF"/>
                </a:solidFill>
                <a:effectLst>
                  <a:outerShdw blurRad="37719" dist="37719" dir="2700000" rotWithShape="0">
                    <a:srgbClr val="000000"/>
                  </a:outerShdw>
                </a:effectLst>
              </a:rPr>
              <a:t> </a:t>
            </a:r>
            <a:r>
              <a:rPr sz="2970" dirty="0" err="1">
                <a:solidFill>
                  <a:srgbClr val="FFFFFF"/>
                </a:solidFill>
                <a:effectLst>
                  <a:outerShdw blurRad="37719" dist="37719" dir="2700000" rotWithShape="0">
                    <a:srgbClr val="000000"/>
                  </a:outerShdw>
                </a:effectLst>
              </a:rPr>
              <a:t>os</a:t>
            </a:r>
            <a:r>
              <a:rPr sz="2970" dirty="0">
                <a:solidFill>
                  <a:srgbClr val="FFFFFF"/>
                </a:solidFill>
                <a:effectLst>
                  <a:outerShdw blurRad="37719" dist="37719" dir="2700000" rotWithShape="0">
                    <a:srgbClr val="000000"/>
                  </a:outerShdw>
                </a:effectLst>
              </a:rPr>
              <a:t> </a:t>
            </a:r>
            <a:r>
              <a:rPr sz="2970" dirty="0" err="1">
                <a:solidFill>
                  <a:srgbClr val="FFFFFF"/>
                </a:solidFill>
                <a:effectLst>
                  <a:outerShdw blurRad="37719" dist="37719" dir="2700000" rotWithShape="0">
                    <a:srgbClr val="000000"/>
                  </a:outerShdw>
                </a:effectLst>
              </a:rPr>
              <a:t>relatórios</a:t>
            </a:r>
            <a:r>
              <a:rPr sz="2970" dirty="0">
                <a:solidFill>
                  <a:srgbClr val="FFFFFF"/>
                </a:solidFill>
                <a:effectLst>
                  <a:outerShdw blurRad="37719" dist="37719" dir="2700000" rotWithShape="0">
                    <a:srgbClr val="000000"/>
                  </a:outerShdw>
                </a:effectLst>
              </a:rPr>
              <a:t> </a:t>
            </a:r>
            <a:r>
              <a:rPr sz="2970" dirty="0" err="1">
                <a:solidFill>
                  <a:srgbClr val="FFFFFF"/>
                </a:solidFill>
                <a:effectLst>
                  <a:outerShdw blurRad="37719" dist="37719" dir="2700000" rotWithShape="0">
                    <a:srgbClr val="000000"/>
                  </a:outerShdw>
                </a:effectLst>
              </a:rPr>
              <a:t>gerenciais</a:t>
            </a:r>
            <a:endParaRPr sz="2970" dirty="0"/>
          </a:p>
          <a:p>
            <a:pPr marL="2476880" lvl="2" indent="-1571625" defTabSz="905255">
              <a:spcBef>
                <a:spcPts val="600"/>
              </a:spcBef>
              <a:buSzPct val="75000"/>
              <a:buChar char="■"/>
              <a:defRPr sz="1800">
                <a:solidFill>
                  <a:srgbClr val="000000"/>
                </a:solidFill>
                <a:effectLst/>
              </a:defRPr>
            </a:pPr>
            <a:r>
              <a:rPr sz="2970" dirty="0" err="1">
                <a:solidFill>
                  <a:srgbClr val="FFFFFF"/>
                </a:solidFill>
                <a:effectLst>
                  <a:outerShdw blurRad="37719" dist="37719" dir="2700000" rotWithShape="0">
                    <a:srgbClr val="000000"/>
                  </a:outerShdw>
                </a:effectLst>
              </a:rPr>
              <a:t>quais</a:t>
            </a:r>
            <a:r>
              <a:rPr sz="2970" dirty="0">
                <a:solidFill>
                  <a:srgbClr val="FFFFFF"/>
                </a:solidFill>
                <a:effectLst>
                  <a:outerShdw blurRad="37719" dist="37719" dir="2700000" rotWithShape="0">
                    <a:srgbClr val="000000"/>
                  </a:outerShdw>
                </a:effectLst>
              </a:rPr>
              <a:t> </a:t>
            </a:r>
            <a:r>
              <a:rPr sz="2970" dirty="0" err="1">
                <a:solidFill>
                  <a:srgbClr val="FFFFFF"/>
                </a:solidFill>
                <a:effectLst>
                  <a:outerShdw blurRad="37719" dist="37719" dir="2700000" rotWithShape="0">
                    <a:srgbClr val="000000"/>
                  </a:outerShdw>
                </a:effectLst>
              </a:rPr>
              <a:t>os</a:t>
            </a:r>
            <a:r>
              <a:rPr sz="2970" dirty="0">
                <a:solidFill>
                  <a:srgbClr val="FFFFFF"/>
                </a:solidFill>
                <a:effectLst>
                  <a:outerShdw blurRad="37719" dist="37719" dir="2700000" rotWithShape="0">
                    <a:srgbClr val="000000"/>
                  </a:outerShdw>
                </a:effectLst>
              </a:rPr>
              <a:t> </a:t>
            </a:r>
            <a:r>
              <a:rPr sz="2970" dirty="0" err="1">
                <a:solidFill>
                  <a:srgbClr val="FFFFFF"/>
                </a:solidFill>
                <a:effectLst>
                  <a:outerShdw blurRad="37719" dist="37719" dir="2700000" rotWithShape="0">
                    <a:srgbClr val="000000"/>
                  </a:outerShdw>
                </a:effectLst>
              </a:rPr>
              <a:t>principais</a:t>
            </a:r>
            <a:r>
              <a:rPr sz="2970" dirty="0">
                <a:solidFill>
                  <a:srgbClr val="FFFFFF"/>
                </a:solidFill>
                <a:effectLst>
                  <a:outerShdw blurRad="37719" dist="37719" dir="2700000" rotWithShape="0">
                    <a:srgbClr val="000000"/>
                  </a:outerShdw>
                </a:effectLst>
              </a:rPr>
              <a:t> </a:t>
            </a:r>
            <a:r>
              <a:rPr sz="2970" dirty="0" err="1">
                <a:solidFill>
                  <a:srgbClr val="FFFFFF"/>
                </a:solidFill>
                <a:effectLst>
                  <a:outerShdw blurRad="37719" dist="37719" dir="2700000" rotWithShape="0">
                    <a:srgbClr val="000000"/>
                  </a:outerShdw>
                </a:effectLst>
              </a:rPr>
              <a:t>problemas</a:t>
            </a:r>
            <a:endParaRPr sz="2970" dirty="0"/>
          </a:p>
          <a:p>
            <a:pPr marL="2476880" lvl="2" indent="-1571625" defTabSz="905255">
              <a:spcBef>
                <a:spcPts val="600"/>
              </a:spcBef>
              <a:buSzPct val="75000"/>
              <a:buChar char="■"/>
              <a:defRPr sz="1800">
                <a:solidFill>
                  <a:srgbClr val="000000"/>
                </a:solidFill>
                <a:effectLst/>
              </a:defRPr>
            </a:pPr>
            <a:r>
              <a:rPr sz="2970" dirty="0" err="1">
                <a:solidFill>
                  <a:srgbClr val="FFFFFF"/>
                </a:solidFill>
                <a:effectLst>
                  <a:outerShdw blurRad="37719" dist="37719" dir="2700000" rotWithShape="0">
                    <a:srgbClr val="000000"/>
                  </a:outerShdw>
                </a:effectLst>
              </a:rPr>
              <a:t>quais</a:t>
            </a:r>
            <a:r>
              <a:rPr sz="2970" dirty="0">
                <a:solidFill>
                  <a:srgbClr val="FFFFFF"/>
                </a:solidFill>
                <a:effectLst>
                  <a:outerShdw blurRad="37719" dist="37719" dir="2700000" rotWithShape="0">
                    <a:srgbClr val="000000"/>
                  </a:outerShdw>
                </a:effectLst>
              </a:rPr>
              <a:t> </a:t>
            </a:r>
            <a:r>
              <a:rPr sz="2970" dirty="0" err="1">
                <a:solidFill>
                  <a:srgbClr val="FFFFFF"/>
                </a:solidFill>
                <a:effectLst>
                  <a:outerShdw blurRad="37719" dist="37719" dir="2700000" rotWithShape="0">
                    <a:srgbClr val="000000"/>
                  </a:outerShdw>
                </a:effectLst>
              </a:rPr>
              <a:t>departamentos</a:t>
            </a:r>
            <a:r>
              <a:rPr sz="2970" dirty="0">
                <a:solidFill>
                  <a:srgbClr val="FFFFFF"/>
                </a:solidFill>
                <a:effectLst>
                  <a:outerShdw blurRad="37719" dist="37719" dir="2700000" rotWithShape="0">
                    <a:srgbClr val="000000"/>
                  </a:outerShdw>
                </a:effectLst>
              </a:rPr>
              <a:t> </a:t>
            </a:r>
            <a:r>
              <a:rPr sz="2970" dirty="0" err="1">
                <a:solidFill>
                  <a:srgbClr val="FFFFFF"/>
                </a:solidFill>
                <a:effectLst>
                  <a:outerShdw blurRad="37719" dist="37719" dir="2700000" rotWithShape="0">
                    <a:srgbClr val="000000"/>
                  </a:outerShdw>
                </a:effectLst>
              </a:rPr>
              <a:t>dependem</a:t>
            </a:r>
            <a:r>
              <a:rPr sz="2970" dirty="0">
                <a:solidFill>
                  <a:srgbClr val="FFFFFF"/>
                </a:solidFill>
                <a:effectLst>
                  <a:outerShdw blurRad="37719" dist="37719" dir="2700000" rotWithShape="0">
                    <a:srgbClr val="000000"/>
                  </a:outerShdw>
                </a:effectLst>
              </a:rPr>
              <a:t> das </a:t>
            </a:r>
            <a:r>
              <a:rPr sz="2970" dirty="0" err="1">
                <a:solidFill>
                  <a:srgbClr val="FFFFFF"/>
                </a:solidFill>
                <a:effectLst>
                  <a:outerShdw blurRad="37719" dist="37719" dir="2700000" rotWithShape="0">
                    <a:srgbClr val="000000"/>
                  </a:outerShdw>
                </a:effectLst>
              </a:rPr>
              <a:t>informações</a:t>
            </a:r>
            <a:r>
              <a:rPr sz="2970" dirty="0">
                <a:solidFill>
                  <a:srgbClr val="FFFFFF"/>
                </a:solidFill>
                <a:effectLst>
                  <a:outerShdw blurRad="37719" dist="37719" dir="2700000" rotWithShape="0">
                    <a:srgbClr val="000000"/>
                  </a:outerShdw>
                </a:effectLst>
              </a:rPr>
              <a:t> que </a:t>
            </a:r>
            <a:r>
              <a:rPr sz="2970" dirty="0" err="1">
                <a:solidFill>
                  <a:srgbClr val="FFFFFF"/>
                </a:solidFill>
                <a:effectLst>
                  <a:outerShdw blurRad="37719" dist="37719" dir="2700000" rotWithShape="0">
                    <a:srgbClr val="000000"/>
                  </a:outerShdw>
                </a:effectLst>
              </a:rPr>
              <a:t>devem</a:t>
            </a:r>
            <a:r>
              <a:rPr sz="2970" dirty="0">
                <a:solidFill>
                  <a:srgbClr val="FFFFFF"/>
                </a:solidFill>
                <a:effectLst>
                  <a:outerShdw blurRad="37719" dist="37719" dir="2700000" rotWithShape="0">
                    <a:srgbClr val="000000"/>
                  </a:outerShdw>
                </a:effectLst>
              </a:rPr>
              <a:t> ser </a:t>
            </a:r>
            <a:r>
              <a:rPr sz="2970" dirty="0" err="1">
                <a:solidFill>
                  <a:srgbClr val="FFFFFF"/>
                </a:solidFill>
                <a:effectLst>
                  <a:outerShdw blurRad="37719" dist="37719" dir="2700000" rotWithShape="0">
                    <a:srgbClr val="000000"/>
                  </a:outerShdw>
                </a:effectLst>
              </a:rPr>
              <a:t>passadas</a:t>
            </a:r>
            <a:r>
              <a:rPr sz="2970" dirty="0">
                <a:solidFill>
                  <a:srgbClr val="FFFFFF"/>
                </a:solidFill>
                <a:effectLst>
                  <a:outerShdw blurRad="37719" dist="37719" dir="2700000" rotWithShape="0">
                    <a:srgbClr val="000000"/>
                  </a:outerShdw>
                </a:effectLst>
              </a:rPr>
              <a:t>.</a:t>
            </a: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Shape 115"/>
          <p:cNvSpPr>
            <a:spLocks noGrp="1"/>
          </p:cNvSpPr>
          <p:nvPr>
            <p:ph type="sldNum" sz="quarter" idx="2"/>
          </p:nvPr>
        </p:nvSpPr>
        <p:spPr>
          <a:xfrm>
            <a:off x="6553200" y="6248398"/>
            <a:ext cx="1905000" cy="374529"/>
          </a:xfrm>
          <a:prstGeom prst="rect">
            <a:avLst/>
          </a:prstGeom>
          <a:extLst>
            <a:ext uri="{C572A759-6A51-4108-AA02-DFA0A04FC94B}">
              <ma14:wrappingTextBoxFlag xmlns="" xmlns:ma14="http://schemas.microsoft.com/office/mac/drawingml/2011/main" val="1"/>
            </a:ext>
          </a:extLst>
        </p:spPr>
        <p:txBody>
          <a:bodyPr lIns="0" tIns="0" rIns="0" bIns="0">
            <a:normAutofit/>
          </a:bodyPr>
          <a:lstStyle>
            <a:lvl1pPr marL="616920" indent="-616920" defTabSz="841247">
              <a:spcBef>
                <a:spcPts val="700"/>
              </a:spcBef>
              <a:defRPr sz="1200"/>
            </a:lvl1pPr>
          </a:lstStyle>
          <a:p>
            <a:pPr lvl="0">
              <a:defRPr sz="1800">
                <a:solidFill>
                  <a:srgbClr val="000000"/>
                </a:solidFill>
              </a:defRPr>
            </a:pPr>
            <a:fld id="{86CB4B4D-7CA3-9044-876B-883B54F8677D}" type="slidenum">
              <a:rPr sz="1200">
                <a:solidFill>
                  <a:srgbClr val="FFFFFF"/>
                </a:solidFill>
              </a:rPr>
              <a:t>17</a:t>
            </a:fld>
            <a:endParaRPr sz="1200">
              <a:solidFill>
                <a:srgbClr val="FFFFFF"/>
              </a:solidFill>
            </a:endParaRPr>
          </a:p>
        </p:txBody>
      </p:sp>
      <p:sp>
        <p:nvSpPr>
          <p:cNvPr id="117" name="Shape 117"/>
          <p:cNvSpPr/>
          <p:nvPr/>
        </p:nvSpPr>
        <p:spPr>
          <a:xfrm>
            <a:off x="433136" y="1396994"/>
            <a:ext cx="8736263" cy="4278090"/>
          </a:xfrm>
          <a:prstGeom prst="rect">
            <a:avLst/>
          </a:prstGeom>
          <a:ln w="12700">
            <a:miter lim="400000"/>
          </a:ln>
          <a:extLst>
            <a:ext uri="{C572A759-6A51-4108-AA02-DFA0A04FC94B}">
              <ma14:wrappingTextBoxFlag xmlns="" xmlns:ma14="http://schemas.microsoft.com/office/mac/drawingml/2011/main" val="1"/>
            </a:ext>
          </a:extLst>
        </p:spPr>
        <p:txBody>
          <a:bodyPr wrap="square" lIns="45718" tIns="45718" rIns="45718" bIns="45718">
            <a:spAutoFit/>
          </a:bodyPr>
          <a:lstStyle/>
          <a:p>
            <a:pPr lvl="1"/>
            <a:r>
              <a:rPr dirty="0">
                <a:solidFill>
                  <a:srgbClr val="FFFFFF"/>
                </a:solidFill>
                <a:latin typeface="Arial"/>
                <a:ea typeface="Arial"/>
                <a:cs typeface="Arial"/>
                <a:sym typeface="Arial"/>
              </a:rPr>
              <a:t> COM A AREA COMERCIAL:</a:t>
            </a:r>
            <a:endParaRPr dirty="0">
              <a:solidFill>
                <a:srgbClr val="FFFFFF"/>
              </a:solidFill>
              <a:latin typeface="Times New Roman"/>
              <a:ea typeface="Times New Roman"/>
              <a:cs typeface="Times New Roman"/>
              <a:sym typeface="Times New Roman"/>
            </a:endParaRPr>
          </a:p>
          <a:p>
            <a:pPr marL="457200" lvl="1"/>
            <a:r>
              <a:rPr dirty="0">
                <a:solidFill>
                  <a:srgbClr val="FFFFFF"/>
                </a:solidFill>
                <a:latin typeface="Arial"/>
                <a:ea typeface="Arial"/>
                <a:cs typeface="Arial"/>
                <a:sym typeface="Arial"/>
              </a:rPr>
              <a:t>TODOS OS GASTOS DA AREA DEVEM SER ESTIMADOS, PARA O ANO E DIVIDIDOS MES A MES, FORMANDO ASSIM O BUDGET DA DIVISÃO DE VENDAS.</a:t>
            </a:r>
            <a:endParaRPr dirty="0">
              <a:solidFill>
                <a:srgbClr val="FFFFFF"/>
              </a:solidFill>
              <a:latin typeface="Times New Roman"/>
              <a:ea typeface="Times New Roman"/>
              <a:cs typeface="Times New Roman"/>
              <a:sym typeface="Times New Roman"/>
            </a:endParaRPr>
          </a:p>
          <a:p>
            <a:pPr marL="457200" lvl="1"/>
            <a:r>
              <a:rPr dirty="0">
                <a:solidFill>
                  <a:srgbClr val="FFFFFF"/>
                </a:solidFill>
                <a:latin typeface="Arial"/>
                <a:ea typeface="Arial"/>
                <a:cs typeface="Arial"/>
                <a:sym typeface="Arial"/>
              </a:rPr>
              <a:t>QUALQUER AUMENTO DE PESSOAL PARA UMA DETERMINADA AREA DEVE SER JUSTIFICADA, POIS UM VENDEDOR, SIGNIFICA, CARRO, SALARIO, CELULAR, NOTEBOOK, DIARIAS, REFEIÇÕES, ESTADIAS EM HOTEIS, VIAGENS, DESPESAS DE TREINAMENTO, SEGUROS DE VIDA E DO CARRO, ETC.</a:t>
            </a:r>
            <a:endParaRPr dirty="0">
              <a:solidFill>
                <a:srgbClr val="FFFFFF"/>
              </a:solidFill>
              <a:latin typeface="Times New Roman"/>
              <a:ea typeface="Times New Roman"/>
              <a:cs typeface="Times New Roman"/>
              <a:sym typeface="Times New Roman"/>
            </a:endParaRPr>
          </a:p>
          <a:p>
            <a:pPr marL="457200" lvl="1"/>
            <a:r>
              <a:rPr dirty="0">
                <a:solidFill>
                  <a:srgbClr val="FFFFFF"/>
                </a:solidFill>
                <a:latin typeface="Arial"/>
                <a:ea typeface="Arial"/>
                <a:cs typeface="Arial"/>
                <a:sym typeface="Arial"/>
              </a:rPr>
              <a:t>A CRIAÇÃO DE UMA NOVA AREA DE VENDAS, ABRANGENDO UM ESTADO OU MESMO ALGUMAS CIDADES, NORMALMENTE NECESSITA DE UM AVAL DO MARKETING, JUSTIFICANDO O CRESCIMENTO DA REGIAO. MESMO ASSIM A AREA COMERCIAL PEDE O AVAL DO PRESIDENTE, POIS A GRANA EH ALTA.</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 presetClass="entr" presetSubtype="8" fill="hold" grpId="2" nodeType="clickEffect">
                                  <p:stCondLst>
                                    <p:cond delay="0"/>
                                  </p:stCondLst>
                                  <p:iterate>
                                    <p:tmAbs val="0"/>
                                  </p:iterate>
                                  <p:childTnLst>
                                    <p:set>
                                      <p:cBhvr>
                                        <p:cTn id="6" fill="hold"/>
                                        <p:tgtEl>
                                          <p:spTgt spid="117"/>
                                        </p:tgtEl>
                                        <p:attrNameLst>
                                          <p:attrName>style.visibility</p:attrName>
                                        </p:attrNameLst>
                                      </p:cBhvr>
                                      <p:to>
                                        <p:strVal val="visible"/>
                                      </p:to>
                                    </p:set>
                                    <p:anim calcmode="lin" valueType="num">
                                      <p:cBhvr>
                                        <p:cTn id="7" dur="500" fill="hold"/>
                                        <p:tgtEl>
                                          <p:spTgt spid="117"/>
                                        </p:tgtEl>
                                        <p:attrNameLst>
                                          <p:attrName>ppt_x</p:attrName>
                                        </p:attrNameLst>
                                      </p:cBhvr>
                                      <p:tavLst>
                                        <p:tav tm="0">
                                          <p:val>
                                            <p:strVal val="0-#ppt_w/2"/>
                                          </p:val>
                                        </p:tav>
                                        <p:tav tm="100000">
                                          <p:val>
                                            <p:strVal val="#ppt_x"/>
                                          </p:val>
                                        </p:tav>
                                      </p:tavLst>
                                    </p:anim>
                                    <p:anim calcmode="lin" valueType="num">
                                      <p:cBhvr>
                                        <p:cTn id="8" dur="500" fill="hold"/>
                                        <p:tgtEl>
                                          <p:spTgt spid="1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 grpId="2" animBg="1" advAuto="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Shape 119"/>
          <p:cNvSpPr>
            <a:spLocks noGrp="1"/>
          </p:cNvSpPr>
          <p:nvPr>
            <p:ph type="sldNum" sz="quarter" idx="2"/>
          </p:nvPr>
        </p:nvSpPr>
        <p:spPr>
          <a:xfrm>
            <a:off x="6553200" y="6248398"/>
            <a:ext cx="1905000" cy="374529"/>
          </a:xfrm>
          <a:prstGeom prst="rect">
            <a:avLst/>
          </a:prstGeom>
          <a:extLst>
            <a:ext uri="{C572A759-6A51-4108-AA02-DFA0A04FC94B}">
              <ma14:wrappingTextBoxFlag xmlns="" xmlns:ma14="http://schemas.microsoft.com/office/mac/drawingml/2011/main" val="1"/>
            </a:ext>
          </a:extLst>
        </p:spPr>
        <p:txBody>
          <a:bodyPr lIns="0" tIns="0" rIns="0" bIns="0">
            <a:normAutofit/>
          </a:bodyPr>
          <a:lstStyle>
            <a:lvl1pPr marL="616920" indent="-616920" defTabSz="841247">
              <a:spcBef>
                <a:spcPts val="700"/>
              </a:spcBef>
              <a:defRPr sz="1200"/>
            </a:lvl1pPr>
          </a:lstStyle>
          <a:p>
            <a:pPr lvl="0">
              <a:defRPr sz="1800">
                <a:solidFill>
                  <a:srgbClr val="000000"/>
                </a:solidFill>
              </a:defRPr>
            </a:pPr>
            <a:fld id="{86CB4B4D-7CA3-9044-876B-883B54F8677D}" type="slidenum">
              <a:rPr sz="1200">
                <a:solidFill>
                  <a:srgbClr val="FFFFFF"/>
                </a:solidFill>
              </a:rPr>
              <a:t>18</a:t>
            </a:fld>
            <a:endParaRPr sz="1200">
              <a:solidFill>
                <a:srgbClr val="FFFFFF"/>
              </a:solidFill>
            </a:endParaRPr>
          </a:p>
        </p:txBody>
      </p:sp>
      <p:sp>
        <p:nvSpPr>
          <p:cNvPr id="121" name="Shape 121"/>
          <p:cNvSpPr/>
          <p:nvPr/>
        </p:nvSpPr>
        <p:spPr>
          <a:xfrm>
            <a:off x="288758" y="880981"/>
            <a:ext cx="8657474" cy="4647422"/>
          </a:xfrm>
          <a:prstGeom prst="rect">
            <a:avLst/>
          </a:prstGeom>
          <a:ln w="12700">
            <a:miter lim="400000"/>
          </a:ln>
          <a:extLst>
            <a:ext uri="{C572A759-6A51-4108-AA02-DFA0A04FC94B}">
              <ma14:wrappingTextBoxFlag xmlns="" xmlns:ma14="http://schemas.microsoft.com/office/mac/drawingml/2011/main" val="1"/>
            </a:ext>
          </a:extLst>
        </p:spPr>
        <p:txBody>
          <a:bodyPr wrap="square" lIns="45718" tIns="45718" rIns="45718" bIns="45718">
            <a:spAutoFit/>
          </a:bodyPr>
          <a:lstStyle/>
          <a:p>
            <a:pPr marL="0" lvl="0" indent="0">
              <a:buClrTx/>
              <a:buSzTx/>
              <a:buFontTx/>
              <a:buNone/>
            </a:pPr>
            <a:r>
              <a:rPr sz="2000" dirty="0">
                <a:solidFill>
                  <a:srgbClr val="FFFFFF"/>
                </a:solidFill>
                <a:latin typeface="Arial"/>
                <a:ea typeface="Arial"/>
                <a:cs typeface="Arial"/>
                <a:sym typeface="Arial"/>
              </a:rPr>
              <a:t> </a:t>
            </a:r>
            <a:r>
              <a:rPr sz="2400" dirty="0">
                <a:solidFill>
                  <a:srgbClr val="FFFFFF"/>
                </a:solidFill>
                <a:latin typeface="Arial"/>
                <a:ea typeface="Arial"/>
                <a:cs typeface="Arial"/>
                <a:sym typeface="Arial"/>
              </a:rPr>
              <a:t>COM O MARKETING:</a:t>
            </a:r>
            <a:endParaRPr dirty="0">
              <a:solidFill>
                <a:srgbClr val="FFFFFF"/>
              </a:solidFill>
              <a:latin typeface="Times New Roman"/>
              <a:ea typeface="Times New Roman"/>
              <a:cs typeface="Times New Roman"/>
              <a:sym typeface="Times New Roman"/>
            </a:endParaRPr>
          </a:p>
          <a:p>
            <a:pPr marL="1121007" lvl="1" indent="-663807"/>
            <a:r>
              <a:rPr dirty="0">
                <a:solidFill>
                  <a:srgbClr val="FFFFFF"/>
                </a:solidFill>
                <a:latin typeface="Arial"/>
                <a:ea typeface="Arial"/>
                <a:cs typeface="Arial"/>
                <a:sym typeface="Arial"/>
              </a:rPr>
              <a:t>MARKETING EH QUEM ALIMENTA A AREA DE VENDAS COM SUAS ESTIMATIVAS E EH TAMBEM QUEM MAIS DA MOTIVOS PARA BRIGAS COM VENDAS.</a:t>
            </a:r>
            <a:endParaRPr dirty="0">
              <a:solidFill>
                <a:srgbClr val="FFFFFF"/>
              </a:solidFill>
              <a:latin typeface="Times New Roman"/>
              <a:ea typeface="Times New Roman"/>
              <a:cs typeface="Times New Roman"/>
              <a:sym typeface="Times New Roman"/>
            </a:endParaRPr>
          </a:p>
          <a:p>
            <a:pPr marL="1121007" lvl="1" indent="-663807"/>
            <a:r>
              <a:rPr dirty="0">
                <a:solidFill>
                  <a:srgbClr val="FFFFFF"/>
                </a:solidFill>
                <a:latin typeface="Arial"/>
                <a:ea typeface="Arial"/>
                <a:cs typeface="Arial"/>
                <a:sym typeface="Arial"/>
              </a:rPr>
              <a:t>GERALMENTE NO MES DE SETEMBRO SAO ENTREGUES AS PREVISÕES E ESTIMATIVAS PARA O ANO SEGUINTE, QUE SAO DISCUTIDAS ATE FINS DE NOVEMBRO ENTRE VENDAS, COMERCIAL, PRODUÇÃO E O PROPRIO MARKETING, COM A PARTICIPAÇÃO ESPORADICA DE LOGISTICA. O RH SEMPRE EH CONVIDADO QUANDO HA UMA EXPANSÃO DE AREA, COM A CRIAÇÃO DE UMA NOVA REGIONAL E EH PRECISO A CONTRATAÇÃO DE INÚMERAS PESSOAS.</a:t>
            </a:r>
            <a:endParaRPr dirty="0">
              <a:solidFill>
                <a:srgbClr val="FFFFFF"/>
              </a:solidFill>
              <a:latin typeface="Times New Roman"/>
              <a:ea typeface="Times New Roman"/>
              <a:cs typeface="Times New Roman"/>
              <a:sym typeface="Times New Roman"/>
            </a:endParaRPr>
          </a:p>
          <a:p>
            <a:pPr marL="1121007" lvl="1" indent="-663807"/>
            <a:r>
              <a:rPr dirty="0">
                <a:solidFill>
                  <a:srgbClr val="FFFFFF"/>
                </a:solidFill>
                <a:latin typeface="Arial"/>
                <a:ea typeface="Arial"/>
                <a:cs typeface="Arial"/>
                <a:sym typeface="Arial"/>
              </a:rPr>
              <a:t>AS METAS DE VENDAS, SAO ESTIPULADAS POR REGIAO E NAO NECESSARIAMENTE SAO IGUAIS PARA CADA REGIAO, POIS INÚMEROS FATORES SAO LEVADOS EM CONTA.</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 presetClass="entr" presetSubtype="8" fill="hold" grpId="2" nodeType="clickEffect">
                                  <p:stCondLst>
                                    <p:cond delay="0"/>
                                  </p:stCondLst>
                                  <p:iterate>
                                    <p:tmAbs val="0"/>
                                  </p:iterate>
                                  <p:childTnLst>
                                    <p:set>
                                      <p:cBhvr>
                                        <p:cTn id="6" fill="hold"/>
                                        <p:tgtEl>
                                          <p:spTgt spid="121"/>
                                        </p:tgtEl>
                                        <p:attrNameLst>
                                          <p:attrName>style.visibility</p:attrName>
                                        </p:attrNameLst>
                                      </p:cBhvr>
                                      <p:to>
                                        <p:strVal val="visible"/>
                                      </p:to>
                                    </p:set>
                                    <p:anim calcmode="lin" valueType="num">
                                      <p:cBhvr>
                                        <p:cTn id="7" dur="500" fill="hold"/>
                                        <p:tgtEl>
                                          <p:spTgt spid="121"/>
                                        </p:tgtEl>
                                        <p:attrNameLst>
                                          <p:attrName>ppt_x</p:attrName>
                                        </p:attrNameLst>
                                      </p:cBhvr>
                                      <p:tavLst>
                                        <p:tav tm="0">
                                          <p:val>
                                            <p:strVal val="0-#ppt_w/2"/>
                                          </p:val>
                                        </p:tav>
                                        <p:tav tm="100000">
                                          <p:val>
                                            <p:strVal val="#ppt_x"/>
                                          </p:val>
                                        </p:tav>
                                      </p:tavLst>
                                    </p:anim>
                                    <p:anim calcmode="lin" valueType="num">
                                      <p:cBhvr>
                                        <p:cTn id="8" dur="500" fill="hold"/>
                                        <p:tgtEl>
                                          <p:spTgt spid="12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 grpId="2" animBg="1" advAuto="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Shape 123"/>
          <p:cNvSpPr>
            <a:spLocks noGrp="1"/>
          </p:cNvSpPr>
          <p:nvPr>
            <p:ph type="sldNum" sz="quarter" idx="2"/>
          </p:nvPr>
        </p:nvSpPr>
        <p:spPr>
          <a:xfrm>
            <a:off x="6553200" y="6248398"/>
            <a:ext cx="1905000" cy="374529"/>
          </a:xfrm>
          <a:prstGeom prst="rect">
            <a:avLst/>
          </a:prstGeom>
          <a:extLst>
            <a:ext uri="{C572A759-6A51-4108-AA02-DFA0A04FC94B}">
              <ma14:wrappingTextBoxFlag xmlns="" xmlns:ma14="http://schemas.microsoft.com/office/mac/drawingml/2011/main" val="1"/>
            </a:ext>
          </a:extLst>
        </p:spPr>
        <p:txBody>
          <a:bodyPr lIns="0" tIns="0" rIns="0" bIns="0">
            <a:normAutofit/>
          </a:bodyPr>
          <a:lstStyle>
            <a:lvl1pPr marL="616920" indent="-616920" defTabSz="841247">
              <a:spcBef>
                <a:spcPts val="700"/>
              </a:spcBef>
              <a:defRPr sz="1200"/>
            </a:lvl1pPr>
          </a:lstStyle>
          <a:p>
            <a:pPr lvl="0">
              <a:defRPr sz="1800">
                <a:solidFill>
                  <a:srgbClr val="000000"/>
                </a:solidFill>
              </a:defRPr>
            </a:pPr>
            <a:fld id="{86CB4B4D-7CA3-9044-876B-883B54F8677D}" type="slidenum">
              <a:rPr sz="1200">
                <a:solidFill>
                  <a:srgbClr val="FFFFFF"/>
                </a:solidFill>
              </a:rPr>
              <a:t>19</a:t>
            </a:fld>
            <a:endParaRPr sz="1200">
              <a:solidFill>
                <a:srgbClr val="FFFFFF"/>
              </a:solidFill>
            </a:endParaRPr>
          </a:p>
        </p:txBody>
      </p:sp>
      <p:sp>
        <p:nvSpPr>
          <p:cNvPr id="124" name="Shape 124"/>
          <p:cNvSpPr/>
          <p:nvPr/>
        </p:nvSpPr>
        <p:spPr>
          <a:xfrm>
            <a:off x="192505" y="868281"/>
            <a:ext cx="8753727" cy="4411460"/>
          </a:xfrm>
          <a:prstGeom prst="rect">
            <a:avLst/>
          </a:prstGeom>
          <a:ln w="12700">
            <a:miter lim="400000"/>
          </a:ln>
          <a:extLst>
            <a:ext uri="{C572A759-6A51-4108-AA02-DFA0A04FC94B}">
              <ma14:wrappingTextBoxFlag xmlns="" xmlns:ma14="http://schemas.microsoft.com/office/mac/drawingml/2011/main" val="1"/>
            </a:ext>
          </a:extLst>
        </p:spPr>
        <p:txBody>
          <a:bodyPr wrap="square" lIns="45718" tIns="45718" rIns="45718" bIns="45718">
            <a:spAutoFit/>
          </a:bodyPr>
          <a:lstStyle/>
          <a:p>
            <a:pPr marL="0" lvl="0" indent="0">
              <a:buClrTx/>
              <a:buSzTx/>
              <a:buFontTx/>
              <a:buNone/>
            </a:pPr>
            <a:r>
              <a:rPr sz="2000" dirty="0">
                <a:solidFill>
                  <a:srgbClr val="FFFFFF"/>
                </a:solidFill>
                <a:latin typeface="Arial"/>
                <a:ea typeface="Arial"/>
                <a:cs typeface="Arial"/>
                <a:sym typeface="Arial"/>
              </a:rPr>
              <a:t> </a:t>
            </a:r>
            <a:r>
              <a:rPr dirty="0">
                <a:solidFill>
                  <a:srgbClr val="FFFFFF"/>
                </a:solidFill>
                <a:latin typeface="Arial"/>
                <a:ea typeface="Arial"/>
                <a:cs typeface="Arial"/>
                <a:sym typeface="Arial"/>
              </a:rPr>
              <a:t>COM O MARKETING:</a:t>
            </a:r>
            <a:endParaRPr dirty="0">
              <a:solidFill>
                <a:srgbClr val="FFFFFF"/>
              </a:solidFill>
              <a:latin typeface="Times New Roman"/>
              <a:ea typeface="Times New Roman"/>
              <a:cs typeface="Times New Roman"/>
              <a:sym typeface="Times New Roman"/>
            </a:endParaRPr>
          </a:p>
          <a:p>
            <a:pPr marL="1121007" lvl="1" indent="-663807"/>
            <a:r>
              <a:rPr dirty="0">
                <a:solidFill>
                  <a:srgbClr val="FFFFFF"/>
                </a:solidFill>
                <a:latin typeface="Arial"/>
                <a:ea typeface="Arial"/>
                <a:cs typeface="Arial"/>
                <a:sym typeface="Arial"/>
              </a:rPr>
              <a:t>DIRETOR GERAL DE VENDAS COM ESSAS ESTIMATIVAS, DISCUTE A POSSIBILIDADE DESSAS METAS SEREM CUMPRIDAS COM CADA DIRETOR OU GERENTE REGIONAL. ELES ASSUMIRÃO A RESPONSABILIDADE OU NAO PELO CUMPRIMENTO DAS MESMAS.</a:t>
            </a:r>
            <a:endParaRPr dirty="0">
              <a:solidFill>
                <a:srgbClr val="FFFFFF"/>
              </a:solidFill>
              <a:latin typeface="Times New Roman"/>
              <a:ea typeface="Times New Roman"/>
              <a:cs typeface="Times New Roman"/>
              <a:sym typeface="Times New Roman"/>
            </a:endParaRPr>
          </a:p>
          <a:p>
            <a:pPr marL="1121007" lvl="1" indent="-663807"/>
            <a:r>
              <a:rPr dirty="0">
                <a:solidFill>
                  <a:srgbClr val="FFFFFF"/>
                </a:solidFill>
                <a:latin typeface="Arial"/>
                <a:ea typeface="Arial"/>
                <a:cs typeface="Arial"/>
                <a:sym typeface="Arial"/>
              </a:rPr>
              <a:t>FECHADAS AS METAS EM VENDAS, VOLTA A DISCUSSÃO PARA O COMITE GERAL, ONDE ALGUMAS DESSAS METAS SERAO REDISCUTIDAS, NAO SOH COM MARKETING, MAS TAMBEM COM OS OUTROS ENVOLVIDOS.</a:t>
            </a:r>
            <a:endParaRPr dirty="0">
              <a:solidFill>
                <a:srgbClr val="FFFFFF"/>
              </a:solidFill>
              <a:latin typeface="Times New Roman"/>
              <a:ea typeface="Times New Roman"/>
              <a:cs typeface="Times New Roman"/>
              <a:sym typeface="Times New Roman"/>
            </a:endParaRPr>
          </a:p>
          <a:p>
            <a:pPr marL="1121007" lvl="1" indent="-663807"/>
            <a:r>
              <a:rPr dirty="0">
                <a:solidFill>
                  <a:srgbClr val="FFFFFF"/>
                </a:solidFill>
                <a:latin typeface="Arial"/>
                <a:ea typeface="Arial"/>
                <a:cs typeface="Arial"/>
                <a:sym typeface="Arial"/>
              </a:rPr>
              <a:t>ESSA EH UMA BRIGA BOA, POIS POR EXEMPLO, A PRODUÇÃO PODE ALEGAR QUE NAO TEM COMO CONTEMPLAR AS VENDAS POIS FALTA MAQUINARIA SUFICIENTE. </a:t>
            </a:r>
            <a:endParaRPr dirty="0">
              <a:solidFill>
                <a:srgbClr val="FFFFFF"/>
              </a:solidFill>
              <a:latin typeface="Times New Roman"/>
              <a:ea typeface="Times New Roman"/>
              <a:cs typeface="Times New Roman"/>
              <a:sym typeface="Times New Roman"/>
            </a:endParaRPr>
          </a:p>
          <a:p>
            <a:pPr marL="1121007" lvl="1" indent="-663807"/>
            <a:r>
              <a:rPr dirty="0">
                <a:solidFill>
                  <a:srgbClr val="FFFFFF"/>
                </a:solidFill>
                <a:latin typeface="Arial"/>
                <a:ea typeface="Arial"/>
                <a:cs typeface="Arial"/>
                <a:sym typeface="Arial"/>
              </a:rPr>
              <a:t>LOGÍSTICA PODE ALEGAR QUE NAO TEM COM FAZER AS ENTREGAS EM DETERMINADAS REGIÕES, ETC.</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 presetClass="entr" presetSubtype="8" fill="hold" grpId="1" nodeType="clickEffect">
                                  <p:stCondLst>
                                    <p:cond delay="0"/>
                                  </p:stCondLst>
                                  <p:iterate>
                                    <p:tmAbs val="0"/>
                                  </p:iterate>
                                  <p:childTnLst>
                                    <p:set>
                                      <p:cBhvr>
                                        <p:cTn id="6" fill="hold"/>
                                        <p:tgtEl>
                                          <p:spTgt spid="124"/>
                                        </p:tgtEl>
                                        <p:attrNameLst>
                                          <p:attrName>style.visibility</p:attrName>
                                        </p:attrNameLst>
                                      </p:cBhvr>
                                      <p:to>
                                        <p:strVal val="visible"/>
                                      </p:to>
                                    </p:set>
                                    <p:anim calcmode="lin" valueType="num">
                                      <p:cBhvr>
                                        <p:cTn id="7" dur="500" fill="hold"/>
                                        <p:tgtEl>
                                          <p:spTgt spid="124"/>
                                        </p:tgtEl>
                                        <p:attrNameLst>
                                          <p:attrName>ppt_x</p:attrName>
                                        </p:attrNameLst>
                                      </p:cBhvr>
                                      <p:tavLst>
                                        <p:tav tm="0">
                                          <p:val>
                                            <p:strVal val="0-#ppt_w/2"/>
                                          </p:val>
                                        </p:tav>
                                        <p:tav tm="100000">
                                          <p:val>
                                            <p:strVal val="#ppt_x"/>
                                          </p:val>
                                        </p:tav>
                                      </p:tavLst>
                                    </p:anim>
                                    <p:anim calcmode="lin" valueType="num">
                                      <p:cBhvr>
                                        <p:cTn id="8" dur="500" fill="hold"/>
                                        <p:tgtEl>
                                          <p:spTgt spid="1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 grpId="1" animBg="1" advAuto="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Shape 126"/>
          <p:cNvSpPr>
            <a:spLocks noGrp="1"/>
          </p:cNvSpPr>
          <p:nvPr>
            <p:ph type="sldNum" sz="quarter" idx="2"/>
          </p:nvPr>
        </p:nvSpPr>
        <p:spPr>
          <a:xfrm>
            <a:off x="6553200" y="6248398"/>
            <a:ext cx="1905000" cy="374529"/>
          </a:xfrm>
          <a:prstGeom prst="rect">
            <a:avLst/>
          </a:prstGeom>
          <a:extLst>
            <a:ext uri="{C572A759-6A51-4108-AA02-DFA0A04FC94B}">
              <ma14:wrappingTextBoxFlag xmlns="" xmlns:ma14="http://schemas.microsoft.com/office/mac/drawingml/2011/main" val="1"/>
            </a:ext>
          </a:extLst>
        </p:spPr>
        <p:txBody>
          <a:bodyPr lIns="0" tIns="0" rIns="0" bIns="0">
            <a:normAutofit/>
          </a:bodyPr>
          <a:lstStyle>
            <a:lvl1pPr marL="616920" indent="-616920" defTabSz="841247">
              <a:spcBef>
                <a:spcPts val="700"/>
              </a:spcBef>
              <a:defRPr sz="1200"/>
            </a:lvl1pPr>
          </a:lstStyle>
          <a:p>
            <a:pPr lvl="0">
              <a:defRPr sz="1800">
                <a:solidFill>
                  <a:srgbClr val="000000"/>
                </a:solidFill>
              </a:defRPr>
            </a:pPr>
            <a:fld id="{86CB4B4D-7CA3-9044-876B-883B54F8677D}" type="slidenum">
              <a:rPr sz="1200">
                <a:solidFill>
                  <a:srgbClr val="FFFFFF"/>
                </a:solidFill>
              </a:rPr>
              <a:t>20</a:t>
            </a:fld>
            <a:endParaRPr sz="1200">
              <a:solidFill>
                <a:srgbClr val="FFFFFF"/>
              </a:solidFill>
            </a:endParaRPr>
          </a:p>
        </p:txBody>
      </p:sp>
      <p:sp>
        <p:nvSpPr>
          <p:cNvPr id="127" name="Shape 127"/>
          <p:cNvSpPr/>
          <p:nvPr/>
        </p:nvSpPr>
        <p:spPr>
          <a:xfrm>
            <a:off x="324853" y="1126832"/>
            <a:ext cx="8806447" cy="4278090"/>
          </a:xfrm>
          <a:prstGeom prst="rect">
            <a:avLst/>
          </a:prstGeom>
          <a:ln w="12700">
            <a:miter lim="400000"/>
          </a:ln>
          <a:extLst>
            <a:ext uri="{C572A759-6A51-4108-AA02-DFA0A04FC94B}">
              <ma14:wrappingTextBoxFlag xmlns="" xmlns:ma14="http://schemas.microsoft.com/office/mac/drawingml/2011/main" val="1"/>
            </a:ext>
          </a:extLst>
        </p:spPr>
        <p:txBody>
          <a:bodyPr wrap="square" lIns="45718" tIns="45718" rIns="45718" bIns="45718">
            <a:spAutoFit/>
          </a:bodyPr>
          <a:lstStyle/>
          <a:p>
            <a:pPr marL="0" lvl="0" indent="0">
              <a:buNone/>
            </a:pPr>
            <a:r>
              <a:rPr dirty="0">
                <a:solidFill>
                  <a:srgbClr val="FFFFFF"/>
                </a:solidFill>
                <a:latin typeface="Arial"/>
                <a:ea typeface="Arial"/>
                <a:cs typeface="Arial"/>
                <a:sym typeface="Arial"/>
              </a:rPr>
              <a:t> COM PRODUÇÃO:</a:t>
            </a:r>
            <a:endParaRPr dirty="0">
              <a:solidFill>
                <a:srgbClr val="FFFFFF"/>
              </a:solidFill>
              <a:latin typeface="Times New Roman"/>
              <a:ea typeface="Times New Roman"/>
              <a:cs typeface="Times New Roman"/>
              <a:sym typeface="Times New Roman"/>
            </a:endParaRPr>
          </a:p>
          <a:p>
            <a:pPr marL="457200" lvl="1"/>
            <a:r>
              <a:rPr dirty="0">
                <a:solidFill>
                  <a:srgbClr val="FFFFFF"/>
                </a:solidFill>
                <a:latin typeface="Arial"/>
                <a:ea typeface="Arial"/>
                <a:cs typeface="Arial"/>
                <a:sym typeface="Arial"/>
              </a:rPr>
              <a:t>SE O AUMENTO DO VOLUME DE VENDAS FOR SUBSTANCIAL, A PRODUÇÃO PODE TER PROBLEMAS DE ESPACO, DE MAQUINARIO, DE PESSOAL,ETC. QUE PODEM IMPEDIR QUE AS METAS SEJAM CUMPRIDAS, O QUE RESULTARIA DESPERDÍCIO DA FORCA DE VENDAS E DE DINHEIRO. ESSE EH O MOMENTO QUE A PRODUÇÃO PEDE DINHEIRO PARA EXPANDIR SUAS LINHAS.</a:t>
            </a:r>
          </a:p>
          <a:p>
            <a:pPr marL="457200" lvl="1"/>
            <a:r>
              <a:rPr dirty="0">
                <a:solidFill>
                  <a:srgbClr val="FFFFFF"/>
                </a:solidFill>
                <a:latin typeface="Arial"/>
                <a:ea typeface="Arial"/>
                <a:cs typeface="Arial"/>
                <a:sym typeface="Arial"/>
              </a:rPr>
              <a:t>LOGÍSTICA</a:t>
            </a:r>
            <a:endParaRPr dirty="0">
              <a:solidFill>
                <a:srgbClr val="FFFFFF"/>
              </a:solidFill>
              <a:latin typeface="Times New Roman"/>
              <a:ea typeface="Times New Roman"/>
              <a:cs typeface="Times New Roman"/>
              <a:sym typeface="Times New Roman"/>
            </a:endParaRPr>
          </a:p>
          <a:p>
            <a:pPr marL="457200" lvl="1"/>
            <a:r>
              <a:rPr dirty="0">
                <a:solidFill>
                  <a:srgbClr val="FFFFFF"/>
                </a:solidFill>
                <a:latin typeface="Arial"/>
                <a:ea typeface="Arial"/>
                <a:cs typeface="Arial"/>
                <a:sym typeface="Arial"/>
              </a:rPr>
              <a:t>EXISTEM AREAS, ONDE AS TRANSPORTADORAS NAO CHEGAM OU NAO EXISTEM TRANSPORTADORAS PARA O LOCAL. OS FRETES FICARIAM ABSURDOS E SERIA NECESSÁRIO UMA REDE DE DISTRIBUIÇÃO DE TERCEIROS, PARA OS CUSTOS FICAREM RAZOÁVEIS. ESSES TERCEIROS UTILIZAM BARCOS NESSES LOCAIS E DOMINAM OS TRANSPORTES. (ACRE, RONDÔNIA)</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 presetClass="entr" presetSubtype="8" fill="hold" grpId="1" nodeType="clickEffect">
                                  <p:stCondLst>
                                    <p:cond delay="0"/>
                                  </p:stCondLst>
                                  <p:iterate>
                                    <p:tmAbs val="0"/>
                                  </p:iterate>
                                  <p:childTnLst>
                                    <p:set>
                                      <p:cBhvr>
                                        <p:cTn id="6" fill="hold"/>
                                        <p:tgtEl>
                                          <p:spTgt spid="127"/>
                                        </p:tgtEl>
                                        <p:attrNameLst>
                                          <p:attrName>style.visibility</p:attrName>
                                        </p:attrNameLst>
                                      </p:cBhvr>
                                      <p:to>
                                        <p:strVal val="visible"/>
                                      </p:to>
                                    </p:set>
                                    <p:anim calcmode="lin" valueType="num">
                                      <p:cBhvr>
                                        <p:cTn id="7" dur="500" fill="hold"/>
                                        <p:tgtEl>
                                          <p:spTgt spid="127"/>
                                        </p:tgtEl>
                                        <p:attrNameLst>
                                          <p:attrName>ppt_x</p:attrName>
                                        </p:attrNameLst>
                                      </p:cBhvr>
                                      <p:tavLst>
                                        <p:tav tm="0">
                                          <p:val>
                                            <p:strVal val="0-#ppt_w/2"/>
                                          </p:val>
                                        </p:tav>
                                        <p:tav tm="100000">
                                          <p:val>
                                            <p:strVal val="#ppt_x"/>
                                          </p:val>
                                        </p:tav>
                                      </p:tavLst>
                                    </p:anim>
                                    <p:anim calcmode="lin" valueType="num">
                                      <p:cBhvr>
                                        <p:cTn id="8" dur="500" fill="hold"/>
                                        <p:tgtEl>
                                          <p:spTgt spid="12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7" grpId="1" animBg="1" advAuto="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Shape 129"/>
          <p:cNvSpPr>
            <a:spLocks noGrp="1"/>
          </p:cNvSpPr>
          <p:nvPr>
            <p:ph type="sldNum" sz="quarter" idx="2"/>
          </p:nvPr>
        </p:nvSpPr>
        <p:spPr>
          <a:xfrm>
            <a:off x="6553200" y="6248398"/>
            <a:ext cx="1905000" cy="374529"/>
          </a:xfrm>
          <a:prstGeom prst="rect">
            <a:avLst/>
          </a:prstGeom>
          <a:extLst>
            <a:ext uri="{C572A759-6A51-4108-AA02-DFA0A04FC94B}">
              <ma14:wrappingTextBoxFlag xmlns="" xmlns:ma14="http://schemas.microsoft.com/office/mac/drawingml/2011/main" val="1"/>
            </a:ext>
          </a:extLst>
        </p:spPr>
        <p:txBody>
          <a:bodyPr lIns="0" tIns="0" rIns="0" bIns="0">
            <a:normAutofit/>
          </a:bodyPr>
          <a:lstStyle>
            <a:lvl1pPr marL="616920" indent="-616920" defTabSz="841247">
              <a:spcBef>
                <a:spcPts val="700"/>
              </a:spcBef>
              <a:defRPr sz="1200"/>
            </a:lvl1pPr>
          </a:lstStyle>
          <a:p>
            <a:pPr lvl="0">
              <a:defRPr sz="1800">
                <a:solidFill>
                  <a:srgbClr val="000000"/>
                </a:solidFill>
              </a:defRPr>
            </a:pPr>
            <a:fld id="{86CB4B4D-7CA3-9044-876B-883B54F8677D}" type="slidenum">
              <a:rPr sz="1200">
                <a:solidFill>
                  <a:srgbClr val="FFFFFF"/>
                </a:solidFill>
              </a:rPr>
              <a:t>21</a:t>
            </a:fld>
            <a:endParaRPr sz="1200">
              <a:solidFill>
                <a:srgbClr val="FFFFFF"/>
              </a:solidFill>
            </a:endParaRPr>
          </a:p>
        </p:txBody>
      </p:sp>
      <p:sp>
        <p:nvSpPr>
          <p:cNvPr id="131" name="Shape 131"/>
          <p:cNvSpPr/>
          <p:nvPr/>
        </p:nvSpPr>
        <p:spPr>
          <a:xfrm>
            <a:off x="252662" y="1154033"/>
            <a:ext cx="8693569" cy="4001091"/>
          </a:xfrm>
          <a:prstGeom prst="rect">
            <a:avLst/>
          </a:prstGeom>
          <a:ln w="12700">
            <a:miter lim="400000"/>
          </a:ln>
          <a:extLst>
            <a:ext uri="{C572A759-6A51-4108-AA02-DFA0A04FC94B}">
              <ma14:wrappingTextBoxFlag xmlns="" xmlns:ma14="http://schemas.microsoft.com/office/mac/drawingml/2011/main" val="1"/>
            </a:ext>
          </a:extLst>
        </p:spPr>
        <p:txBody>
          <a:bodyPr wrap="square" lIns="45718" tIns="45718" rIns="45718" bIns="45718">
            <a:spAutoFit/>
          </a:bodyPr>
          <a:lstStyle/>
          <a:p>
            <a:pPr marL="0" lvl="0" indent="0">
              <a:buNone/>
            </a:pPr>
            <a:r>
              <a:rPr dirty="0">
                <a:solidFill>
                  <a:srgbClr val="FFFFFF"/>
                </a:solidFill>
                <a:latin typeface="Arial"/>
                <a:ea typeface="Arial"/>
                <a:cs typeface="Arial"/>
                <a:sym typeface="Arial"/>
              </a:rPr>
              <a:t> COM RH:</a:t>
            </a:r>
            <a:endParaRPr dirty="0">
              <a:solidFill>
                <a:srgbClr val="FFFFFF"/>
              </a:solidFill>
              <a:latin typeface="Times New Roman"/>
              <a:ea typeface="Times New Roman"/>
              <a:cs typeface="Times New Roman"/>
              <a:sym typeface="Times New Roman"/>
            </a:endParaRPr>
          </a:p>
          <a:p>
            <a:pPr marL="457200" lvl="1"/>
            <a:r>
              <a:rPr dirty="0">
                <a:solidFill>
                  <a:srgbClr val="FFFFFF"/>
                </a:solidFill>
                <a:latin typeface="Arial"/>
                <a:ea typeface="Arial"/>
                <a:cs typeface="Arial"/>
                <a:sym typeface="Arial"/>
              </a:rPr>
              <a:t>CONTRATAR PESSOAS NO SUDESTE, SUL, CENTRO OESTE EH UMA TAREFA RELATIVAMENTE FACIL, EM RELAÇÃO AO NORTE, NORDESTE E CENTRO NORTE. ALEM DA FALTA DE MAO DE OBRA QUALIFICADA, A FALTA DE INFRA- ESTRUTURA DIFICULTA MUITO O TRABALHO DAS PESSOAS. A MAO DE OBRA BARATA, FICA CARA PELA NECESSIDADE DE TREINAMENTO E DESPREPARO DAS PESSOAS.</a:t>
            </a:r>
          </a:p>
          <a:p>
            <a:pPr marL="457200" lvl="1"/>
            <a:r>
              <a:rPr dirty="0">
                <a:solidFill>
                  <a:srgbClr val="FFFFFF"/>
                </a:solidFill>
                <a:latin typeface="Arial"/>
                <a:ea typeface="Arial"/>
                <a:cs typeface="Arial"/>
                <a:sym typeface="Arial"/>
              </a:rPr>
              <a:t>COM T.I.</a:t>
            </a:r>
            <a:endParaRPr dirty="0">
              <a:solidFill>
                <a:srgbClr val="FFFFFF"/>
              </a:solidFill>
              <a:latin typeface="Times New Roman"/>
              <a:ea typeface="Times New Roman"/>
              <a:cs typeface="Times New Roman"/>
              <a:sym typeface="Times New Roman"/>
            </a:endParaRPr>
          </a:p>
          <a:p>
            <a:pPr marL="457200" lvl="1"/>
            <a:r>
              <a:rPr dirty="0">
                <a:solidFill>
                  <a:srgbClr val="FFFFFF"/>
                </a:solidFill>
                <a:latin typeface="Arial"/>
                <a:ea typeface="Arial"/>
                <a:cs typeface="Arial"/>
                <a:sym typeface="Arial"/>
              </a:rPr>
              <a:t>EM AREAS, ONDE AS TELECOMUNICAÇÕES INEXISTEM, IMPOSSIBILITANDO A TRANSMISSÃO POR EXEMPLO DOS PEDIDOS DOS CLIENTES. SAO UTILIZADOS O FAX E EM ALGUNS LUGARES OS CORREIOS. TELEFONES SOH NAS CAPITAIS E A DEMANDA FICA SENDO PEQUENA PARA JUSTIFICAR MAIORES INVESTIMENTOS.</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 presetClass="entr" presetSubtype="8" fill="hold" grpId="2" nodeType="clickEffect">
                                  <p:stCondLst>
                                    <p:cond delay="0"/>
                                  </p:stCondLst>
                                  <p:iterate>
                                    <p:tmAbs val="0"/>
                                  </p:iterate>
                                  <p:childTnLst>
                                    <p:set>
                                      <p:cBhvr>
                                        <p:cTn id="6" fill="hold"/>
                                        <p:tgtEl>
                                          <p:spTgt spid="131"/>
                                        </p:tgtEl>
                                        <p:attrNameLst>
                                          <p:attrName>style.visibility</p:attrName>
                                        </p:attrNameLst>
                                      </p:cBhvr>
                                      <p:to>
                                        <p:strVal val="visible"/>
                                      </p:to>
                                    </p:set>
                                    <p:anim calcmode="lin" valueType="num">
                                      <p:cBhvr>
                                        <p:cTn id="7" dur="500" fill="hold"/>
                                        <p:tgtEl>
                                          <p:spTgt spid="131"/>
                                        </p:tgtEl>
                                        <p:attrNameLst>
                                          <p:attrName>ppt_x</p:attrName>
                                        </p:attrNameLst>
                                      </p:cBhvr>
                                      <p:tavLst>
                                        <p:tav tm="0">
                                          <p:val>
                                            <p:strVal val="0-#ppt_w/2"/>
                                          </p:val>
                                        </p:tav>
                                        <p:tav tm="100000">
                                          <p:val>
                                            <p:strVal val="#ppt_x"/>
                                          </p:val>
                                        </p:tav>
                                      </p:tavLst>
                                    </p:anim>
                                    <p:anim calcmode="lin" valueType="num">
                                      <p:cBhvr>
                                        <p:cTn id="8" dur="500" fill="hold"/>
                                        <p:tgtEl>
                                          <p:spTgt spid="13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 grpId="2" animBg="1" advAuto="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Shape 133"/>
          <p:cNvSpPr>
            <a:spLocks noGrp="1"/>
          </p:cNvSpPr>
          <p:nvPr>
            <p:ph type="sldNum" sz="quarter" idx="2"/>
          </p:nvPr>
        </p:nvSpPr>
        <p:spPr>
          <a:xfrm>
            <a:off x="6553200" y="6248398"/>
            <a:ext cx="1905000" cy="374529"/>
          </a:xfrm>
          <a:prstGeom prst="rect">
            <a:avLst/>
          </a:prstGeom>
          <a:extLst>
            <a:ext uri="{C572A759-6A51-4108-AA02-DFA0A04FC94B}">
              <ma14:wrappingTextBoxFlag xmlns="" xmlns:ma14="http://schemas.microsoft.com/office/mac/drawingml/2011/main" val="1"/>
            </a:ext>
          </a:extLst>
        </p:spPr>
        <p:txBody>
          <a:bodyPr lIns="0" tIns="0" rIns="0" bIns="0">
            <a:normAutofit/>
          </a:bodyPr>
          <a:lstStyle>
            <a:lvl1pPr marL="616920" indent="-616920" defTabSz="841247">
              <a:spcBef>
                <a:spcPts val="700"/>
              </a:spcBef>
              <a:defRPr sz="1200"/>
            </a:lvl1pPr>
          </a:lstStyle>
          <a:p>
            <a:pPr lvl="0">
              <a:defRPr sz="1800">
                <a:solidFill>
                  <a:srgbClr val="000000"/>
                </a:solidFill>
              </a:defRPr>
            </a:pPr>
            <a:fld id="{86CB4B4D-7CA3-9044-876B-883B54F8677D}" type="slidenum">
              <a:rPr sz="1200">
                <a:solidFill>
                  <a:srgbClr val="FFFFFF"/>
                </a:solidFill>
              </a:rPr>
              <a:t>22</a:t>
            </a:fld>
            <a:endParaRPr sz="1200">
              <a:solidFill>
                <a:srgbClr val="FFFFFF"/>
              </a:solidFill>
            </a:endParaRPr>
          </a:p>
        </p:txBody>
      </p:sp>
      <p:sp>
        <p:nvSpPr>
          <p:cNvPr id="135" name="Shape 135"/>
          <p:cNvSpPr/>
          <p:nvPr/>
        </p:nvSpPr>
        <p:spPr>
          <a:xfrm>
            <a:off x="0" y="977896"/>
            <a:ext cx="8946232" cy="3539426"/>
          </a:xfrm>
          <a:prstGeom prst="rect">
            <a:avLst/>
          </a:prstGeom>
          <a:ln w="12700">
            <a:miter lim="400000"/>
          </a:ln>
          <a:extLst>
            <a:ext uri="{C572A759-6A51-4108-AA02-DFA0A04FC94B}">
              <ma14:wrappingTextBoxFlag xmlns="" xmlns:ma14="http://schemas.microsoft.com/office/mac/drawingml/2011/main" val="1"/>
            </a:ext>
          </a:extLst>
        </p:spPr>
        <p:txBody>
          <a:bodyPr wrap="square" lIns="45718" tIns="45718" rIns="45718" bIns="45718">
            <a:spAutoFit/>
          </a:bodyPr>
          <a:lstStyle/>
          <a:p>
            <a:pPr lvl="1" indent="228600">
              <a:buClrTx/>
              <a:buSzTx/>
              <a:buFontTx/>
              <a:buNone/>
            </a:pPr>
            <a:r>
              <a:rPr sz="2200" dirty="0">
                <a:solidFill>
                  <a:srgbClr val="FFFFFF"/>
                </a:solidFill>
                <a:latin typeface="Arial"/>
                <a:ea typeface="Arial"/>
                <a:cs typeface="Arial"/>
                <a:sym typeface="Arial"/>
              </a:rPr>
              <a:t> </a:t>
            </a:r>
            <a:r>
              <a:rPr sz="2000" dirty="0">
                <a:solidFill>
                  <a:srgbClr val="FFFFFF"/>
                </a:solidFill>
                <a:latin typeface="Arial"/>
                <a:ea typeface="Arial"/>
                <a:cs typeface="Arial"/>
                <a:sym typeface="Arial"/>
              </a:rPr>
              <a:t>O PEDIDO NASCE DA NECESSIDADE DO CLIENTE.</a:t>
            </a:r>
            <a:endParaRPr sz="2000" dirty="0">
              <a:solidFill>
                <a:srgbClr val="FFFFFF"/>
              </a:solidFill>
              <a:latin typeface="Times New Roman"/>
              <a:ea typeface="Times New Roman"/>
              <a:cs typeface="Times New Roman"/>
              <a:sym typeface="Times New Roman"/>
            </a:endParaRPr>
          </a:p>
          <a:p>
            <a:pPr marL="0" lvl="0" indent="0">
              <a:buClrTx/>
              <a:buSzTx/>
              <a:buFontTx/>
              <a:buNone/>
            </a:pPr>
            <a:r>
              <a:rPr sz="2000" dirty="0">
                <a:solidFill>
                  <a:srgbClr val="FFFFFF"/>
                </a:solidFill>
                <a:latin typeface="Arial"/>
                <a:ea typeface="Arial"/>
                <a:cs typeface="Arial"/>
                <a:sym typeface="Arial"/>
              </a:rPr>
              <a:t>VENDEDOR PODE TIRAR UM PEDIDO ATE POR TELEFONE, MAS ELE NECESSITA DA ASSINATURA DO CLIENTE, AUTORIZANDO AQUELA VENDA.</a:t>
            </a:r>
            <a:endParaRPr sz="2000" dirty="0">
              <a:solidFill>
                <a:srgbClr val="FFFFFF"/>
              </a:solidFill>
              <a:latin typeface="Times New Roman"/>
              <a:ea typeface="Times New Roman"/>
              <a:cs typeface="Times New Roman"/>
              <a:sym typeface="Times New Roman"/>
            </a:endParaRPr>
          </a:p>
          <a:p>
            <a:pPr marL="0" lvl="0" indent="0">
              <a:buClrTx/>
              <a:buSzTx/>
              <a:buFontTx/>
              <a:buNone/>
            </a:pPr>
            <a:r>
              <a:rPr sz="2000" dirty="0">
                <a:solidFill>
                  <a:srgbClr val="FFFFFF"/>
                </a:solidFill>
                <a:latin typeface="Arial"/>
                <a:ea typeface="Arial"/>
                <a:cs typeface="Arial"/>
                <a:sym typeface="Arial"/>
              </a:rPr>
              <a:t>OS VENDEDORES TEM ACOPLADO AO SEU NOTE UMA PEQUENA IMPRESSORA, QUE EMITE UM RESUMO DO PEDIDO QUE FOI TIRADO E QUE ELE FORNECE AO COMPRADOR PARA DEVIDA AUTORIZAÇÃO.</a:t>
            </a:r>
            <a:endParaRPr sz="2000" dirty="0">
              <a:solidFill>
                <a:srgbClr val="FFFFFF"/>
              </a:solidFill>
              <a:latin typeface="Times New Roman"/>
              <a:ea typeface="Times New Roman"/>
              <a:cs typeface="Times New Roman"/>
              <a:sym typeface="Times New Roman"/>
            </a:endParaRPr>
          </a:p>
          <a:p>
            <a:pPr marL="0" lvl="0" indent="0">
              <a:buClrTx/>
              <a:buSzTx/>
              <a:buFontTx/>
              <a:buNone/>
            </a:pPr>
            <a:r>
              <a:rPr sz="2000" dirty="0">
                <a:solidFill>
                  <a:srgbClr val="FFFFFF"/>
                </a:solidFill>
                <a:latin typeface="Arial"/>
                <a:ea typeface="Arial"/>
                <a:cs typeface="Arial"/>
                <a:sym typeface="Arial"/>
              </a:rPr>
              <a:t>QUANDO HA PROBLEMA DE COMUNICAÇÃO POR FALTA DE ALGUMA COISA, O VENDEDOR UTILIZA UM BLOCO DE PEDIDOS E FAZ O PEDIDO MANUALMENTE, PARA DEPOIS TRANSMITI-LO DE OUTRO LOCAL</a:t>
            </a:r>
            <a:r>
              <a:rPr sz="2200" dirty="0">
                <a:solidFill>
                  <a:srgbClr val="FFFFFF"/>
                </a:solidFill>
                <a:latin typeface="Arial"/>
                <a:ea typeface="Arial"/>
                <a:cs typeface="Arial"/>
                <a:sym typeface="Arial"/>
              </a:rPr>
              <a:t>.</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 presetClass="entr" presetSubtype="8" fill="hold" grpId="2" nodeType="clickEffect">
                                  <p:stCondLst>
                                    <p:cond delay="0"/>
                                  </p:stCondLst>
                                  <p:iterate>
                                    <p:tmAbs val="0"/>
                                  </p:iterate>
                                  <p:childTnLst>
                                    <p:set>
                                      <p:cBhvr>
                                        <p:cTn id="6" fill="hold"/>
                                        <p:tgtEl>
                                          <p:spTgt spid="135"/>
                                        </p:tgtEl>
                                        <p:attrNameLst>
                                          <p:attrName>style.visibility</p:attrName>
                                        </p:attrNameLst>
                                      </p:cBhvr>
                                      <p:to>
                                        <p:strVal val="visible"/>
                                      </p:to>
                                    </p:set>
                                    <p:anim calcmode="lin" valueType="num">
                                      <p:cBhvr>
                                        <p:cTn id="7" dur="500" fill="hold"/>
                                        <p:tgtEl>
                                          <p:spTgt spid="135"/>
                                        </p:tgtEl>
                                        <p:attrNameLst>
                                          <p:attrName>ppt_x</p:attrName>
                                        </p:attrNameLst>
                                      </p:cBhvr>
                                      <p:tavLst>
                                        <p:tav tm="0">
                                          <p:val>
                                            <p:strVal val="0-#ppt_w/2"/>
                                          </p:val>
                                        </p:tav>
                                        <p:tav tm="100000">
                                          <p:val>
                                            <p:strVal val="#ppt_x"/>
                                          </p:val>
                                        </p:tav>
                                      </p:tavLst>
                                    </p:anim>
                                    <p:anim calcmode="lin" valueType="num">
                                      <p:cBhvr>
                                        <p:cTn id="8" dur="500" fill="hold"/>
                                        <p:tgtEl>
                                          <p:spTgt spid="13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 grpId="2" animBg="1" advAuto="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Shape 137"/>
          <p:cNvSpPr>
            <a:spLocks noGrp="1"/>
          </p:cNvSpPr>
          <p:nvPr>
            <p:ph type="sldNum" sz="quarter" idx="2"/>
          </p:nvPr>
        </p:nvSpPr>
        <p:spPr>
          <a:xfrm>
            <a:off x="6553200" y="6248398"/>
            <a:ext cx="1905000" cy="374529"/>
          </a:xfrm>
          <a:prstGeom prst="rect">
            <a:avLst/>
          </a:prstGeom>
          <a:extLst>
            <a:ext uri="{C572A759-6A51-4108-AA02-DFA0A04FC94B}">
              <ma14:wrappingTextBoxFlag xmlns="" xmlns:ma14="http://schemas.microsoft.com/office/mac/drawingml/2011/main" val="1"/>
            </a:ext>
          </a:extLst>
        </p:spPr>
        <p:txBody>
          <a:bodyPr lIns="0" tIns="0" rIns="0" bIns="0">
            <a:normAutofit/>
          </a:bodyPr>
          <a:lstStyle>
            <a:lvl1pPr marL="616920" indent="-616920" defTabSz="841247">
              <a:spcBef>
                <a:spcPts val="700"/>
              </a:spcBef>
              <a:defRPr sz="1200"/>
            </a:lvl1pPr>
          </a:lstStyle>
          <a:p>
            <a:pPr lvl="0">
              <a:defRPr sz="1800">
                <a:solidFill>
                  <a:srgbClr val="000000"/>
                </a:solidFill>
              </a:defRPr>
            </a:pPr>
            <a:fld id="{86CB4B4D-7CA3-9044-876B-883B54F8677D}" type="slidenum">
              <a:rPr sz="1200">
                <a:solidFill>
                  <a:srgbClr val="FFFFFF"/>
                </a:solidFill>
              </a:rPr>
              <a:t>23</a:t>
            </a:fld>
            <a:endParaRPr sz="1200">
              <a:solidFill>
                <a:srgbClr val="FFFFFF"/>
              </a:solidFill>
            </a:endParaRPr>
          </a:p>
        </p:txBody>
      </p:sp>
      <p:sp>
        <p:nvSpPr>
          <p:cNvPr id="138" name="Shape 138"/>
          <p:cNvSpPr/>
          <p:nvPr/>
        </p:nvSpPr>
        <p:spPr>
          <a:xfrm>
            <a:off x="228600" y="1287382"/>
            <a:ext cx="8650705" cy="4370423"/>
          </a:xfrm>
          <a:prstGeom prst="rect">
            <a:avLst/>
          </a:prstGeom>
          <a:ln w="12700">
            <a:miter lim="400000"/>
          </a:ln>
          <a:extLst>
            <a:ext uri="{C572A759-6A51-4108-AA02-DFA0A04FC94B}">
              <ma14:wrappingTextBoxFlag xmlns="" xmlns:ma14="http://schemas.microsoft.com/office/mac/drawingml/2011/main" val="1"/>
            </a:ext>
          </a:extLst>
        </p:spPr>
        <p:txBody>
          <a:bodyPr wrap="square" lIns="45718" tIns="45718" rIns="45718" bIns="45718">
            <a:spAutoFit/>
          </a:bodyPr>
          <a:lstStyle/>
          <a:p>
            <a:pPr lvl="1"/>
            <a:r>
              <a:rPr sz="2000" dirty="0">
                <a:solidFill>
                  <a:srgbClr val="FFFFFF"/>
                </a:solidFill>
                <a:latin typeface="Arial"/>
                <a:ea typeface="Arial"/>
                <a:cs typeface="Arial"/>
                <a:sym typeface="Arial"/>
              </a:rPr>
              <a:t> </a:t>
            </a:r>
            <a:r>
              <a:rPr dirty="0">
                <a:solidFill>
                  <a:srgbClr val="FFFFFF"/>
                </a:solidFill>
                <a:latin typeface="Arial"/>
                <a:ea typeface="Arial"/>
                <a:cs typeface="Arial"/>
                <a:sym typeface="Arial"/>
              </a:rPr>
              <a:t>O COMPRADOR FICA COM UMA COPIA DESSE PEDIDO, QUE PODERA SERVIR COMO ENTRADA PARA SEUS SISTEMAS INFORMATIZADOS.</a:t>
            </a:r>
            <a:endParaRPr dirty="0">
              <a:solidFill>
                <a:srgbClr val="FFFFFF"/>
              </a:solidFill>
              <a:latin typeface="Times New Roman"/>
              <a:ea typeface="Times New Roman"/>
              <a:cs typeface="Times New Roman"/>
              <a:sym typeface="Times New Roman"/>
            </a:endParaRPr>
          </a:p>
          <a:p>
            <a:pPr lvl="1"/>
            <a:r>
              <a:rPr dirty="0">
                <a:solidFill>
                  <a:srgbClr val="FFFFFF"/>
                </a:solidFill>
                <a:latin typeface="Arial"/>
                <a:ea typeface="Arial"/>
                <a:cs typeface="Arial"/>
                <a:sym typeface="Arial"/>
              </a:rPr>
              <a:t>ESSE PEDIDO QUANDO VAI PARA PROCESSAMENTO, PASSA POR UMA TRIAGEM, ONDE SE VERIFICA:</a:t>
            </a:r>
            <a:endParaRPr dirty="0">
              <a:solidFill>
                <a:srgbClr val="FFFFFF"/>
              </a:solidFill>
              <a:latin typeface="Times New Roman"/>
              <a:ea typeface="Times New Roman"/>
              <a:cs typeface="Times New Roman"/>
              <a:sym typeface="Times New Roman"/>
            </a:endParaRPr>
          </a:p>
          <a:p>
            <a:pPr marL="457200" lvl="1"/>
            <a:r>
              <a:rPr dirty="0">
                <a:solidFill>
                  <a:srgbClr val="FFFFFF"/>
                </a:solidFill>
                <a:latin typeface="Arial"/>
                <a:ea typeface="Arial"/>
                <a:cs typeface="Arial"/>
                <a:sym typeface="Arial"/>
              </a:rPr>
              <a:t>TODOS OS DADOS DO CLIENTE.</a:t>
            </a:r>
            <a:endParaRPr dirty="0">
              <a:solidFill>
                <a:srgbClr val="FFFFFF"/>
              </a:solidFill>
              <a:latin typeface="Times New Roman"/>
              <a:ea typeface="Times New Roman"/>
              <a:cs typeface="Times New Roman"/>
              <a:sym typeface="Times New Roman"/>
            </a:endParaRPr>
          </a:p>
          <a:p>
            <a:pPr marL="457200" lvl="1"/>
            <a:r>
              <a:rPr dirty="0">
                <a:solidFill>
                  <a:srgbClr val="FFFFFF"/>
                </a:solidFill>
                <a:latin typeface="Arial"/>
                <a:ea typeface="Arial"/>
                <a:cs typeface="Arial"/>
                <a:sym typeface="Arial"/>
              </a:rPr>
              <a:t>OS DADOS REFERENTES A ENTREGA (LOCAIS)</a:t>
            </a:r>
            <a:endParaRPr dirty="0">
              <a:solidFill>
                <a:srgbClr val="FFFFFF"/>
              </a:solidFill>
              <a:latin typeface="Times New Roman"/>
              <a:ea typeface="Times New Roman"/>
              <a:cs typeface="Times New Roman"/>
              <a:sym typeface="Times New Roman"/>
            </a:endParaRPr>
          </a:p>
          <a:p>
            <a:pPr marL="457200" lvl="1"/>
            <a:r>
              <a:rPr dirty="0">
                <a:solidFill>
                  <a:srgbClr val="FFFFFF"/>
                </a:solidFill>
                <a:latin typeface="Arial"/>
                <a:ea typeface="Arial"/>
                <a:cs typeface="Arial"/>
                <a:sym typeface="Arial"/>
              </a:rPr>
              <a:t>SE EXISTE ESTOQUE PARA TODOS OS ITENS </a:t>
            </a:r>
            <a:endParaRPr dirty="0">
              <a:solidFill>
                <a:srgbClr val="FFFFFF"/>
              </a:solidFill>
              <a:latin typeface="Times New Roman"/>
              <a:ea typeface="Times New Roman"/>
              <a:cs typeface="Times New Roman"/>
              <a:sym typeface="Times New Roman"/>
            </a:endParaRPr>
          </a:p>
          <a:p>
            <a:pPr marL="457200" lvl="1"/>
            <a:r>
              <a:rPr dirty="0">
                <a:solidFill>
                  <a:srgbClr val="FFFFFF"/>
                </a:solidFill>
                <a:latin typeface="Arial"/>
                <a:ea typeface="Arial"/>
                <a:cs typeface="Arial"/>
                <a:sym typeface="Arial"/>
              </a:rPr>
              <a:t>SE 75% DOS ITENS PODEM SER ATENDIDOS</a:t>
            </a:r>
            <a:endParaRPr dirty="0">
              <a:solidFill>
                <a:srgbClr val="FFFFFF"/>
              </a:solidFill>
              <a:latin typeface="Times New Roman"/>
              <a:ea typeface="Times New Roman"/>
              <a:cs typeface="Times New Roman"/>
              <a:sym typeface="Times New Roman"/>
            </a:endParaRPr>
          </a:p>
          <a:p>
            <a:pPr marL="457200" lvl="1"/>
            <a:r>
              <a:rPr dirty="0">
                <a:solidFill>
                  <a:srgbClr val="FFFFFF"/>
                </a:solidFill>
                <a:latin typeface="Arial"/>
                <a:ea typeface="Arial"/>
                <a:cs typeface="Arial"/>
                <a:sym typeface="Arial"/>
              </a:rPr>
              <a:t>SE EXISTEM OUTROS PEDIDOS PENDENTES</a:t>
            </a:r>
            <a:endParaRPr dirty="0">
              <a:solidFill>
                <a:srgbClr val="FFFFFF"/>
              </a:solidFill>
              <a:latin typeface="Times New Roman"/>
              <a:ea typeface="Times New Roman"/>
              <a:cs typeface="Times New Roman"/>
              <a:sym typeface="Times New Roman"/>
            </a:endParaRPr>
          </a:p>
          <a:p>
            <a:pPr marL="457200" lvl="1"/>
            <a:r>
              <a:rPr dirty="0">
                <a:solidFill>
                  <a:srgbClr val="FFFFFF"/>
                </a:solidFill>
                <a:latin typeface="Arial"/>
                <a:ea typeface="Arial"/>
                <a:cs typeface="Arial"/>
                <a:sym typeface="Arial"/>
              </a:rPr>
              <a:t>SE NAO EXISTE INADIMPLENCIA.</a:t>
            </a:r>
            <a:endParaRPr dirty="0">
              <a:solidFill>
                <a:srgbClr val="FFFFFF"/>
              </a:solidFill>
              <a:latin typeface="Times New Roman"/>
              <a:ea typeface="Times New Roman"/>
              <a:cs typeface="Times New Roman"/>
              <a:sym typeface="Times New Roman"/>
            </a:endParaRPr>
          </a:p>
          <a:p>
            <a:pPr marL="457200" lvl="1"/>
            <a:r>
              <a:rPr dirty="0">
                <a:solidFill>
                  <a:srgbClr val="FFFFFF"/>
                </a:solidFill>
                <a:latin typeface="Arial"/>
                <a:ea typeface="Arial"/>
                <a:cs typeface="Arial"/>
                <a:sym typeface="Arial"/>
              </a:rPr>
              <a:t>SE NAO EXISTE RESTRIÇÕES DE HORÁRIO</a:t>
            </a:r>
            <a:endParaRPr dirty="0">
              <a:solidFill>
                <a:srgbClr val="FFFFFF"/>
              </a:solidFill>
              <a:latin typeface="Times New Roman"/>
              <a:ea typeface="Times New Roman"/>
              <a:cs typeface="Times New Roman"/>
              <a:sym typeface="Times New Roman"/>
            </a:endParaRPr>
          </a:p>
          <a:p>
            <a:pPr marL="457200" lvl="1"/>
            <a:r>
              <a:rPr dirty="0">
                <a:solidFill>
                  <a:srgbClr val="FFFFFF"/>
                </a:solidFill>
                <a:latin typeface="Arial"/>
                <a:ea typeface="Arial"/>
                <a:cs typeface="Arial"/>
                <a:sym typeface="Arial"/>
              </a:rPr>
              <a:t>SE NAO EXISTE RESTRIÇÕES RELIGIOSAS</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 presetClass="entr" presetSubtype="8" fill="hold" grpId="1" nodeType="clickEffect">
                                  <p:stCondLst>
                                    <p:cond delay="0"/>
                                  </p:stCondLst>
                                  <p:iterate>
                                    <p:tmAbs val="0"/>
                                  </p:iterate>
                                  <p:childTnLst>
                                    <p:set>
                                      <p:cBhvr>
                                        <p:cTn id="6" fill="hold"/>
                                        <p:tgtEl>
                                          <p:spTgt spid="138"/>
                                        </p:tgtEl>
                                        <p:attrNameLst>
                                          <p:attrName>style.visibility</p:attrName>
                                        </p:attrNameLst>
                                      </p:cBhvr>
                                      <p:to>
                                        <p:strVal val="visible"/>
                                      </p:to>
                                    </p:set>
                                    <p:anim calcmode="lin" valueType="num">
                                      <p:cBhvr>
                                        <p:cTn id="7" dur="500" fill="hold"/>
                                        <p:tgtEl>
                                          <p:spTgt spid="138"/>
                                        </p:tgtEl>
                                        <p:attrNameLst>
                                          <p:attrName>ppt_x</p:attrName>
                                        </p:attrNameLst>
                                      </p:cBhvr>
                                      <p:tavLst>
                                        <p:tav tm="0">
                                          <p:val>
                                            <p:strVal val="0-#ppt_w/2"/>
                                          </p:val>
                                        </p:tav>
                                        <p:tav tm="100000">
                                          <p:val>
                                            <p:strVal val="#ppt_x"/>
                                          </p:val>
                                        </p:tav>
                                      </p:tavLst>
                                    </p:anim>
                                    <p:anim calcmode="lin" valueType="num">
                                      <p:cBhvr>
                                        <p:cTn id="8" dur="500" fill="hold"/>
                                        <p:tgtEl>
                                          <p:spTgt spid="13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 grpId="1" animBg="1" advAuto="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Shape 140"/>
          <p:cNvSpPr>
            <a:spLocks noGrp="1"/>
          </p:cNvSpPr>
          <p:nvPr>
            <p:ph type="sldNum" sz="quarter" idx="2"/>
          </p:nvPr>
        </p:nvSpPr>
        <p:spPr>
          <a:xfrm>
            <a:off x="6553200" y="6248398"/>
            <a:ext cx="1905000" cy="374529"/>
          </a:xfrm>
          <a:prstGeom prst="rect">
            <a:avLst/>
          </a:prstGeom>
          <a:extLst>
            <a:ext uri="{C572A759-6A51-4108-AA02-DFA0A04FC94B}">
              <ma14:wrappingTextBoxFlag xmlns="" xmlns:ma14="http://schemas.microsoft.com/office/mac/drawingml/2011/main" val="1"/>
            </a:ext>
          </a:extLst>
        </p:spPr>
        <p:txBody>
          <a:bodyPr lIns="0" tIns="0" rIns="0" bIns="0">
            <a:normAutofit/>
          </a:bodyPr>
          <a:lstStyle>
            <a:lvl1pPr marL="616920" indent="-616920" defTabSz="841247">
              <a:spcBef>
                <a:spcPts val="700"/>
              </a:spcBef>
              <a:defRPr sz="1200"/>
            </a:lvl1pPr>
          </a:lstStyle>
          <a:p>
            <a:pPr lvl="0">
              <a:defRPr sz="1800">
                <a:solidFill>
                  <a:srgbClr val="000000"/>
                </a:solidFill>
              </a:defRPr>
            </a:pPr>
            <a:fld id="{86CB4B4D-7CA3-9044-876B-883B54F8677D}" type="slidenum">
              <a:rPr sz="1200">
                <a:solidFill>
                  <a:srgbClr val="FFFFFF"/>
                </a:solidFill>
              </a:rPr>
              <a:t>24</a:t>
            </a:fld>
            <a:endParaRPr sz="1200">
              <a:solidFill>
                <a:srgbClr val="FFFFFF"/>
              </a:solidFill>
            </a:endParaRPr>
          </a:p>
        </p:txBody>
      </p:sp>
      <p:sp>
        <p:nvSpPr>
          <p:cNvPr id="142" name="Shape 142"/>
          <p:cNvSpPr/>
          <p:nvPr/>
        </p:nvSpPr>
        <p:spPr>
          <a:xfrm>
            <a:off x="348916" y="1211182"/>
            <a:ext cx="8530389" cy="4688459"/>
          </a:xfrm>
          <a:prstGeom prst="rect">
            <a:avLst/>
          </a:prstGeom>
          <a:ln w="12700">
            <a:miter lim="400000"/>
          </a:ln>
          <a:extLst>
            <a:ext uri="{C572A759-6A51-4108-AA02-DFA0A04FC94B}">
              <ma14:wrappingTextBoxFlag xmlns="" xmlns:ma14="http://schemas.microsoft.com/office/mac/drawingml/2011/main" val="1"/>
            </a:ext>
          </a:extLst>
        </p:spPr>
        <p:txBody>
          <a:bodyPr wrap="square" lIns="45718" tIns="45718" rIns="45718" bIns="45718">
            <a:spAutoFit/>
          </a:bodyPr>
          <a:lstStyle/>
          <a:p>
            <a:pPr lvl="1"/>
            <a:r>
              <a:rPr sz="2000" dirty="0">
                <a:solidFill>
                  <a:srgbClr val="FFFFFF"/>
                </a:solidFill>
                <a:latin typeface="Arial"/>
                <a:ea typeface="Arial"/>
                <a:cs typeface="Arial"/>
                <a:sym typeface="Arial"/>
              </a:rPr>
              <a:t> D</a:t>
            </a:r>
            <a:r>
              <a:rPr dirty="0">
                <a:solidFill>
                  <a:srgbClr val="FFFFFF"/>
                </a:solidFill>
                <a:latin typeface="Arial"/>
                <a:ea typeface="Arial"/>
                <a:cs typeface="Arial"/>
                <a:sym typeface="Arial"/>
              </a:rPr>
              <a:t>EPOIS DE PASSAR POR ESSA TRIAGEM, O PEDIDO PODE SER FATURADO E A NOTA FISCAL PODE SER EMITIDA, CONTENDO AS OBSERVAÇÕES NECESSÁRIAS.</a:t>
            </a:r>
            <a:endParaRPr dirty="0">
              <a:solidFill>
                <a:srgbClr val="FFFFFF"/>
              </a:solidFill>
              <a:latin typeface="Times New Roman"/>
              <a:ea typeface="Times New Roman"/>
              <a:cs typeface="Times New Roman"/>
              <a:sym typeface="Times New Roman"/>
            </a:endParaRPr>
          </a:p>
          <a:p>
            <a:pPr lvl="1"/>
            <a:r>
              <a:rPr dirty="0">
                <a:solidFill>
                  <a:srgbClr val="FFFFFF"/>
                </a:solidFill>
                <a:latin typeface="Arial"/>
                <a:ea typeface="Arial"/>
                <a:cs typeface="Arial"/>
                <a:sym typeface="Arial"/>
              </a:rPr>
              <a:t>AO MESMO TEMPO EH EMITIDA A FATURA QUE VAI PARA O BANCO. GERALMENTE EH O BANCO QUE SE ENCARREGA DE COBRAR OS CLIENTES. </a:t>
            </a:r>
            <a:endParaRPr dirty="0">
              <a:solidFill>
                <a:srgbClr val="FFFFFF"/>
              </a:solidFill>
              <a:latin typeface="Times New Roman"/>
              <a:ea typeface="Times New Roman"/>
              <a:cs typeface="Times New Roman"/>
              <a:sym typeface="Times New Roman"/>
            </a:endParaRPr>
          </a:p>
          <a:p>
            <a:pPr lvl="1"/>
            <a:r>
              <a:rPr dirty="0">
                <a:solidFill>
                  <a:srgbClr val="FFFFFF"/>
                </a:solidFill>
                <a:latin typeface="Arial"/>
                <a:ea typeface="Arial"/>
                <a:cs typeface="Arial"/>
                <a:sym typeface="Arial"/>
              </a:rPr>
              <a:t>ALGUNS CLIENTES SOLICITAM QUE A FATURA SEJA ENTREGUE JUNTO COM A NOTA FISCAL, SEM BANCO, MAS SAO CLIENTES ESPECIAIS, COM TRATAMENTOS TAMBEM ESPECIAIS.</a:t>
            </a:r>
            <a:endParaRPr dirty="0">
              <a:solidFill>
                <a:srgbClr val="FFFFFF"/>
              </a:solidFill>
              <a:latin typeface="Times New Roman"/>
              <a:ea typeface="Times New Roman"/>
              <a:cs typeface="Times New Roman"/>
              <a:sym typeface="Times New Roman"/>
            </a:endParaRPr>
          </a:p>
          <a:p>
            <a:pPr lvl="1"/>
            <a:r>
              <a:rPr dirty="0">
                <a:solidFill>
                  <a:srgbClr val="FFFFFF"/>
                </a:solidFill>
                <a:latin typeface="Arial"/>
                <a:ea typeface="Arial"/>
                <a:cs typeface="Arial"/>
                <a:sym typeface="Arial"/>
              </a:rPr>
              <a:t>ALGUNS CLIENTES PAGAM ANTECIPADAMENTE E CONSEGUEM UM DESCONTO AINDA MAIOR QUE OS PAGAMENTOS A VISTA.</a:t>
            </a:r>
            <a:endParaRPr dirty="0">
              <a:solidFill>
                <a:srgbClr val="FFFFFF"/>
              </a:solidFill>
              <a:latin typeface="Times New Roman"/>
              <a:ea typeface="Times New Roman"/>
              <a:cs typeface="Times New Roman"/>
              <a:sym typeface="Times New Roman"/>
            </a:endParaRPr>
          </a:p>
          <a:p>
            <a:pPr lvl="1"/>
            <a:r>
              <a:rPr dirty="0">
                <a:solidFill>
                  <a:srgbClr val="FFFFFF"/>
                </a:solidFill>
                <a:latin typeface="Arial"/>
                <a:ea typeface="Arial"/>
                <a:cs typeface="Arial"/>
                <a:sym typeface="Arial"/>
              </a:rPr>
              <a:t>O PEDIDO EH ENCERRADO, QUANDO DO PAGAMENTO DO MESMO, SENDO QUE ALGUNS, POR EXEMPLO ; OS QUE FICARAM PENDENTES PODEM VIR A SER CANCELADOS. ISSO AFETA DIRETAMENTE O BONUS DOS VENDEDORES.</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 presetClass="entr" presetSubtype="8" fill="hold" grpId="2" nodeType="clickEffect">
                                  <p:stCondLst>
                                    <p:cond delay="0"/>
                                  </p:stCondLst>
                                  <p:iterate>
                                    <p:tmAbs val="0"/>
                                  </p:iterate>
                                  <p:childTnLst>
                                    <p:set>
                                      <p:cBhvr>
                                        <p:cTn id="6" fill="hold"/>
                                        <p:tgtEl>
                                          <p:spTgt spid="142"/>
                                        </p:tgtEl>
                                        <p:attrNameLst>
                                          <p:attrName>style.visibility</p:attrName>
                                        </p:attrNameLst>
                                      </p:cBhvr>
                                      <p:to>
                                        <p:strVal val="visible"/>
                                      </p:to>
                                    </p:set>
                                    <p:anim calcmode="lin" valueType="num">
                                      <p:cBhvr>
                                        <p:cTn id="7" dur="500" fill="hold"/>
                                        <p:tgtEl>
                                          <p:spTgt spid="142"/>
                                        </p:tgtEl>
                                        <p:attrNameLst>
                                          <p:attrName>ppt_x</p:attrName>
                                        </p:attrNameLst>
                                      </p:cBhvr>
                                      <p:tavLst>
                                        <p:tav tm="0">
                                          <p:val>
                                            <p:strVal val="0-#ppt_w/2"/>
                                          </p:val>
                                        </p:tav>
                                        <p:tav tm="100000">
                                          <p:val>
                                            <p:strVal val="#ppt_x"/>
                                          </p:val>
                                        </p:tav>
                                      </p:tavLst>
                                    </p:anim>
                                    <p:anim calcmode="lin" valueType="num">
                                      <p:cBhvr>
                                        <p:cTn id="8" dur="500" fill="hold"/>
                                        <p:tgtEl>
                                          <p:spTgt spid="14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 grpId="2" animBg="1" advAuto="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 name="Shape 144"/>
          <p:cNvSpPr>
            <a:spLocks noGrp="1"/>
          </p:cNvSpPr>
          <p:nvPr>
            <p:ph type="sldNum" sz="quarter" idx="2"/>
          </p:nvPr>
        </p:nvSpPr>
        <p:spPr>
          <a:xfrm>
            <a:off x="6553200" y="6248398"/>
            <a:ext cx="1905000" cy="374529"/>
          </a:xfrm>
          <a:prstGeom prst="rect">
            <a:avLst/>
          </a:prstGeom>
          <a:extLst>
            <a:ext uri="{C572A759-6A51-4108-AA02-DFA0A04FC94B}">
              <ma14:wrappingTextBoxFlag xmlns="" xmlns:ma14="http://schemas.microsoft.com/office/mac/drawingml/2011/main" val="1"/>
            </a:ext>
          </a:extLst>
        </p:spPr>
        <p:txBody>
          <a:bodyPr lIns="0" tIns="0" rIns="0" bIns="0">
            <a:normAutofit/>
          </a:bodyPr>
          <a:lstStyle>
            <a:lvl1pPr marL="616920" indent="-616920" defTabSz="841247">
              <a:spcBef>
                <a:spcPts val="700"/>
              </a:spcBef>
              <a:defRPr sz="1200"/>
            </a:lvl1pPr>
          </a:lstStyle>
          <a:p>
            <a:pPr lvl="0">
              <a:defRPr sz="1800">
                <a:solidFill>
                  <a:srgbClr val="000000"/>
                </a:solidFill>
              </a:defRPr>
            </a:pPr>
            <a:fld id="{86CB4B4D-7CA3-9044-876B-883B54F8677D}" type="slidenum">
              <a:rPr sz="1200">
                <a:solidFill>
                  <a:srgbClr val="FFFFFF"/>
                </a:solidFill>
              </a:rPr>
              <a:t>25</a:t>
            </a:fld>
            <a:endParaRPr sz="1200">
              <a:solidFill>
                <a:srgbClr val="FFFFFF"/>
              </a:solidFill>
            </a:endParaRPr>
          </a:p>
        </p:txBody>
      </p:sp>
      <p:sp>
        <p:nvSpPr>
          <p:cNvPr id="145" name="Shape 145"/>
          <p:cNvSpPr/>
          <p:nvPr/>
        </p:nvSpPr>
        <p:spPr>
          <a:xfrm>
            <a:off x="-2667007" y="304794"/>
            <a:ext cx="11380453" cy="1417459"/>
          </a:xfrm>
          <a:prstGeom prst="rect">
            <a:avLst/>
          </a:prstGeom>
          <a:ln w="12700">
            <a:miter lim="400000"/>
          </a:ln>
        </p:spPr>
        <p:txBody>
          <a:bodyPr lIns="45718" tIns="45718" rIns="45718" bIns="45718">
            <a:spAutoFit/>
          </a:bodyPr>
          <a:lstStyle/>
          <a:p>
            <a:pPr marL="11755759" lvl="0" indent="-11755759">
              <a:defRPr>
                <a:latin typeface="Arial"/>
                <a:ea typeface="Arial"/>
                <a:cs typeface="Arial"/>
                <a:sym typeface="Arial"/>
              </a:defRPr>
            </a:pPr>
            <a:endParaRPr/>
          </a:p>
        </p:txBody>
      </p:sp>
      <p:sp>
        <p:nvSpPr>
          <p:cNvPr id="146" name="Shape 146"/>
          <p:cNvSpPr/>
          <p:nvPr/>
        </p:nvSpPr>
        <p:spPr>
          <a:xfrm>
            <a:off x="430554" y="1215319"/>
            <a:ext cx="8520941" cy="4862866"/>
          </a:xfrm>
          <a:prstGeom prst="rect">
            <a:avLst/>
          </a:prstGeom>
          <a:ln w="12700">
            <a:miter lim="400000"/>
          </a:ln>
          <a:extLst>
            <a:ext uri="{C572A759-6A51-4108-AA02-DFA0A04FC94B}">
              <ma14:wrappingTextBoxFlag xmlns="" xmlns:ma14="http://schemas.microsoft.com/office/mac/drawingml/2011/main" val="1"/>
            </a:ext>
          </a:extLst>
        </p:spPr>
        <p:txBody>
          <a:bodyPr wrap="square" lIns="45718" tIns="45718" rIns="45718" bIns="45718">
            <a:spAutoFit/>
          </a:bodyPr>
          <a:lstStyle/>
          <a:p>
            <a:pPr lvl="1"/>
            <a:r>
              <a:rPr dirty="0">
                <a:solidFill>
                  <a:srgbClr val="FFFFFF"/>
                </a:solidFill>
                <a:latin typeface="Arial"/>
                <a:ea typeface="Arial"/>
                <a:cs typeface="Arial"/>
                <a:sym typeface="Arial"/>
              </a:rPr>
              <a:t> UM SUPER MERCADO PODE SER VISITADO POR ALGUNS VENDEDORES DA MESMA EMPRESA EX. UM VENDE ALIMENTOS, OUTRO SABAO, OUTRO PERFUMES, ETC.</a:t>
            </a:r>
            <a:endParaRPr dirty="0">
              <a:solidFill>
                <a:srgbClr val="FFFFFF"/>
              </a:solidFill>
              <a:latin typeface="Times New Roman"/>
              <a:ea typeface="Times New Roman"/>
              <a:cs typeface="Times New Roman"/>
              <a:sym typeface="Times New Roman"/>
            </a:endParaRPr>
          </a:p>
          <a:p>
            <a:pPr lvl="0"/>
            <a:endParaRPr dirty="0">
              <a:solidFill>
                <a:srgbClr val="FFFFFF"/>
              </a:solidFill>
              <a:latin typeface="Arial"/>
              <a:ea typeface="Arial"/>
              <a:cs typeface="Arial"/>
              <a:sym typeface="Arial"/>
            </a:endParaRPr>
          </a:p>
          <a:p>
            <a:pPr lvl="1"/>
            <a:r>
              <a:rPr dirty="0">
                <a:solidFill>
                  <a:srgbClr val="FFFFFF"/>
                </a:solidFill>
                <a:latin typeface="Arial"/>
                <a:ea typeface="Arial"/>
                <a:cs typeface="Arial"/>
                <a:sym typeface="Arial"/>
              </a:rPr>
              <a:t>CADA PEDIDO TEM OS PRODUTOS DA SUA DIVISÃO, NAO SE VENDE SABAO COM ALIMENTOS OU PERFUMES, SAO COMPRADORES E VENDEDORES DIFERENTES, CADA UM ESPECIALIZADO NUM TIPO DE PRODUTO.</a:t>
            </a:r>
            <a:endParaRPr dirty="0">
              <a:solidFill>
                <a:srgbClr val="FFFFFF"/>
              </a:solidFill>
              <a:latin typeface="Times New Roman"/>
              <a:ea typeface="Times New Roman"/>
              <a:cs typeface="Times New Roman"/>
              <a:sym typeface="Times New Roman"/>
            </a:endParaRPr>
          </a:p>
          <a:p>
            <a:pPr lvl="0"/>
            <a:endParaRPr dirty="0">
              <a:solidFill>
                <a:srgbClr val="FFFFFF"/>
              </a:solidFill>
              <a:latin typeface="Arial"/>
              <a:ea typeface="Arial"/>
              <a:cs typeface="Arial"/>
              <a:sym typeface="Arial"/>
            </a:endParaRPr>
          </a:p>
          <a:p>
            <a:pPr lvl="1"/>
            <a:r>
              <a:rPr dirty="0">
                <a:solidFill>
                  <a:srgbClr val="FFFFFF"/>
                </a:solidFill>
                <a:latin typeface="Arial"/>
                <a:ea typeface="Arial"/>
                <a:cs typeface="Arial"/>
                <a:sym typeface="Arial"/>
              </a:rPr>
              <a:t>HOJE, MUITAS EMPRESAS TEM ESSES PRODUTOS NA TELA DE SEUS COMPUTADORES, MAS PEDIDOS ON-LINE EXISTEM APENAS PARA UMA MINORIA DE CLIENTES CONSIDERADOS ESPECIAIS.</a:t>
            </a:r>
            <a:endParaRPr dirty="0">
              <a:solidFill>
                <a:srgbClr val="FFFFFF"/>
              </a:solidFill>
              <a:latin typeface="Times New Roman"/>
              <a:ea typeface="Times New Roman"/>
              <a:cs typeface="Times New Roman"/>
              <a:sym typeface="Times New Roman"/>
            </a:endParaRPr>
          </a:p>
          <a:p>
            <a:pPr lvl="0"/>
            <a:endParaRPr dirty="0">
              <a:solidFill>
                <a:srgbClr val="FFFFFF"/>
              </a:solidFill>
              <a:latin typeface="Arial"/>
              <a:ea typeface="Arial"/>
              <a:cs typeface="Arial"/>
              <a:sym typeface="Arial"/>
            </a:endParaRPr>
          </a:p>
          <a:p>
            <a:pPr lvl="1"/>
            <a:r>
              <a:rPr dirty="0">
                <a:solidFill>
                  <a:srgbClr val="FFFFFF"/>
                </a:solidFill>
                <a:latin typeface="Arial"/>
                <a:ea typeface="Arial"/>
                <a:cs typeface="Arial"/>
                <a:sym typeface="Arial"/>
              </a:rPr>
              <a:t>O PAPEL IMPRESSO E ASSINADO, AINDA CONTINUA SENDO O PREFERIDO PARA COMPRA E VENDA DE PRODUTOS.</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 presetClass="entr" presetSubtype="8" fill="hold" grpId="1" nodeType="clickEffect">
                                  <p:stCondLst>
                                    <p:cond delay="0"/>
                                  </p:stCondLst>
                                  <p:iterate>
                                    <p:tmAbs val="0"/>
                                  </p:iterate>
                                  <p:childTnLst>
                                    <p:set>
                                      <p:cBhvr>
                                        <p:cTn id="6" fill="hold"/>
                                        <p:tgtEl>
                                          <p:spTgt spid="145"/>
                                        </p:tgtEl>
                                        <p:attrNameLst>
                                          <p:attrName>style.visibility</p:attrName>
                                        </p:attrNameLst>
                                      </p:cBhvr>
                                      <p:to>
                                        <p:strVal val="visible"/>
                                      </p:to>
                                    </p:set>
                                    <p:anim calcmode="lin" valueType="num">
                                      <p:cBhvr>
                                        <p:cTn id="7" dur="500" fill="hold"/>
                                        <p:tgtEl>
                                          <p:spTgt spid="145"/>
                                        </p:tgtEl>
                                        <p:attrNameLst>
                                          <p:attrName>ppt_x</p:attrName>
                                        </p:attrNameLst>
                                      </p:cBhvr>
                                      <p:tavLst>
                                        <p:tav tm="0">
                                          <p:val>
                                            <p:strVal val="0-#ppt_w/2"/>
                                          </p:val>
                                        </p:tav>
                                        <p:tav tm="100000">
                                          <p:val>
                                            <p:strVal val="#ppt_x"/>
                                          </p:val>
                                        </p:tav>
                                      </p:tavLst>
                                    </p:anim>
                                    <p:anim calcmode="lin" valueType="num">
                                      <p:cBhvr>
                                        <p:cTn id="8" dur="500" fill="hold"/>
                                        <p:tgtEl>
                                          <p:spTgt spid="14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2" nodeType="clickEffect">
                                  <p:stCondLst>
                                    <p:cond delay="0"/>
                                  </p:stCondLst>
                                  <p:iterate>
                                    <p:tmAbs val="0"/>
                                  </p:iterate>
                                  <p:childTnLst>
                                    <p:set>
                                      <p:cBhvr>
                                        <p:cTn id="12" fill="hold"/>
                                        <p:tgtEl>
                                          <p:spTgt spid="146"/>
                                        </p:tgtEl>
                                        <p:attrNameLst>
                                          <p:attrName>style.visibility</p:attrName>
                                        </p:attrNameLst>
                                      </p:cBhvr>
                                      <p:to>
                                        <p:strVal val="visible"/>
                                      </p:to>
                                    </p:set>
                                    <p:anim calcmode="lin" valueType="num">
                                      <p:cBhvr>
                                        <p:cTn id="13" dur="500" fill="hold"/>
                                        <p:tgtEl>
                                          <p:spTgt spid="146"/>
                                        </p:tgtEl>
                                        <p:attrNameLst>
                                          <p:attrName>ppt_x</p:attrName>
                                        </p:attrNameLst>
                                      </p:cBhvr>
                                      <p:tavLst>
                                        <p:tav tm="0">
                                          <p:val>
                                            <p:strVal val="0-#ppt_w/2"/>
                                          </p:val>
                                        </p:tav>
                                        <p:tav tm="100000">
                                          <p:val>
                                            <p:strVal val="#ppt_x"/>
                                          </p:val>
                                        </p:tav>
                                      </p:tavLst>
                                    </p:anim>
                                    <p:anim calcmode="lin" valueType="num">
                                      <p:cBhvr>
                                        <p:cTn id="14" dur="500" fill="hold"/>
                                        <p:tgtEl>
                                          <p:spTgt spid="14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 grpId="1" animBg="1" advAuto="0"/>
      <p:bldP spid="146" grpId="2" animBg="1" advAuto="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 name="Shape 144"/>
          <p:cNvSpPr>
            <a:spLocks noGrp="1"/>
          </p:cNvSpPr>
          <p:nvPr>
            <p:ph type="sldNum" sz="quarter" idx="2"/>
          </p:nvPr>
        </p:nvSpPr>
        <p:spPr>
          <a:xfrm>
            <a:off x="6553200" y="6248398"/>
            <a:ext cx="1905000" cy="374529"/>
          </a:xfrm>
          <a:prstGeom prst="rect">
            <a:avLst/>
          </a:prstGeom>
          <a:extLst>
            <a:ext uri="{C572A759-6A51-4108-AA02-DFA0A04FC94B}">
              <ma14:wrappingTextBoxFlag xmlns:ma14="http://schemas.microsoft.com/office/mac/drawingml/2011/main" xmlns="" val="1"/>
            </a:ext>
          </a:extLst>
        </p:spPr>
        <p:txBody>
          <a:bodyPr lIns="0" tIns="0" rIns="0" bIns="0">
            <a:normAutofit/>
          </a:bodyPr>
          <a:lstStyle>
            <a:lvl1pPr marL="616920" indent="-616920" defTabSz="841247">
              <a:spcBef>
                <a:spcPts val="700"/>
              </a:spcBef>
              <a:defRPr sz="1200"/>
            </a:lvl1pPr>
          </a:lstStyle>
          <a:p>
            <a:pPr lvl="0">
              <a:defRPr sz="1800">
                <a:solidFill>
                  <a:srgbClr val="000000"/>
                </a:solidFill>
              </a:defRPr>
            </a:pPr>
            <a:fld id="{86CB4B4D-7CA3-9044-876B-883B54F8677D}" type="slidenum">
              <a:rPr sz="1200">
                <a:solidFill>
                  <a:srgbClr val="FFFFFF"/>
                </a:solidFill>
              </a:rPr>
              <a:t>26</a:t>
            </a:fld>
            <a:endParaRPr sz="1200">
              <a:solidFill>
                <a:srgbClr val="FFFFFF"/>
              </a:solidFill>
            </a:endParaRPr>
          </a:p>
        </p:txBody>
      </p:sp>
      <p:sp>
        <p:nvSpPr>
          <p:cNvPr id="145" name="Shape 145"/>
          <p:cNvSpPr/>
          <p:nvPr/>
        </p:nvSpPr>
        <p:spPr>
          <a:xfrm>
            <a:off x="-2667007" y="304794"/>
            <a:ext cx="11380453" cy="1417459"/>
          </a:xfrm>
          <a:prstGeom prst="rect">
            <a:avLst/>
          </a:prstGeom>
          <a:ln w="12700">
            <a:miter lim="400000"/>
          </a:ln>
        </p:spPr>
        <p:txBody>
          <a:bodyPr lIns="45718" tIns="45718" rIns="45718" bIns="45718">
            <a:spAutoFit/>
          </a:bodyPr>
          <a:lstStyle/>
          <a:p>
            <a:pPr marL="11755759" lvl="0" indent="-11755759">
              <a:defRPr>
                <a:latin typeface="Arial"/>
                <a:ea typeface="Arial"/>
                <a:cs typeface="Arial"/>
                <a:sym typeface="Arial"/>
              </a:defRPr>
            </a:pPr>
            <a:endParaRPr/>
          </a:p>
        </p:txBody>
      </p:sp>
      <p:sp>
        <p:nvSpPr>
          <p:cNvPr id="146" name="Shape 146"/>
          <p:cNvSpPr/>
          <p:nvPr/>
        </p:nvSpPr>
        <p:spPr>
          <a:xfrm>
            <a:off x="430554" y="1215319"/>
            <a:ext cx="8520941" cy="4821829"/>
          </a:xfrm>
          <a:prstGeom prst="rect">
            <a:avLst/>
          </a:prstGeom>
          <a:ln w="12700">
            <a:miter lim="400000"/>
          </a:ln>
          <a:extLst>
            <a:ext uri="{C572A759-6A51-4108-AA02-DFA0A04FC94B}">
              <ma14:wrappingTextBoxFlag xmlns:ma14="http://schemas.microsoft.com/office/mac/drawingml/2011/main" xmlns="" val="1"/>
            </a:ext>
          </a:extLst>
        </p:spPr>
        <p:txBody>
          <a:bodyPr wrap="square" lIns="45718" tIns="45718" rIns="45718" bIns="45718">
            <a:spAutoFit/>
          </a:bodyPr>
          <a:lstStyle/>
          <a:p>
            <a:pPr lvl="1"/>
            <a:r>
              <a:rPr dirty="0">
                <a:solidFill>
                  <a:srgbClr val="FFFFFF"/>
                </a:solidFill>
                <a:latin typeface="Arial"/>
                <a:ea typeface="Arial"/>
                <a:cs typeface="Arial"/>
                <a:sym typeface="Arial"/>
              </a:rPr>
              <a:t> </a:t>
            </a:r>
            <a:r>
              <a:rPr lang="pt-BR" dirty="0">
                <a:solidFill>
                  <a:srgbClr val="FFFFFF"/>
                </a:solidFill>
                <a:latin typeface="Arial"/>
                <a:ea typeface="Arial"/>
                <a:cs typeface="Arial"/>
                <a:sym typeface="Arial"/>
              </a:rPr>
              <a:t>EX. DE LAYOUT DE UM PEDIDO DE VENDAS A SER PREENCHIDO</a:t>
            </a:r>
          </a:p>
          <a:p>
            <a:pPr lvl="1"/>
            <a:r>
              <a:rPr lang="pt-BR" dirty="0">
                <a:solidFill>
                  <a:srgbClr val="FFFFFF"/>
                </a:solidFill>
                <a:latin typeface="Arial"/>
                <a:ea typeface="Arial"/>
                <a:cs typeface="Arial"/>
                <a:sym typeface="Arial"/>
              </a:rPr>
              <a:t>CABECALHO – NOME DA FIRMA, NUMERO DO CLIENTE. (INTERNO)</a:t>
            </a:r>
          </a:p>
          <a:p>
            <a:pPr lvl="1"/>
            <a:r>
              <a:rPr lang="pt-BR" dirty="0">
                <a:solidFill>
                  <a:srgbClr val="FFFFFF"/>
                </a:solidFill>
                <a:latin typeface="Arial"/>
                <a:ea typeface="Arial"/>
                <a:cs typeface="Arial"/>
                <a:sym typeface="Arial"/>
              </a:rPr>
              <a:t>CORPO DO PEDIDO:</a:t>
            </a:r>
          </a:p>
          <a:p>
            <a:pPr lvl="1"/>
            <a:r>
              <a:rPr lang="pt-BR" dirty="0">
                <a:solidFill>
                  <a:srgbClr val="FFFFFF"/>
                </a:solidFill>
                <a:latin typeface="Arial"/>
                <a:ea typeface="Arial"/>
                <a:cs typeface="Arial"/>
                <a:sym typeface="Arial"/>
              </a:rPr>
              <a:t>PRODUTOS CODIGO / DESCRICAO DO PRODUTO / QTDE VENDIDA / UNIDADE DE MEDIDA? </a:t>
            </a:r>
          </a:p>
          <a:p>
            <a:pPr lvl="1"/>
            <a:r>
              <a:rPr lang="pt-BR" dirty="0">
                <a:solidFill>
                  <a:srgbClr val="FFFFFF"/>
                </a:solidFill>
                <a:latin typeface="Arial"/>
                <a:ea typeface="Arial"/>
                <a:cs typeface="Arial"/>
                <a:sym typeface="Arial"/>
              </a:rPr>
              <a:t>TOTAL  POR PRODUTO = QTDE </a:t>
            </a:r>
            <a:r>
              <a:rPr lang="pt-BR" dirty="0" err="1">
                <a:solidFill>
                  <a:srgbClr val="FFFFFF"/>
                </a:solidFill>
                <a:latin typeface="Arial"/>
                <a:ea typeface="Arial"/>
                <a:cs typeface="Arial"/>
                <a:sym typeface="Arial"/>
              </a:rPr>
              <a:t>X</a:t>
            </a:r>
            <a:r>
              <a:rPr lang="pt-BR" dirty="0">
                <a:solidFill>
                  <a:srgbClr val="FFFFFF"/>
                </a:solidFill>
                <a:latin typeface="Arial"/>
                <a:ea typeface="Arial"/>
                <a:cs typeface="Arial"/>
                <a:sym typeface="Arial"/>
              </a:rPr>
              <a:t> PRECO</a:t>
            </a:r>
          </a:p>
          <a:p>
            <a:pPr lvl="1"/>
            <a:r>
              <a:rPr lang="pt-BR" dirty="0">
                <a:solidFill>
                  <a:srgbClr val="FFFFFF"/>
                </a:solidFill>
                <a:latin typeface="Arial"/>
                <a:ea typeface="Arial"/>
                <a:cs typeface="Arial"/>
                <a:sym typeface="Arial"/>
              </a:rPr>
              <a:t>TOTAL DO PEDIDO EM QTDE E VALOR.</a:t>
            </a:r>
          </a:p>
          <a:p>
            <a:pPr lvl="1"/>
            <a:endParaRPr lang="pt-BR" dirty="0">
              <a:solidFill>
                <a:srgbClr val="FFFFFF"/>
              </a:solidFill>
              <a:latin typeface="Arial"/>
              <a:ea typeface="Arial"/>
              <a:cs typeface="Arial"/>
              <a:sym typeface="Arial"/>
            </a:endParaRPr>
          </a:p>
          <a:p>
            <a:pPr lvl="1"/>
            <a:r>
              <a:rPr lang="pt-BR" dirty="0">
                <a:solidFill>
                  <a:srgbClr val="FFFFFF"/>
                </a:solidFill>
                <a:latin typeface="Arial"/>
                <a:ea typeface="Arial"/>
                <a:cs typeface="Arial"/>
                <a:sym typeface="Arial"/>
              </a:rPr>
              <a:t>LOCAL DE ENTREGA =  CADASTRADO? SIM</a:t>
            </a:r>
          </a:p>
          <a:p>
            <a:pPr lvl="1"/>
            <a:r>
              <a:rPr lang="pt-BR" dirty="0">
                <a:solidFill>
                  <a:srgbClr val="FFFFFF"/>
                </a:solidFill>
                <a:latin typeface="Arial"/>
                <a:ea typeface="Arial"/>
                <a:cs typeface="Arial"/>
                <a:sym typeface="Arial"/>
              </a:rPr>
              <a:t>                       “                               “               NÃO  - ESPECIFICAR</a:t>
            </a:r>
          </a:p>
          <a:p>
            <a:pPr lvl="1"/>
            <a:endParaRPr lang="pt-BR" dirty="0">
              <a:solidFill>
                <a:srgbClr val="FFFFFF"/>
              </a:solidFill>
              <a:latin typeface="Arial"/>
              <a:ea typeface="Arial"/>
              <a:cs typeface="Arial"/>
              <a:sym typeface="Arial"/>
            </a:endParaRPr>
          </a:p>
          <a:p>
            <a:pPr lvl="1"/>
            <a:r>
              <a:rPr lang="pt-BR" dirty="0">
                <a:solidFill>
                  <a:srgbClr val="FFFFFF"/>
                </a:solidFill>
                <a:latin typeface="Arial"/>
                <a:ea typeface="Arial"/>
                <a:cs typeface="Arial"/>
                <a:sym typeface="Arial"/>
              </a:rPr>
              <a:t>OBSERVACOES = HORARIO NORMAL DAS 8,00h as 17,00h</a:t>
            </a:r>
          </a:p>
          <a:p>
            <a:pPr lvl="1"/>
            <a:r>
              <a:rPr lang="pt-BR" dirty="0">
                <a:solidFill>
                  <a:srgbClr val="FFFFFF"/>
                </a:solidFill>
                <a:latin typeface="Arial"/>
                <a:ea typeface="Arial"/>
                <a:cs typeface="Arial"/>
                <a:sym typeface="Arial"/>
              </a:rPr>
              <a:t>                             = OUTRO HORARIO  -  ESPECIFICAR</a:t>
            </a:r>
          </a:p>
        </p:txBody>
      </p:sp>
    </p:spTree>
    <p:extLst>
      <p:ext uri="{BB962C8B-B14F-4D97-AF65-F5344CB8AC3E}">
        <p14:creationId xmlns:p14="http://schemas.microsoft.com/office/powerpoint/2010/main" val="260898775"/>
      </p:ext>
    </p:extLst>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iterate>
                                    <p:tmAbs val="0"/>
                                  </p:iterate>
                                  <p:childTnLst>
                                    <p:set>
                                      <p:cBhvr>
                                        <p:cTn id="6" fill="hold"/>
                                        <p:tgtEl>
                                          <p:spTgt spid="145"/>
                                        </p:tgtEl>
                                        <p:attrNameLst>
                                          <p:attrName>style.visibility</p:attrName>
                                        </p:attrNameLst>
                                      </p:cBhvr>
                                      <p:to>
                                        <p:strVal val="visible"/>
                                      </p:to>
                                    </p:set>
                                    <p:anim calcmode="lin" valueType="num">
                                      <p:cBhvr>
                                        <p:cTn id="7" dur="500" fill="hold"/>
                                        <p:tgtEl>
                                          <p:spTgt spid="145"/>
                                        </p:tgtEl>
                                        <p:attrNameLst>
                                          <p:attrName>ppt_x</p:attrName>
                                        </p:attrNameLst>
                                      </p:cBhvr>
                                      <p:tavLst>
                                        <p:tav tm="0">
                                          <p:val>
                                            <p:strVal val="0-#ppt_w/2"/>
                                          </p:val>
                                        </p:tav>
                                        <p:tav tm="100000">
                                          <p:val>
                                            <p:strVal val="#ppt_x"/>
                                          </p:val>
                                        </p:tav>
                                      </p:tavLst>
                                    </p:anim>
                                    <p:anim calcmode="lin" valueType="num">
                                      <p:cBhvr>
                                        <p:cTn id="8" dur="500" fill="hold"/>
                                        <p:tgtEl>
                                          <p:spTgt spid="14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iterate>
                                    <p:tmAbs val="0"/>
                                  </p:iterate>
                                  <p:childTnLst>
                                    <p:set>
                                      <p:cBhvr>
                                        <p:cTn id="12" fill="hold"/>
                                        <p:tgtEl>
                                          <p:spTgt spid="146"/>
                                        </p:tgtEl>
                                        <p:attrNameLst>
                                          <p:attrName>style.visibility</p:attrName>
                                        </p:attrNameLst>
                                      </p:cBhvr>
                                      <p:to>
                                        <p:strVal val="visible"/>
                                      </p:to>
                                    </p:set>
                                    <p:anim calcmode="lin" valueType="num">
                                      <p:cBhvr>
                                        <p:cTn id="13" dur="500" fill="hold"/>
                                        <p:tgtEl>
                                          <p:spTgt spid="146"/>
                                        </p:tgtEl>
                                        <p:attrNameLst>
                                          <p:attrName>ppt_x</p:attrName>
                                        </p:attrNameLst>
                                      </p:cBhvr>
                                      <p:tavLst>
                                        <p:tav tm="0">
                                          <p:val>
                                            <p:strVal val="0-#ppt_w/2"/>
                                          </p:val>
                                        </p:tav>
                                        <p:tav tm="100000">
                                          <p:val>
                                            <p:strVal val="#ppt_x"/>
                                          </p:val>
                                        </p:tav>
                                      </p:tavLst>
                                    </p:anim>
                                    <p:anim calcmode="lin" valueType="num">
                                      <p:cBhvr>
                                        <p:cTn id="14" dur="500" fill="hold"/>
                                        <p:tgtEl>
                                          <p:spTgt spid="14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 grpId="0" animBg="1" advAuto="0"/>
      <p:bldP spid="146" grpId="0" animBg="1" advAuto="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Shape 148"/>
          <p:cNvSpPr>
            <a:spLocks noGrp="1"/>
          </p:cNvSpPr>
          <p:nvPr>
            <p:ph type="sldNum" sz="quarter" idx="2"/>
          </p:nvPr>
        </p:nvSpPr>
        <p:spPr>
          <a:xfrm>
            <a:off x="6553200" y="6248398"/>
            <a:ext cx="1905000" cy="490286"/>
          </a:xfrm>
          <a:prstGeom prst="rect">
            <a:avLst/>
          </a:prstGeom>
          <a:extLst>
            <a:ext uri="{C572A759-6A51-4108-AA02-DFA0A04FC94B}">
              <ma14:wrappingTextBoxFlag xmlns="" xmlns:ma14="http://schemas.microsoft.com/office/mac/drawingml/2011/main" val="1"/>
            </a:ext>
          </a:extLst>
        </p:spPr>
        <p:txBody>
          <a:bodyPr lIns="0" tIns="0" rIns="0" bIns="0">
            <a:normAutofit/>
          </a:bodyPr>
          <a:lstStyle>
            <a:lvl1pPr marL="1142920" indent="-1142920"/>
          </a:lstStyle>
          <a:p>
            <a:pPr lvl="0">
              <a:defRPr sz="1800">
                <a:solidFill>
                  <a:srgbClr val="000000"/>
                </a:solidFill>
              </a:defRPr>
            </a:pPr>
            <a:fld id="{86CB4B4D-7CA3-9044-876B-883B54F8677D}" type="slidenum">
              <a:rPr sz="1400">
                <a:solidFill>
                  <a:srgbClr val="FFFFFF"/>
                </a:solidFill>
              </a:rPr>
              <a:t>27</a:t>
            </a:fld>
            <a:endParaRPr sz="1400">
              <a:solidFill>
                <a:srgbClr val="FFFFFF"/>
              </a:solidFill>
            </a:endParaRPr>
          </a:p>
        </p:txBody>
      </p:sp>
      <p:sp>
        <p:nvSpPr>
          <p:cNvPr id="149" name="Shape 149"/>
          <p:cNvSpPr>
            <a:spLocks noGrp="1"/>
          </p:cNvSpPr>
          <p:nvPr>
            <p:ph type="body" idx="4294967295"/>
          </p:nvPr>
        </p:nvSpPr>
        <p:spPr>
          <a:xfrm>
            <a:off x="291802" y="224383"/>
            <a:ext cx="8393411" cy="6409234"/>
          </a:xfrm>
          <a:prstGeom prst="rect">
            <a:avLst/>
          </a:prstGeom>
        </p:spPr>
        <p:txBody>
          <a:bodyPr lIns="0" tIns="0" rIns="0" bIns="0">
            <a:normAutofit/>
          </a:bodyPr>
          <a:lstStyle/>
          <a:p>
            <a:pPr marL="0" lvl="0" indent="0" defTabSz="457200">
              <a:spcBef>
                <a:spcPts val="0"/>
              </a:spcBef>
              <a:buSzTx/>
              <a:buNone/>
              <a:defRPr sz="1800">
                <a:solidFill>
                  <a:srgbClr val="000000"/>
                </a:solidFill>
                <a:effectLst/>
              </a:defRPr>
            </a:pPr>
            <a:r>
              <a:rPr sz="4100" dirty="0">
                <a:solidFill>
                  <a:srgbClr val="FFFFFF"/>
                </a:solidFill>
                <a:latin typeface="+mn-lt"/>
                <a:ea typeface="+mn-ea"/>
                <a:cs typeface="+mn-cs"/>
                <a:sym typeface="Helvetica"/>
              </a:rPr>
              <a:t>As </a:t>
            </a:r>
            <a:r>
              <a:rPr sz="4100" dirty="0" err="1">
                <a:solidFill>
                  <a:srgbClr val="FFFFFF"/>
                </a:solidFill>
                <a:latin typeface="+mn-lt"/>
                <a:ea typeface="+mn-ea"/>
                <a:cs typeface="+mn-cs"/>
                <a:sym typeface="Helvetica"/>
              </a:rPr>
              <a:t>necessidade</a:t>
            </a:r>
            <a:r>
              <a:rPr sz="4100" dirty="0">
                <a:solidFill>
                  <a:srgbClr val="FFFFFF"/>
                </a:solidFill>
                <a:latin typeface="+mn-lt"/>
                <a:ea typeface="+mn-ea"/>
                <a:cs typeface="+mn-cs"/>
                <a:sym typeface="Helvetica"/>
              </a:rPr>
              <a:t> das </a:t>
            </a:r>
            <a:r>
              <a:rPr sz="4100" dirty="0" err="1">
                <a:solidFill>
                  <a:srgbClr val="FFFFFF"/>
                </a:solidFill>
                <a:latin typeface="+mn-lt"/>
                <a:ea typeface="+mn-ea"/>
                <a:cs typeface="+mn-cs"/>
                <a:sym typeface="Helvetica"/>
              </a:rPr>
              <a:t>regionais</a:t>
            </a:r>
            <a:endParaRPr sz="4100" dirty="0">
              <a:latin typeface="+mn-lt"/>
              <a:ea typeface="+mn-ea"/>
              <a:cs typeface="+mn-cs"/>
              <a:sym typeface="Helvetica"/>
            </a:endParaRPr>
          </a:p>
          <a:p>
            <a:pPr marL="737050" lvl="0" indent="-737050" defTabSz="457200">
              <a:lnSpc>
                <a:spcPct val="150000"/>
              </a:lnSpc>
              <a:spcBef>
                <a:spcPts val="0"/>
              </a:spcBef>
              <a:buClr>
                <a:srgbClr val="FFFFFF"/>
              </a:buClr>
              <a:buSzPct val="100000"/>
              <a:buFont typeface="Helvetica"/>
              <a:buAutoNum type="arabicParenR"/>
              <a:defRPr sz="1800">
                <a:solidFill>
                  <a:srgbClr val="000000"/>
                </a:solidFill>
                <a:effectLst/>
              </a:defRPr>
            </a:pPr>
            <a:r>
              <a:rPr sz="2300" dirty="0" err="1">
                <a:solidFill>
                  <a:srgbClr val="FFFFFF"/>
                </a:solidFill>
                <a:latin typeface="+mn-lt"/>
                <a:ea typeface="+mn-ea"/>
                <a:cs typeface="+mn-cs"/>
                <a:sym typeface="Helvetica"/>
              </a:rPr>
              <a:t>Acompanhar</a:t>
            </a:r>
            <a:r>
              <a:rPr sz="2300" dirty="0">
                <a:solidFill>
                  <a:srgbClr val="FFFFFF"/>
                </a:solidFill>
                <a:latin typeface="+mn-lt"/>
                <a:ea typeface="+mn-ea"/>
                <a:cs typeface="+mn-cs"/>
                <a:sym typeface="Helvetica"/>
              </a:rPr>
              <a:t> </a:t>
            </a:r>
            <a:r>
              <a:rPr sz="2300" dirty="0" err="1">
                <a:solidFill>
                  <a:srgbClr val="FFFFFF"/>
                </a:solidFill>
                <a:latin typeface="+mn-lt"/>
                <a:ea typeface="+mn-ea"/>
                <a:cs typeface="+mn-cs"/>
                <a:sym typeface="Helvetica"/>
              </a:rPr>
              <a:t>os</a:t>
            </a:r>
            <a:r>
              <a:rPr sz="2300" dirty="0">
                <a:solidFill>
                  <a:srgbClr val="FFFFFF"/>
                </a:solidFill>
                <a:latin typeface="+mn-lt"/>
                <a:ea typeface="+mn-ea"/>
                <a:cs typeface="+mn-cs"/>
                <a:sym typeface="Helvetica"/>
              </a:rPr>
              <a:t> </a:t>
            </a:r>
            <a:r>
              <a:rPr sz="2300" dirty="0" err="1">
                <a:solidFill>
                  <a:srgbClr val="FFFFFF"/>
                </a:solidFill>
                <a:latin typeface="+mn-lt"/>
                <a:ea typeface="+mn-ea"/>
                <a:cs typeface="+mn-cs"/>
                <a:sym typeface="Helvetica"/>
              </a:rPr>
              <a:t>vendedores</a:t>
            </a:r>
            <a:r>
              <a:rPr sz="2300" dirty="0">
                <a:solidFill>
                  <a:srgbClr val="FFFFFF"/>
                </a:solidFill>
                <a:latin typeface="+mn-lt"/>
                <a:ea typeface="+mn-ea"/>
                <a:cs typeface="+mn-cs"/>
                <a:sym typeface="Helvetica"/>
              </a:rPr>
              <a:t> para </a:t>
            </a:r>
            <a:r>
              <a:rPr sz="2300" dirty="0" err="1">
                <a:solidFill>
                  <a:srgbClr val="FFFFFF"/>
                </a:solidFill>
                <a:latin typeface="+mn-lt"/>
                <a:ea typeface="+mn-ea"/>
                <a:cs typeface="+mn-cs"/>
                <a:sym typeface="Helvetica"/>
              </a:rPr>
              <a:t>suprir</a:t>
            </a:r>
            <a:r>
              <a:rPr sz="2300" dirty="0">
                <a:solidFill>
                  <a:srgbClr val="FFFFFF"/>
                </a:solidFill>
                <a:latin typeface="+mn-lt"/>
                <a:ea typeface="+mn-ea"/>
                <a:cs typeface="+mn-cs"/>
                <a:sym typeface="Helvetica"/>
              </a:rPr>
              <a:t> </a:t>
            </a:r>
            <a:r>
              <a:rPr sz="2300" dirty="0" err="1">
                <a:solidFill>
                  <a:srgbClr val="FFFFFF"/>
                </a:solidFill>
                <a:latin typeface="+mn-lt"/>
                <a:ea typeface="+mn-ea"/>
                <a:cs typeface="+mn-cs"/>
                <a:sym typeface="Helvetica"/>
              </a:rPr>
              <a:t>suas</a:t>
            </a:r>
            <a:r>
              <a:rPr sz="2300" dirty="0">
                <a:solidFill>
                  <a:srgbClr val="FFFFFF"/>
                </a:solidFill>
                <a:latin typeface="+mn-lt"/>
                <a:ea typeface="+mn-ea"/>
                <a:cs typeface="+mn-cs"/>
                <a:sym typeface="Helvetica"/>
              </a:rPr>
              <a:t> </a:t>
            </a:r>
            <a:r>
              <a:rPr sz="2300" dirty="0" err="1">
                <a:solidFill>
                  <a:srgbClr val="FFFFFF"/>
                </a:solidFill>
                <a:latin typeface="+mn-lt"/>
                <a:ea typeface="+mn-ea"/>
                <a:cs typeface="+mn-cs"/>
                <a:sym typeface="Helvetica"/>
              </a:rPr>
              <a:t>necessidades</a:t>
            </a:r>
            <a:endParaRPr sz="2300" dirty="0">
              <a:latin typeface="+mn-lt"/>
              <a:ea typeface="+mn-ea"/>
              <a:cs typeface="+mn-cs"/>
              <a:sym typeface="Helvetica"/>
            </a:endParaRPr>
          </a:p>
          <a:p>
            <a:pPr marL="737050" lvl="0" indent="-737050" defTabSz="457200">
              <a:lnSpc>
                <a:spcPct val="150000"/>
              </a:lnSpc>
              <a:spcBef>
                <a:spcPts val="0"/>
              </a:spcBef>
              <a:buClr>
                <a:srgbClr val="FFFFFF"/>
              </a:buClr>
              <a:buSzPct val="100000"/>
              <a:buFont typeface="Helvetica"/>
              <a:buAutoNum type="arabicParenR"/>
              <a:defRPr sz="1800">
                <a:solidFill>
                  <a:srgbClr val="000000"/>
                </a:solidFill>
                <a:effectLst/>
              </a:defRPr>
            </a:pPr>
            <a:r>
              <a:rPr sz="2300" dirty="0" err="1">
                <a:solidFill>
                  <a:srgbClr val="FFFFFF"/>
                </a:solidFill>
                <a:latin typeface="+mn-lt"/>
                <a:ea typeface="+mn-ea"/>
                <a:cs typeface="+mn-cs"/>
                <a:sym typeface="Helvetica"/>
              </a:rPr>
              <a:t>Acompanhar</a:t>
            </a:r>
            <a:r>
              <a:rPr sz="2300" dirty="0">
                <a:solidFill>
                  <a:srgbClr val="FFFFFF"/>
                </a:solidFill>
                <a:latin typeface="+mn-lt"/>
                <a:ea typeface="+mn-ea"/>
                <a:cs typeface="+mn-cs"/>
                <a:sym typeface="Helvetica"/>
              </a:rPr>
              <a:t> as </a:t>
            </a:r>
            <a:r>
              <a:rPr sz="2300" dirty="0" err="1">
                <a:solidFill>
                  <a:srgbClr val="FFFFFF"/>
                </a:solidFill>
                <a:latin typeface="+mn-lt"/>
                <a:ea typeface="+mn-ea"/>
                <a:cs typeface="+mn-cs"/>
                <a:sym typeface="Helvetica"/>
              </a:rPr>
              <a:t>vendas</a:t>
            </a:r>
            <a:r>
              <a:rPr sz="2300" dirty="0">
                <a:solidFill>
                  <a:srgbClr val="FFFFFF"/>
                </a:solidFill>
                <a:latin typeface="+mn-lt"/>
                <a:ea typeface="+mn-ea"/>
                <a:cs typeface="+mn-cs"/>
                <a:sym typeface="Helvetica"/>
              </a:rPr>
              <a:t> de </a:t>
            </a:r>
            <a:r>
              <a:rPr sz="2300" dirty="0" err="1">
                <a:solidFill>
                  <a:srgbClr val="FFFFFF"/>
                </a:solidFill>
                <a:latin typeface="+mn-lt"/>
                <a:ea typeface="+mn-ea"/>
                <a:cs typeface="+mn-cs"/>
                <a:sym typeface="Helvetica"/>
              </a:rPr>
              <a:t>cada</a:t>
            </a:r>
            <a:r>
              <a:rPr sz="2300" dirty="0">
                <a:solidFill>
                  <a:srgbClr val="FFFFFF"/>
                </a:solidFill>
                <a:latin typeface="+mn-lt"/>
                <a:ea typeface="+mn-ea"/>
                <a:cs typeface="+mn-cs"/>
                <a:sym typeface="Helvetica"/>
              </a:rPr>
              <a:t> um (</a:t>
            </a:r>
            <a:r>
              <a:rPr sz="2300" dirty="0" err="1">
                <a:solidFill>
                  <a:srgbClr val="FFFFFF"/>
                </a:solidFill>
                <a:latin typeface="+mn-lt"/>
                <a:ea typeface="+mn-ea"/>
                <a:cs typeface="+mn-cs"/>
                <a:sym typeface="Helvetica"/>
              </a:rPr>
              <a:t>metas</a:t>
            </a:r>
            <a:r>
              <a:rPr sz="2300" dirty="0">
                <a:solidFill>
                  <a:srgbClr val="FFFFFF"/>
                </a:solidFill>
                <a:latin typeface="+mn-lt"/>
                <a:ea typeface="+mn-ea"/>
                <a:cs typeface="+mn-cs"/>
                <a:sym typeface="Helvetica"/>
              </a:rPr>
              <a:t> do </a:t>
            </a:r>
            <a:r>
              <a:rPr sz="2300" dirty="0" err="1">
                <a:solidFill>
                  <a:srgbClr val="FFFFFF"/>
                </a:solidFill>
                <a:latin typeface="+mn-lt"/>
                <a:ea typeface="+mn-ea"/>
                <a:cs typeface="+mn-cs"/>
                <a:sym typeface="Helvetica"/>
              </a:rPr>
              <a:t>mês</a:t>
            </a:r>
            <a:r>
              <a:rPr sz="2300" dirty="0">
                <a:solidFill>
                  <a:srgbClr val="FFFFFF"/>
                </a:solidFill>
                <a:latin typeface="+mn-lt"/>
                <a:ea typeface="+mn-ea"/>
                <a:cs typeface="+mn-cs"/>
                <a:sym typeface="Helvetica"/>
              </a:rPr>
              <a:t>)</a:t>
            </a:r>
            <a:endParaRPr sz="2300" dirty="0">
              <a:latin typeface="+mn-lt"/>
              <a:ea typeface="+mn-ea"/>
              <a:cs typeface="+mn-cs"/>
              <a:sym typeface="Helvetica"/>
            </a:endParaRPr>
          </a:p>
          <a:p>
            <a:pPr marL="737050" lvl="0" indent="-737050" defTabSz="457200">
              <a:lnSpc>
                <a:spcPct val="150000"/>
              </a:lnSpc>
              <a:spcBef>
                <a:spcPts val="0"/>
              </a:spcBef>
              <a:buClr>
                <a:srgbClr val="FFFFFF"/>
              </a:buClr>
              <a:buSzPct val="100000"/>
              <a:buFont typeface="Helvetica"/>
              <a:buAutoNum type="arabicParenR"/>
              <a:defRPr sz="1800">
                <a:solidFill>
                  <a:srgbClr val="000000"/>
                </a:solidFill>
                <a:effectLst/>
              </a:defRPr>
            </a:pPr>
            <a:r>
              <a:rPr sz="2300" dirty="0" err="1">
                <a:solidFill>
                  <a:srgbClr val="FFFFFF"/>
                </a:solidFill>
                <a:latin typeface="+mn-lt"/>
                <a:ea typeface="+mn-ea"/>
                <a:cs typeface="+mn-cs"/>
                <a:sym typeface="Helvetica"/>
              </a:rPr>
              <a:t>Verificar</a:t>
            </a:r>
            <a:r>
              <a:rPr sz="2300" dirty="0">
                <a:solidFill>
                  <a:srgbClr val="FFFFFF"/>
                </a:solidFill>
                <a:latin typeface="+mn-lt"/>
                <a:ea typeface="+mn-ea"/>
                <a:cs typeface="+mn-cs"/>
                <a:sym typeface="Helvetica"/>
              </a:rPr>
              <a:t> </a:t>
            </a:r>
            <a:r>
              <a:rPr sz="2300" dirty="0" err="1">
                <a:solidFill>
                  <a:srgbClr val="FFFFFF"/>
                </a:solidFill>
                <a:latin typeface="+mn-lt"/>
                <a:ea typeface="+mn-ea"/>
                <a:cs typeface="+mn-cs"/>
                <a:sym typeface="Helvetica"/>
              </a:rPr>
              <a:t>os</a:t>
            </a:r>
            <a:r>
              <a:rPr sz="2300" dirty="0">
                <a:solidFill>
                  <a:srgbClr val="FFFFFF"/>
                </a:solidFill>
                <a:latin typeface="+mn-lt"/>
                <a:ea typeface="+mn-ea"/>
                <a:cs typeface="+mn-cs"/>
                <a:sym typeface="Helvetica"/>
              </a:rPr>
              <a:t> </a:t>
            </a:r>
            <a:r>
              <a:rPr sz="2300" dirty="0" err="1">
                <a:solidFill>
                  <a:srgbClr val="FFFFFF"/>
                </a:solidFill>
                <a:latin typeface="+mn-lt"/>
                <a:ea typeface="+mn-ea"/>
                <a:cs typeface="+mn-cs"/>
                <a:sym typeface="Helvetica"/>
              </a:rPr>
              <a:t>cálculos</a:t>
            </a:r>
            <a:r>
              <a:rPr sz="2300" dirty="0">
                <a:solidFill>
                  <a:srgbClr val="FFFFFF"/>
                </a:solidFill>
                <a:latin typeface="+mn-lt"/>
                <a:ea typeface="+mn-ea"/>
                <a:cs typeface="+mn-cs"/>
                <a:sym typeface="Helvetica"/>
              </a:rPr>
              <a:t> de bonus x </a:t>
            </a:r>
            <a:r>
              <a:rPr sz="2300" dirty="0" err="1">
                <a:solidFill>
                  <a:srgbClr val="FFFFFF"/>
                </a:solidFill>
                <a:latin typeface="+mn-lt"/>
                <a:ea typeface="+mn-ea"/>
                <a:cs typeface="+mn-cs"/>
                <a:sym typeface="Helvetica"/>
              </a:rPr>
              <a:t>vendas</a:t>
            </a:r>
            <a:r>
              <a:rPr sz="2300" dirty="0">
                <a:solidFill>
                  <a:srgbClr val="FFFFFF"/>
                </a:solidFill>
                <a:latin typeface="+mn-lt"/>
                <a:ea typeface="+mn-ea"/>
                <a:cs typeface="+mn-cs"/>
                <a:sym typeface="Helvetica"/>
              </a:rPr>
              <a:t> x </a:t>
            </a:r>
            <a:r>
              <a:rPr sz="2300" dirty="0" err="1">
                <a:solidFill>
                  <a:srgbClr val="FFFFFF"/>
                </a:solidFill>
                <a:latin typeface="+mn-lt"/>
                <a:ea typeface="+mn-ea"/>
                <a:cs typeface="+mn-cs"/>
                <a:sym typeface="Helvetica"/>
              </a:rPr>
              <a:t>cancelamentos</a:t>
            </a:r>
            <a:endParaRPr sz="2300" dirty="0">
              <a:latin typeface="+mn-lt"/>
              <a:ea typeface="+mn-ea"/>
              <a:cs typeface="+mn-cs"/>
              <a:sym typeface="Helvetica"/>
            </a:endParaRPr>
          </a:p>
          <a:p>
            <a:pPr marL="737050" lvl="0" indent="-737050" defTabSz="457200">
              <a:lnSpc>
                <a:spcPct val="150000"/>
              </a:lnSpc>
              <a:spcBef>
                <a:spcPts val="0"/>
              </a:spcBef>
              <a:buClr>
                <a:srgbClr val="FFFFFF"/>
              </a:buClr>
              <a:buSzPct val="100000"/>
              <a:buFont typeface="Helvetica"/>
              <a:buAutoNum type="arabicParenR"/>
              <a:defRPr sz="1800">
                <a:solidFill>
                  <a:srgbClr val="000000"/>
                </a:solidFill>
                <a:effectLst/>
              </a:defRPr>
            </a:pPr>
            <a:r>
              <a:rPr sz="2300" dirty="0" err="1">
                <a:solidFill>
                  <a:srgbClr val="FFFFFF"/>
                </a:solidFill>
                <a:latin typeface="+mn-lt"/>
                <a:ea typeface="+mn-ea"/>
                <a:cs typeface="+mn-cs"/>
                <a:sym typeface="Helvetica"/>
              </a:rPr>
              <a:t>Verificar</a:t>
            </a:r>
            <a:r>
              <a:rPr sz="2300" dirty="0">
                <a:solidFill>
                  <a:srgbClr val="FFFFFF"/>
                </a:solidFill>
                <a:latin typeface="+mn-lt"/>
                <a:ea typeface="+mn-ea"/>
                <a:cs typeface="+mn-cs"/>
                <a:sym typeface="Helvetica"/>
              </a:rPr>
              <a:t> </a:t>
            </a:r>
            <a:r>
              <a:rPr sz="2300" dirty="0" err="1">
                <a:solidFill>
                  <a:srgbClr val="FFFFFF"/>
                </a:solidFill>
                <a:latin typeface="+mn-lt"/>
                <a:ea typeface="+mn-ea"/>
                <a:cs typeface="+mn-cs"/>
                <a:sym typeface="Helvetica"/>
              </a:rPr>
              <a:t>os</a:t>
            </a:r>
            <a:r>
              <a:rPr sz="2300" dirty="0">
                <a:solidFill>
                  <a:srgbClr val="FFFFFF"/>
                </a:solidFill>
                <a:latin typeface="+mn-lt"/>
                <a:ea typeface="+mn-ea"/>
                <a:cs typeface="+mn-cs"/>
                <a:sym typeface="Helvetica"/>
              </a:rPr>
              <a:t> </a:t>
            </a:r>
            <a:r>
              <a:rPr sz="2300" dirty="0" err="1">
                <a:solidFill>
                  <a:srgbClr val="FFFFFF"/>
                </a:solidFill>
                <a:latin typeface="+mn-lt"/>
                <a:ea typeface="+mn-ea"/>
                <a:cs typeface="+mn-cs"/>
                <a:sym typeface="Helvetica"/>
              </a:rPr>
              <a:t>clientes</a:t>
            </a:r>
            <a:r>
              <a:rPr sz="2300" dirty="0">
                <a:solidFill>
                  <a:srgbClr val="FFFFFF"/>
                </a:solidFill>
                <a:latin typeface="+mn-lt"/>
                <a:ea typeface="+mn-ea"/>
                <a:cs typeface="+mn-cs"/>
                <a:sym typeface="Helvetica"/>
              </a:rPr>
              <a:t> de </a:t>
            </a:r>
            <a:r>
              <a:rPr sz="2300" dirty="0" err="1">
                <a:solidFill>
                  <a:srgbClr val="FFFFFF"/>
                </a:solidFill>
                <a:latin typeface="+mn-lt"/>
                <a:ea typeface="+mn-ea"/>
                <a:cs typeface="+mn-cs"/>
                <a:sym typeface="Helvetica"/>
              </a:rPr>
              <a:t>cada</a:t>
            </a:r>
            <a:r>
              <a:rPr sz="2300" dirty="0">
                <a:solidFill>
                  <a:srgbClr val="FFFFFF"/>
                </a:solidFill>
                <a:latin typeface="+mn-lt"/>
                <a:ea typeface="+mn-ea"/>
                <a:cs typeface="+mn-cs"/>
                <a:sym typeface="Helvetica"/>
              </a:rPr>
              <a:t> </a:t>
            </a:r>
            <a:r>
              <a:rPr sz="2300" dirty="0" err="1">
                <a:solidFill>
                  <a:srgbClr val="FFFFFF"/>
                </a:solidFill>
                <a:latin typeface="+mn-lt"/>
                <a:ea typeface="+mn-ea"/>
                <a:cs typeface="+mn-cs"/>
                <a:sym typeface="Helvetica"/>
              </a:rPr>
              <a:t>área</a:t>
            </a:r>
            <a:r>
              <a:rPr sz="2300" dirty="0">
                <a:solidFill>
                  <a:srgbClr val="FFFFFF"/>
                </a:solidFill>
                <a:latin typeface="+mn-lt"/>
                <a:ea typeface="+mn-ea"/>
                <a:cs typeface="+mn-cs"/>
                <a:sym typeface="Helvetica"/>
              </a:rPr>
              <a:t> </a:t>
            </a:r>
            <a:r>
              <a:rPr sz="2300" dirty="0" err="1">
                <a:solidFill>
                  <a:srgbClr val="FFFFFF"/>
                </a:solidFill>
                <a:latin typeface="+mn-lt"/>
                <a:ea typeface="+mn-ea"/>
                <a:cs typeface="+mn-cs"/>
                <a:sym typeface="Helvetica"/>
              </a:rPr>
              <a:t>coberta</a:t>
            </a:r>
            <a:r>
              <a:rPr sz="2300" dirty="0">
                <a:solidFill>
                  <a:srgbClr val="FFFFFF"/>
                </a:solidFill>
                <a:latin typeface="+mn-lt"/>
                <a:ea typeface="+mn-ea"/>
                <a:cs typeface="+mn-cs"/>
                <a:sym typeface="Helvetica"/>
              </a:rPr>
              <a:t> </a:t>
            </a:r>
            <a:r>
              <a:rPr sz="2300" dirty="0" err="1">
                <a:solidFill>
                  <a:srgbClr val="FFFFFF"/>
                </a:solidFill>
                <a:latin typeface="+mn-lt"/>
                <a:ea typeface="+mn-ea"/>
                <a:cs typeface="+mn-cs"/>
                <a:sym typeface="Helvetica"/>
              </a:rPr>
              <a:t>pelo</a:t>
            </a:r>
            <a:r>
              <a:rPr sz="2300" dirty="0">
                <a:solidFill>
                  <a:srgbClr val="FFFFFF"/>
                </a:solidFill>
                <a:latin typeface="+mn-lt"/>
                <a:ea typeface="+mn-ea"/>
                <a:cs typeface="+mn-cs"/>
                <a:sym typeface="Helvetica"/>
              </a:rPr>
              <a:t> </a:t>
            </a:r>
            <a:r>
              <a:rPr sz="2300" dirty="0" err="1">
                <a:solidFill>
                  <a:srgbClr val="FFFFFF"/>
                </a:solidFill>
                <a:latin typeface="+mn-lt"/>
                <a:ea typeface="+mn-ea"/>
                <a:cs typeface="+mn-cs"/>
                <a:sym typeface="Helvetica"/>
              </a:rPr>
              <a:t>vendedor</a:t>
            </a:r>
            <a:endParaRPr sz="2300" dirty="0">
              <a:latin typeface="+mn-lt"/>
              <a:ea typeface="+mn-ea"/>
              <a:cs typeface="+mn-cs"/>
              <a:sym typeface="Helvetica"/>
            </a:endParaRPr>
          </a:p>
          <a:p>
            <a:pPr marL="737050" lvl="0" indent="-737050" defTabSz="457200">
              <a:lnSpc>
                <a:spcPct val="150000"/>
              </a:lnSpc>
              <a:spcBef>
                <a:spcPts val="0"/>
              </a:spcBef>
              <a:buClr>
                <a:srgbClr val="FFFFFF"/>
              </a:buClr>
              <a:buSzPct val="100000"/>
              <a:buFont typeface="Helvetica"/>
              <a:buAutoNum type="arabicParenR"/>
              <a:defRPr sz="1800">
                <a:solidFill>
                  <a:srgbClr val="000000"/>
                </a:solidFill>
                <a:effectLst/>
              </a:defRPr>
            </a:pPr>
            <a:r>
              <a:rPr sz="2300" dirty="0" err="1">
                <a:solidFill>
                  <a:srgbClr val="FFFFFF"/>
                </a:solidFill>
                <a:latin typeface="+mn-lt"/>
                <a:ea typeface="+mn-ea"/>
                <a:cs typeface="+mn-cs"/>
                <a:sym typeface="Helvetica"/>
              </a:rPr>
              <a:t>Conferir</a:t>
            </a:r>
            <a:r>
              <a:rPr sz="2300" dirty="0">
                <a:solidFill>
                  <a:srgbClr val="FFFFFF"/>
                </a:solidFill>
                <a:latin typeface="+mn-lt"/>
                <a:ea typeface="+mn-ea"/>
                <a:cs typeface="+mn-cs"/>
                <a:sym typeface="Helvetica"/>
              </a:rPr>
              <a:t> a infra </a:t>
            </a:r>
            <a:r>
              <a:rPr sz="2300" dirty="0" err="1">
                <a:solidFill>
                  <a:srgbClr val="FFFFFF"/>
                </a:solidFill>
                <a:latin typeface="+mn-lt"/>
                <a:ea typeface="+mn-ea"/>
                <a:cs typeface="+mn-cs"/>
                <a:sym typeface="Helvetica"/>
              </a:rPr>
              <a:t>estrutura</a:t>
            </a:r>
            <a:r>
              <a:rPr sz="2300" dirty="0">
                <a:solidFill>
                  <a:srgbClr val="FFFFFF"/>
                </a:solidFill>
                <a:latin typeface="+mn-lt"/>
                <a:ea typeface="+mn-ea"/>
                <a:cs typeface="+mn-cs"/>
                <a:sym typeface="Helvetica"/>
              </a:rPr>
              <a:t> para o </a:t>
            </a:r>
            <a:r>
              <a:rPr sz="2300" dirty="0" err="1">
                <a:solidFill>
                  <a:srgbClr val="FFFFFF"/>
                </a:solidFill>
                <a:latin typeface="+mn-lt"/>
                <a:ea typeface="+mn-ea"/>
                <a:cs typeface="+mn-cs"/>
                <a:sym typeface="Helvetica"/>
              </a:rPr>
              <a:t>vendedor</a:t>
            </a:r>
            <a:r>
              <a:rPr sz="2300" dirty="0">
                <a:solidFill>
                  <a:srgbClr val="FFFFFF"/>
                </a:solidFill>
                <a:latin typeface="+mn-lt"/>
                <a:ea typeface="+mn-ea"/>
                <a:cs typeface="+mn-cs"/>
                <a:sym typeface="Helvetica"/>
              </a:rPr>
              <a:t> (</a:t>
            </a:r>
            <a:r>
              <a:rPr sz="2300" dirty="0" err="1">
                <a:solidFill>
                  <a:srgbClr val="FFFFFF"/>
                </a:solidFill>
                <a:latin typeface="+mn-lt"/>
                <a:ea typeface="+mn-ea"/>
                <a:cs typeface="+mn-cs"/>
                <a:sym typeface="Helvetica"/>
              </a:rPr>
              <a:t>carro</a:t>
            </a:r>
            <a:r>
              <a:rPr sz="2300" dirty="0">
                <a:solidFill>
                  <a:srgbClr val="FFFFFF"/>
                </a:solidFill>
                <a:latin typeface="+mn-lt"/>
                <a:ea typeface="+mn-ea"/>
                <a:cs typeface="+mn-cs"/>
                <a:sym typeface="Helvetica"/>
              </a:rPr>
              <a:t>/</a:t>
            </a:r>
            <a:r>
              <a:rPr sz="2300" dirty="0" err="1">
                <a:solidFill>
                  <a:srgbClr val="FFFFFF"/>
                </a:solidFill>
                <a:latin typeface="+mn-lt"/>
                <a:ea typeface="+mn-ea"/>
                <a:cs typeface="+mn-cs"/>
                <a:sym typeface="Helvetica"/>
              </a:rPr>
              <a:t>viagens</a:t>
            </a:r>
            <a:r>
              <a:rPr sz="2300" dirty="0">
                <a:solidFill>
                  <a:srgbClr val="FFFFFF"/>
                </a:solidFill>
                <a:latin typeface="+mn-lt"/>
                <a:ea typeface="+mn-ea"/>
                <a:cs typeface="+mn-cs"/>
                <a:sym typeface="Helvetica"/>
              </a:rPr>
              <a:t>/</a:t>
            </a:r>
            <a:r>
              <a:rPr sz="2300" dirty="0" err="1">
                <a:solidFill>
                  <a:srgbClr val="FFFFFF"/>
                </a:solidFill>
                <a:latin typeface="+mn-lt"/>
                <a:ea typeface="+mn-ea"/>
                <a:cs typeface="+mn-cs"/>
                <a:sym typeface="Helvetica"/>
              </a:rPr>
              <a:t>ajuda</a:t>
            </a:r>
            <a:r>
              <a:rPr sz="2300" dirty="0">
                <a:solidFill>
                  <a:srgbClr val="FFFFFF"/>
                </a:solidFill>
                <a:latin typeface="+mn-lt"/>
                <a:ea typeface="+mn-ea"/>
                <a:cs typeface="+mn-cs"/>
                <a:sym typeface="Helvetica"/>
              </a:rPr>
              <a:t>)</a:t>
            </a:r>
            <a:endParaRPr sz="2300" dirty="0">
              <a:latin typeface="+mn-lt"/>
              <a:ea typeface="+mn-ea"/>
              <a:cs typeface="+mn-cs"/>
              <a:sym typeface="Helvetica"/>
            </a:endParaRPr>
          </a:p>
          <a:p>
            <a:pPr marL="737050" lvl="0" indent="-737050" defTabSz="457200">
              <a:lnSpc>
                <a:spcPct val="150000"/>
              </a:lnSpc>
              <a:spcBef>
                <a:spcPts val="0"/>
              </a:spcBef>
              <a:buClr>
                <a:srgbClr val="FFFFFF"/>
              </a:buClr>
              <a:buSzPct val="100000"/>
              <a:buFont typeface="Helvetica"/>
              <a:buAutoNum type="arabicParenR"/>
              <a:defRPr sz="1800">
                <a:solidFill>
                  <a:srgbClr val="000000"/>
                </a:solidFill>
                <a:effectLst/>
              </a:defRPr>
            </a:pPr>
            <a:r>
              <a:rPr sz="2300" dirty="0" err="1">
                <a:solidFill>
                  <a:srgbClr val="FFFFFF"/>
                </a:solidFill>
                <a:latin typeface="+mn-lt"/>
                <a:ea typeface="+mn-ea"/>
                <a:cs typeface="+mn-cs"/>
                <a:sym typeface="Helvetica"/>
              </a:rPr>
              <a:t>Atualizar</a:t>
            </a:r>
            <a:r>
              <a:rPr sz="2300" dirty="0">
                <a:solidFill>
                  <a:srgbClr val="FFFFFF"/>
                </a:solidFill>
                <a:latin typeface="+mn-lt"/>
                <a:ea typeface="+mn-ea"/>
                <a:cs typeface="+mn-cs"/>
                <a:sym typeface="Helvetica"/>
              </a:rPr>
              <a:t> o </a:t>
            </a:r>
            <a:r>
              <a:rPr sz="2300" dirty="0" err="1">
                <a:solidFill>
                  <a:srgbClr val="FFFFFF"/>
                </a:solidFill>
                <a:latin typeface="+mn-lt"/>
                <a:ea typeface="+mn-ea"/>
                <a:cs typeface="+mn-cs"/>
                <a:sym typeface="Helvetica"/>
              </a:rPr>
              <a:t>cadastro</a:t>
            </a:r>
            <a:r>
              <a:rPr sz="2300" dirty="0">
                <a:solidFill>
                  <a:srgbClr val="FFFFFF"/>
                </a:solidFill>
                <a:latin typeface="+mn-lt"/>
                <a:ea typeface="+mn-ea"/>
                <a:cs typeface="+mn-cs"/>
                <a:sym typeface="Helvetica"/>
              </a:rPr>
              <a:t> de </a:t>
            </a:r>
            <a:r>
              <a:rPr sz="2300" dirty="0" err="1">
                <a:solidFill>
                  <a:srgbClr val="FFFFFF"/>
                </a:solidFill>
                <a:latin typeface="+mn-lt"/>
                <a:ea typeface="+mn-ea"/>
                <a:cs typeface="+mn-cs"/>
                <a:sym typeface="Helvetica"/>
              </a:rPr>
              <a:t>clientes</a:t>
            </a:r>
            <a:r>
              <a:rPr sz="2300" dirty="0">
                <a:solidFill>
                  <a:srgbClr val="FFFFFF"/>
                </a:solidFill>
                <a:latin typeface="+mn-lt"/>
                <a:ea typeface="+mn-ea"/>
                <a:cs typeface="+mn-cs"/>
                <a:sym typeface="Helvetica"/>
              </a:rPr>
              <a:t> com as </a:t>
            </a:r>
            <a:r>
              <a:rPr sz="2300" dirty="0" err="1">
                <a:solidFill>
                  <a:srgbClr val="FFFFFF"/>
                </a:solidFill>
                <a:latin typeface="+mn-lt"/>
                <a:ea typeface="+mn-ea"/>
                <a:cs typeface="+mn-cs"/>
                <a:sym typeface="Helvetica"/>
              </a:rPr>
              <a:t>alterações</a:t>
            </a:r>
            <a:r>
              <a:rPr sz="2300" dirty="0">
                <a:solidFill>
                  <a:srgbClr val="FFFFFF"/>
                </a:solidFill>
                <a:latin typeface="+mn-lt"/>
                <a:ea typeface="+mn-ea"/>
                <a:cs typeface="+mn-cs"/>
                <a:sym typeface="Helvetica"/>
              </a:rPr>
              <a:t> </a:t>
            </a:r>
            <a:r>
              <a:rPr sz="2300" dirty="0" err="1">
                <a:solidFill>
                  <a:srgbClr val="FFFFFF"/>
                </a:solidFill>
                <a:latin typeface="+mn-lt"/>
                <a:ea typeface="+mn-ea"/>
                <a:cs typeface="+mn-cs"/>
                <a:sym typeface="Helvetica"/>
              </a:rPr>
              <a:t>enviadas</a:t>
            </a:r>
            <a:endParaRPr lang="pt-BR" sz="2300" dirty="0">
              <a:solidFill>
                <a:srgbClr val="FFFFFF"/>
              </a:solidFill>
              <a:latin typeface="+mn-lt"/>
              <a:ea typeface="+mn-ea"/>
              <a:cs typeface="+mn-cs"/>
              <a:sym typeface="Helvetica"/>
            </a:endParaRPr>
          </a:p>
        </p:txBody>
      </p:sp>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Shape 148"/>
          <p:cNvSpPr>
            <a:spLocks noGrp="1"/>
          </p:cNvSpPr>
          <p:nvPr>
            <p:ph type="sldNum" sz="quarter" idx="2"/>
          </p:nvPr>
        </p:nvSpPr>
        <p:spPr>
          <a:xfrm>
            <a:off x="6553200" y="6248398"/>
            <a:ext cx="1905000" cy="490286"/>
          </a:xfrm>
          <a:prstGeom prst="rect">
            <a:avLst/>
          </a:prstGeom>
          <a:extLst>
            <a:ext uri="{C572A759-6A51-4108-AA02-DFA0A04FC94B}">
              <ma14:wrappingTextBoxFlag xmlns:ma14="http://schemas.microsoft.com/office/mac/drawingml/2011/main" xmlns="" val="1"/>
            </a:ext>
          </a:extLst>
        </p:spPr>
        <p:txBody>
          <a:bodyPr lIns="0" tIns="0" rIns="0" bIns="0">
            <a:normAutofit/>
          </a:bodyPr>
          <a:lstStyle>
            <a:lvl1pPr marL="1142920" indent="-1142920"/>
          </a:lstStyle>
          <a:p>
            <a:pPr lvl="0">
              <a:defRPr sz="1800">
                <a:solidFill>
                  <a:srgbClr val="000000"/>
                </a:solidFill>
              </a:defRPr>
            </a:pPr>
            <a:fld id="{86CB4B4D-7CA3-9044-876B-883B54F8677D}" type="slidenum">
              <a:rPr sz="1400">
                <a:solidFill>
                  <a:srgbClr val="FFFFFF"/>
                </a:solidFill>
              </a:rPr>
              <a:t>28</a:t>
            </a:fld>
            <a:endParaRPr sz="1400">
              <a:solidFill>
                <a:srgbClr val="FFFFFF"/>
              </a:solidFill>
            </a:endParaRPr>
          </a:p>
        </p:txBody>
      </p:sp>
      <p:sp>
        <p:nvSpPr>
          <p:cNvPr id="149" name="Shape 149"/>
          <p:cNvSpPr>
            <a:spLocks noGrp="1"/>
          </p:cNvSpPr>
          <p:nvPr>
            <p:ph type="body" idx="4294967295"/>
          </p:nvPr>
        </p:nvSpPr>
        <p:spPr>
          <a:xfrm>
            <a:off x="291802" y="224383"/>
            <a:ext cx="8393411" cy="6409234"/>
          </a:xfrm>
          <a:prstGeom prst="rect">
            <a:avLst/>
          </a:prstGeom>
        </p:spPr>
        <p:txBody>
          <a:bodyPr lIns="0" tIns="0" rIns="0" bIns="0">
            <a:normAutofit/>
          </a:bodyPr>
          <a:lstStyle/>
          <a:p>
            <a:pPr marL="0" lvl="0" indent="0" defTabSz="457200">
              <a:spcBef>
                <a:spcPts val="0"/>
              </a:spcBef>
              <a:buSzTx/>
              <a:buNone/>
              <a:defRPr sz="1800">
                <a:solidFill>
                  <a:srgbClr val="000000"/>
                </a:solidFill>
                <a:effectLst/>
              </a:defRPr>
            </a:pPr>
            <a:r>
              <a:rPr sz="4100" dirty="0">
                <a:solidFill>
                  <a:srgbClr val="FFFFFF"/>
                </a:solidFill>
                <a:latin typeface="+mn-lt"/>
                <a:ea typeface="+mn-ea"/>
                <a:cs typeface="+mn-cs"/>
                <a:sym typeface="Helvetica"/>
              </a:rPr>
              <a:t>As </a:t>
            </a:r>
            <a:r>
              <a:rPr sz="4100" dirty="0" err="1">
                <a:solidFill>
                  <a:srgbClr val="FFFFFF"/>
                </a:solidFill>
                <a:latin typeface="+mn-lt"/>
                <a:ea typeface="+mn-ea"/>
                <a:cs typeface="+mn-cs"/>
                <a:sym typeface="Helvetica"/>
              </a:rPr>
              <a:t>necessidade</a:t>
            </a:r>
            <a:r>
              <a:rPr sz="4100" dirty="0">
                <a:solidFill>
                  <a:srgbClr val="FFFFFF"/>
                </a:solidFill>
                <a:latin typeface="+mn-lt"/>
                <a:ea typeface="+mn-ea"/>
                <a:cs typeface="+mn-cs"/>
                <a:sym typeface="Helvetica"/>
              </a:rPr>
              <a:t> das </a:t>
            </a:r>
            <a:r>
              <a:rPr sz="4100" dirty="0" err="1">
                <a:solidFill>
                  <a:srgbClr val="FFFFFF"/>
                </a:solidFill>
                <a:latin typeface="+mn-lt"/>
                <a:ea typeface="+mn-ea"/>
                <a:cs typeface="+mn-cs"/>
                <a:sym typeface="Helvetica"/>
              </a:rPr>
              <a:t>regionais</a:t>
            </a:r>
            <a:endParaRPr sz="4100" dirty="0">
              <a:latin typeface="+mn-lt"/>
              <a:ea typeface="+mn-ea"/>
              <a:cs typeface="+mn-cs"/>
              <a:sym typeface="Helvetica"/>
            </a:endParaRPr>
          </a:p>
          <a:p>
            <a:pPr marL="0" lvl="0" indent="0" defTabSz="457200">
              <a:lnSpc>
                <a:spcPct val="150000"/>
              </a:lnSpc>
              <a:spcBef>
                <a:spcPts val="0"/>
              </a:spcBef>
              <a:buClr>
                <a:srgbClr val="FFFFFF"/>
              </a:buClr>
              <a:buSzPct val="100000"/>
              <a:buNone/>
              <a:defRPr sz="1800">
                <a:solidFill>
                  <a:srgbClr val="000000"/>
                </a:solidFill>
                <a:effectLst/>
              </a:defRPr>
            </a:pPr>
            <a:r>
              <a:rPr lang="pt-BR" sz="2300" dirty="0">
                <a:solidFill>
                  <a:srgbClr val="FFFFFF"/>
                </a:solidFill>
                <a:latin typeface="+mn-lt"/>
                <a:ea typeface="+mn-ea"/>
                <a:cs typeface="+mn-cs"/>
                <a:sym typeface="Helvetica"/>
              </a:rPr>
              <a:t>7 )   Atualizar as rotas de vendas quando acontecer algo na rota atual</a:t>
            </a:r>
            <a:endParaRPr lang="pt-BR" sz="2300" dirty="0">
              <a:latin typeface="+mn-lt"/>
              <a:ea typeface="+mn-ea"/>
              <a:cs typeface="+mn-cs"/>
              <a:sym typeface="Helvetica"/>
            </a:endParaRPr>
          </a:p>
          <a:p>
            <a:pPr marL="0" lvl="0" indent="0" defTabSz="457200">
              <a:lnSpc>
                <a:spcPct val="150000"/>
              </a:lnSpc>
              <a:spcBef>
                <a:spcPts val="0"/>
              </a:spcBef>
              <a:buClr>
                <a:srgbClr val="FFFFFF"/>
              </a:buClr>
              <a:buSzPct val="100000"/>
              <a:buNone/>
              <a:defRPr sz="1800">
                <a:solidFill>
                  <a:srgbClr val="000000"/>
                </a:solidFill>
                <a:effectLst/>
              </a:defRPr>
            </a:pPr>
            <a:r>
              <a:rPr lang="pt-BR" sz="2300" dirty="0">
                <a:solidFill>
                  <a:srgbClr val="FFFFFF"/>
                </a:solidFill>
                <a:latin typeface="+mn-lt"/>
                <a:ea typeface="+mn-ea"/>
                <a:cs typeface="+mn-cs"/>
                <a:sym typeface="Helvetica"/>
              </a:rPr>
              <a:t>8)     Comparativo entre estimativa </a:t>
            </a:r>
            <a:r>
              <a:rPr lang="pt-BR" sz="2300" dirty="0" err="1">
                <a:solidFill>
                  <a:srgbClr val="FFFFFF"/>
                </a:solidFill>
                <a:latin typeface="+mn-lt"/>
                <a:ea typeface="+mn-ea"/>
                <a:cs typeface="+mn-cs"/>
                <a:sym typeface="Helvetica"/>
              </a:rPr>
              <a:t>x</a:t>
            </a:r>
            <a:r>
              <a:rPr lang="pt-BR" sz="2300" dirty="0">
                <a:solidFill>
                  <a:srgbClr val="FFFFFF"/>
                </a:solidFill>
                <a:latin typeface="+mn-lt"/>
                <a:ea typeface="+mn-ea"/>
                <a:cs typeface="+mn-cs"/>
                <a:sym typeface="Helvetica"/>
              </a:rPr>
              <a:t> estatísticas do ano anterior</a:t>
            </a:r>
            <a:endParaRPr lang="pt-BR" sz="2300" dirty="0">
              <a:latin typeface="+mn-lt"/>
              <a:ea typeface="+mn-ea"/>
              <a:cs typeface="+mn-cs"/>
              <a:sym typeface="Helvetica"/>
            </a:endParaRPr>
          </a:p>
          <a:p>
            <a:pPr marL="0" lvl="0" indent="0" defTabSz="457200">
              <a:lnSpc>
                <a:spcPct val="150000"/>
              </a:lnSpc>
              <a:spcBef>
                <a:spcPts val="0"/>
              </a:spcBef>
              <a:buClr>
                <a:srgbClr val="FFFFFF"/>
              </a:buClr>
              <a:buSzPct val="100000"/>
              <a:buNone/>
              <a:defRPr sz="1800">
                <a:solidFill>
                  <a:srgbClr val="000000"/>
                </a:solidFill>
                <a:effectLst/>
              </a:defRPr>
            </a:pPr>
            <a:r>
              <a:rPr lang="pt-BR" sz="2300" dirty="0">
                <a:solidFill>
                  <a:srgbClr val="FFFFFF"/>
                </a:solidFill>
                <a:latin typeface="+mn-lt"/>
                <a:ea typeface="+mn-ea"/>
                <a:cs typeface="+mn-cs"/>
                <a:sym typeface="Helvetica"/>
              </a:rPr>
              <a:t>9)     Comparativo entre o real e o estimado para o </a:t>
            </a:r>
            <a:r>
              <a:rPr lang="pt-BR" sz="2300" dirty="0" err="1">
                <a:solidFill>
                  <a:srgbClr val="FFFFFF"/>
                </a:solidFill>
                <a:latin typeface="+mn-lt"/>
                <a:ea typeface="+mn-ea"/>
                <a:cs typeface="+mn-cs"/>
                <a:sym typeface="Helvetica"/>
              </a:rPr>
              <a:t>mes</a:t>
            </a:r>
            <a:r>
              <a:rPr lang="pt-BR" sz="2300" dirty="0">
                <a:solidFill>
                  <a:srgbClr val="FFFFFF"/>
                </a:solidFill>
                <a:latin typeface="+mn-lt"/>
                <a:ea typeface="+mn-ea"/>
                <a:cs typeface="+mn-cs"/>
                <a:sym typeface="Helvetica"/>
              </a:rPr>
              <a:t>.</a:t>
            </a:r>
            <a:endParaRPr lang="pt-BR" sz="2300" dirty="0">
              <a:latin typeface="+mn-lt"/>
              <a:ea typeface="+mn-ea"/>
              <a:cs typeface="+mn-cs"/>
              <a:sym typeface="Helvetica"/>
            </a:endParaRPr>
          </a:p>
          <a:p>
            <a:pPr marL="0" lvl="0" indent="0" defTabSz="457200">
              <a:lnSpc>
                <a:spcPct val="150000"/>
              </a:lnSpc>
              <a:spcBef>
                <a:spcPts val="0"/>
              </a:spcBef>
              <a:buClr>
                <a:srgbClr val="FFFFFF"/>
              </a:buClr>
              <a:buSzPct val="100000"/>
              <a:buNone/>
              <a:defRPr sz="1800">
                <a:solidFill>
                  <a:srgbClr val="000000"/>
                </a:solidFill>
                <a:effectLst/>
              </a:defRPr>
            </a:pPr>
            <a:r>
              <a:rPr lang="pt-BR" sz="2300" dirty="0">
                <a:solidFill>
                  <a:srgbClr val="FFFFFF"/>
                </a:solidFill>
                <a:latin typeface="+mn-lt"/>
                <a:ea typeface="+mn-ea"/>
                <a:cs typeface="+mn-cs"/>
                <a:sym typeface="Helvetica"/>
              </a:rPr>
              <a:t>10)   Atualizar os vendedores sobre ofertas e novos produtos.</a:t>
            </a:r>
            <a:endParaRPr lang="pt-BR" sz="2300" dirty="0">
              <a:latin typeface="+mn-lt"/>
              <a:ea typeface="+mn-ea"/>
              <a:cs typeface="+mn-cs"/>
              <a:sym typeface="Helvetica"/>
            </a:endParaRPr>
          </a:p>
          <a:p>
            <a:pPr marL="0" lvl="0" indent="0" defTabSz="457200">
              <a:lnSpc>
                <a:spcPct val="150000"/>
              </a:lnSpc>
              <a:spcBef>
                <a:spcPts val="0"/>
              </a:spcBef>
              <a:buClr>
                <a:srgbClr val="FFFFFF"/>
              </a:buClr>
              <a:buSzPct val="100000"/>
              <a:buNone/>
              <a:defRPr sz="1800">
                <a:solidFill>
                  <a:srgbClr val="000000"/>
                </a:solidFill>
                <a:effectLst/>
              </a:defRPr>
            </a:pPr>
            <a:r>
              <a:rPr lang="pt-BR" sz="2300" dirty="0">
                <a:solidFill>
                  <a:srgbClr val="FFFFFF"/>
                </a:solidFill>
                <a:latin typeface="+mn-lt"/>
                <a:ea typeface="+mn-ea"/>
                <a:cs typeface="+mn-cs"/>
                <a:sym typeface="Helvetica"/>
              </a:rPr>
              <a:t>11)   Fazer reunião com os vendedores que apresentam problemas (1.1)</a:t>
            </a:r>
            <a:endParaRPr lang="pt-BR" sz="2300" dirty="0">
              <a:latin typeface="+mn-lt"/>
              <a:ea typeface="+mn-ea"/>
              <a:cs typeface="+mn-cs"/>
              <a:sym typeface="Helvetica"/>
            </a:endParaRPr>
          </a:p>
          <a:p>
            <a:pPr marL="0" lvl="0" indent="0" defTabSz="457200">
              <a:lnSpc>
                <a:spcPct val="150000"/>
              </a:lnSpc>
              <a:spcBef>
                <a:spcPts val="0"/>
              </a:spcBef>
              <a:buClr>
                <a:srgbClr val="FFFFFF"/>
              </a:buClr>
              <a:buSzPct val="100000"/>
              <a:buNone/>
              <a:defRPr sz="1800">
                <a:solidFill>
                  <a:srgbClr val="000000"/>
                </a:solidFill>
                <a:effectLst/>
              </a:defRPr>
            </a:pPr>
            <a:r>
              <a:rPr lang="pt-BR" sz="2300" dirty="0">
                <a:solidFill>
                  <a:srgbClr val="FFFFFF"/>
                </a:solidFill>
                <a:latin typeface="+mn-lt"/>
                <a:ea typeface="+mn-ea"/>
                <a:cs typeface="+mn-cs"/>
                <a:sym typeface="Helvetica"/>
              </a:rPr>
              <a:t>12)   Solicitar atualização de documentação básica (plano de saúde/ seguro do carro/pneus/oficina/etc. </a:t>
            </a:r>
          </a:p>
        </p:txBody>
      </p:sp>
    </p:spTree>
    <p:extLst>
      <p:ext uri="{BB962C8B-B14F-4D97-AF65-F5344CB8AC3E}">
        <p14:creationId xmlns:p14="http://schemas.microsoft.com/office/powerpoint/2010/main" val="251237484"/>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Shape 148"/>
          <p:cNvSpPr>
            <a:spLocks noGrp="1"/>
          </p:cNvSpPr>
          <p:nvPr>
            <p:ph type="sldNum" sz="quarter" idx="2"/>
          </p:nvPr>
        </p:nvSpPr>
        <p:spPr>
          <a:xfrm>
            <a:off x="6553200" y="6248398"/>
            <a:ext cx="1905000" cy="490286"/>
          </a:xfrm>
          <a:prstGeom prst="rect">
            <a:avLst/>
          </a:prstGeom>
          <a:extLst>
            <a:ext uri="{C572A759-6A51-4108-AA02-DFA0A04FC94B}">
              <ma14:wrappingTextBoxFlag xmlns="" xmlns:ma14="http://schemas.microsoft.com/office/mac/drawingml/2011/main" val="1"/>
            </a:ext>
          </a:extLst>
        </p:spPr>
        <p:txBody>
          <a:bodyPr lIns="0" tIns="0" rIns="0" bIns="0">
            <a:normAutofit/>
          </a:bodyPr>
          <a:lstStyle>
            <a:lvl1pPr marL="1142920" indent="-1142920"/>
          </a:lstStyle>
          <a:p>
            <a:pPr lvl="0">
              <a:defRPr sz="1800">
                <a:solidFill>
                  <a:srgbClr val="000000"/>
                </a:solidFill>
              </a:defRPr>
            </a:pPr>
            <a:fld id="{86CB4B4D-7CA3-9044-876B-883B54F8677D}" type="slidenum">
              <a:rPr sz="1400">
                <a:solidFill>
                  <a:srgbClr val="FFFFFF"/>
                </a:solidFill>
              </a:rPr>
              <a:t>29</a:t>
            </a:fld>
            <a:endParaRPr sz="1400">
              <a:solidFill>
                <a:srgbClr val="FFFFFF"/>
              </a:solidFill>
            </a:endParaRPr>
          </a:p>
        </p:txBody>
      </p:sp>
      <p:sp>
        <p:nvSpPr>
          <p:cNvPr id="149" name="Shape 149"/>
          <p:cNvSpPr>
            <a:spLocks noGrp="1"/>
          </p:cNvSpPr>
          <p:nvPr>
            <p:ph type="body" idx="4294967295"/>
          </p:nvPr>
        </p:nvSpPr>
        <p:spPr>
          <a:xfrm>
            <a:off x="291802" y="224383"/>
            <a:ext cx="8393411" cy="6409234"/>
          </a:xfrm>
          <a:prstGeom prst="rect">
            <a:avLst/>
          </a:prstGeom>
        </p:spPr>
        <p:txBody>
          <a:bodyPr lIns="0" tIns="0" rIns="0" bIns="0">
            <a:normAutofit/>
          </a:bodyPr>
          <a:lstStyle/>
          <a:p>
            <a:pPr marL="0" lvl="0" indent="0" algn="ctr" defTabSz="457200">
              <a:lnSpc>
                <a:spcPct val="150000"/>
              </a:lnSpc>
              <a:spcBef>
                <a:spcPts val="0"/>
              </a:spcBef>
              <a:buClr>
                <a:srgbClr val="FFFFFF"/>
              </a:buClr>
              <a:buSzPct val="100000"/>
              <a:buNone/>
              <a:defRPr sz="1800">
                <a:solidFill>
                  <a:srgbClr val="000000"/>
                </a:solidFill>
                <a:effectLst/>
              </a:defRPr>
            </a:pPr>
            <a:r>
              <a:rPr lang="pt-BR" sz="2800" dirty="0">
                <a:solidFill>
                  <a:schemeClr val="bg1"/>
                </a:solidFill>
                <a:latin typeface="+mn-lt"/>
                <a:ea typeface="+mn-ea"/>
                <a:cs typeface="+mn-cs"/>
                <a:sym typeface="Helvetica"/>
              </a:rPr>
              <a:t>CONCLUSAO</a:t>
            </a:r>
          </a:p>
          <a:p>
            <a:pPr marL="0" lvl="0" indent="0" defTabSz="457200">
              <a:lnSpc>
                <a:spcPct val="150000"/>
              </a:lnSpc>
              <a:spcBef>
                <a:spcPts val="0"/>
              </a:spcBef>
              <a:buClr>
                <a:srgbClr val="FFFFFF"/>
              </a:buClr>
              <a:buSzPct val="100000"/>
              <a:buNone/>
              <a:defRPr sz="1800">
                <a:solidFill>
                  <a:srgbClr val="000000"/>
                </a:solidFill>
                <a:effectLst/>
              </a:defRPr>
            </a:pPr>
            <a:r>
              <a:rPr lang="pt-BR" sz="2300" dirty="0">
                <a:solidFill>
                  <a:schemeClr val="bg1"/>
                </a:solidFill>
                <a:latin typeface="+mn-lt"/>
                <a:ea typeface="+mn-ea"/>
                <a:cs typeface="+mn-cs"/>
                <a:sym typeface="Helvetica"/>
              </a:rPr>
              <a:t>PELO EXPOSTO, VCS PUDERAM VER QUE FICA QUASE IMPOSSIVEL UMA AREA DE VENDAS SOBREVIVER SEM A AJUDA DE T.I.</a:t>
            </a:r>
          </a:p>
          <a:p>
            <a:pPr marL="0" lvl="0" indent="0" defTabSz="457200">
              <a:lnSpc>
                <a:spcPct val="150000"/>
              </a:lnSpc>
              <a:spcBef>
                <a:spcPts val="0"/>
              </a:spcBef>
              <a:buClr>
                <a:srgbClr val="FFFFFF"/>
              </a:buClr>
              <a:buSzPct val="100000"/>
              <a:buNone/>
              <a:defRPr sz="1800">
                <a:solidFill>
                  <a:srgbClr val="000000"/>
                </a:solidFill>
                <a:effectLst/>
              </a:defRPr>
            </a:pPr>
            <a:r>
              <a:rPr lang="pt-BR" sz="2300" dirty="0">
                <a:solidFill>
                  <a:schemeClr val="bg1"/>
                </a:solidFill>
                <a:latin typeface="+mn-lt"/>
                <a:ea typeface="+mn-ea"/>
                <a:cs typeface="+mn-cs"/>
                <a:sym typeface="Helvetica"/>
              </a:rPr>
              <a:t>OS INUMEROS RELATORIOS QUE TEM QUE SER EMITIDOS (ANALISADOS), OS PENDENTES QUE TEM QUE ENTRAR NO FATURAMENTO, ETC. MOSTRA QUE : </a:t>
            </a:r>
          </a:p>
          <a:p>
            <a:pPr marL="0" lvl="0" indent="0" defTabSz="457200">
              <a:lnSpc>
                <a:spcPct val="150000"/>
              </a:lnSpc>
              <a:spcBef>
                <a:spcPts val="0"/>
              </a:spcBef>
              <a:buClr>
                <a:srgbClr val="FFFFFF"/>
              </a:buClr>
              <a:buSzPct val="100000"/>
              <a:buNone/>
              <a:defRPr sz="1800">
                <a:solidFill>
                  <a:srgbClr val="000000"/>
                </a:solidFill>
                <a:effectLst/>
              </a:defRPr>
            </a:pPr>
            <a:r>
              <a:rPr lang="pt-BR" sz="2300" dirty="0">
                <a:solidFill>
                  <a:schemeClr val="bg1"/>
                </a:solidFill>
                <a:latin typeface="+mn-lt"/>
                <a:ea typeface="+mn-ea"/>
                <a:cs typeface="+mn-cs"/>
                <a:sym typeface="Helvetica"/>
              </a:rPr>
              <a:t>SEM UMA ESTRUTURA ADEQUADA E UM SUPORTE DOS ESCRITORIOS REGIONAIS DE VENDAS, NÃO SERIA POSSIVEL ALCANCAR O VOLUME DE VENDAS ESPERADO.</a:t>
            </a:r>
          </a:p>
          <a:p>
            <a:pPr marL="0" lvl="0" indent="0" defTabSz="457200">
              <a:lnSpc>
                <a:spcPct val="150000"/>
              </a:lnSpc>
              <a:spcBef>
                <a:spcPts val="0"/>
              </a:spcBef>
              <a:buClr>
                <a:srgbClr val="FFFFFF"/>
              </a:buClr>
              <a:buSzPct val="100000"/>
              <a:buNone/>
              <a:defRPr sz="1800">
                <a:solidFill>
                  <a:srgbClr val="000000"/>
                </a:solidFill>
                <a:effectLst/>
              </a:defRPr>
            </a:pPr>
            <a:r>
              <a:rPr lang="pt-BR" sz="2300" dirty="0">
                <a:solidFill>
                  <a:schemeClr val="bg1"/>
                </a:solidFill>
                <a:latin typeface="+mn-lt"/>
                <a:ea typeface="+mn-ea"/>
                <a:cs typeface="+mn-cs"/>
                <a:sym typeface="Helvetica"/>
              </a:rPr>
              <a:t>(quem da o suporte a essas regionais = T.I.)</a:t>
            </a:r>
          </a:p>
        </p:txBody>
      </p:sp>
    </p:spTree>
    <p:extLst>
      <p:ext uri="{BB962C8B-B14F-4D97-AF65-F5344CB8AC3E}">
        <p14:creationId xmlns:p14="http://schemas.microsoft.com/office/powerpoint/2010/main" val="3268356861"/>
      </p:ext>
    </p:extLst>
  </p:cSld>
  <p:clrMapOvr>
    <a:masterClrMapping/>
  </p:clrMapOvr>
  <p:transition spd="med"/>
</p:sld>
</file>

<file path=ppt/theme/theme1.xml><?xml version="1.0" encoding="utf-8"?>
<a:theme xmlns:a="http://schemas.openxmlformats.org/drawingml/2006/main" name="Default">
  <a:themeElements>
    <a:clrScheme name="Default">
      <a:dk1>
        <a:srgbClr val="000000"/>
      </a:dk1>
      <a:lt1>
        <a:srgbClr val="FFFFFF"/>
      </a:lt1>
      <a:dk2>
        <a:srgbClr val="A7A7A7"/>
      </a:dk2>
      <a:lt2>
        <a:srgbClr val="535353"/>
      </a:lt2>
      <a:accent1>
        <a:srgbClr val="00CCCC"/>
      </a:accent1>
      <a:accent2>
        <a:srgbClr val="FF33CC"/>
      </a:accent2>
      <a:accent3>
        <a:srgbClr val="AAB8FF"/>
      </a:accent3>
      <a:accent4>
        <a:srgbClr val="DADADA"/>
      </a:accent4>
      <a:accent5>
        <a:srgbClr val="AAE2E2"/>
      </a:accent5>
      <a:accent6>
        <a:srgbClr val="E72DB9"/>
      </a:accent6>
      <a:hlink>
        <a:srgbClr val="0000FF"/>
      </a:hlink>
      <a:folHlink>
        <a:srgbClr val="FF00FF"/>
      </a:folHlink>
    </a:clrScheme>
    <a:fontScheme name="Default">
      <a:majorFont>
        <a:latin typeface="Avenir Roman"/>
        <a:ea typeface="Avenir Roman"/>
        <a:cs typeface="Avenir Roman"/>
      </a:majorFont>
      <a:minorFont>
        <a:latin typeface="Helvetica"/>
        <a:ea typeface="Helvetica"/>
        <a:cs typeface="Helvetica"/>
      </a:minorFont>
    </a:fontScheme>
    <a:fmtScheme name="Defaul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rgbClr val="00CCCC"/>
          </a:solidFill>
          <a:prstDash val="solid"/>
          <a:bevel/>
        </a:ln>
        <a:effectLst/>
      </a:spPr>
      <a:bodyPr rot="0" spcFirstLastPara="1" vertOverflow="overflow" horzOverflow="overflow" vert="horz" wrap="square" lIns="45718" tIns="45718" rIns="45718" bIns="45718" numCol="1" spcCol="38100" rtlCol="0" anchor="t">
        <a:spAutoFit/>
      </a:bodyPr>
      <a:lstStyle>
        <a:defPPr marL="3123158" marR="0" indent="-3123158" algn="l" defTabSz="914400" rtl="0" fontAlgn="auto" latinLnBrk="1" hangingPunct="0">
          <a:lnSpc>
            <a:spcPct val="100000"/>
          </a:lnSpc>
          <a:spcBef>
            <a:spcPts val="800"/>
          </a:spcBef>
          <a:spcAft>
            <a:spcPts val="0"/>
          </a:spcAft>
          <a:buClr>
            <a:srgbClr val="FFFFFF"/>
          </a:buClr>
          <a:buSzPct val="100000"/>
          <a:buFont typeface="Arial"/>
          <a:buChar char="•"/>
          <a:tabLst/>
          <a:defRPr kumimoji="0" sz="1800" b="0" i="0" u="none" strike="noStrike" cap="none" spc="0" normalizeH="0" baseline="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CCCC"/>
          </a:solidFill>
          <a:prstDash val="solid"/>
          <a:bevel/>
        </a:ln>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Pr>
      <a:bodyPr rot="0" spcFirstLastPara="1" vertOverflow="overflow" horzOverflow="overflow" vert="horz" wrap="square" lIns="45718" tIns="45718" rIns="45718" bIns="45718" numCol="1" spcCol="38100" rtlCol="0" anchor="t">
        <a:spAutoFit/>
      </a:bodyPr>
      <a:lstStyle>
        <a:defPPr marL="3123158" marR="0" indent="-3123158" algn="l" defTabSz="914400" rtl="0" fontAlgn="auto" latinLnBrk="1" hangingPunct="0">
          <a:lnSpc>
            <a:spcPct val="100000"/>
          </a:lnSpc>
          <a:spcBef>
            <a:spcPts val="800"/>
          </a:spcBef>
          <a:spcAft>
            <a:spcPts val="0"/>
          </a:spcAft>
          <a:buClr>
            <a:srgbClr val="FFFFFF"/>
          </a:buClr>
          <a:buSzPct val="100000"/>
          <a:buFont typeface="Arial"/>
          <a:buChar char="•"/>
          <a:tabLst/>
          <a:defRPr kumimoji="0" sz="1800" b="0" i="0" u="none" strike="noStrike" cap="none" spc="0" normalizeH="0" baseline="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Default">
  <a:themeElements>
    <a:clrScheme name="Default">
      <a:dk1>
        <a:srgbClr val="000000"/>
      </a:dk1>
      <a:lt1>
        <a:srgbClr val="FFFFFF"/>
      </a:lt1>
      <a:dk2>
        <a:srgbClr val="A7A7A7"/>
      </a:dk2>
      <a:lt2>
        <a:srgbClr val="535353"/>
      </a:lt2>
      <a:accent1>
        <a:srgbClr val="00CCCC"/>
      </a:accent1>
      <a:accent2>
        <a:srgbClr val="FF33CC"/>
      </a:accent2>
      <a:accent3>
        <a:srgbClr val="AAB8FF"/>
      </a:accent3>
      <a:accent4>
        <a:srgbClr val="DADADA"/>
      </a:accent4>
      <a:accent5>
        <a:srgbClr val="AAE2E2"/>
      </a:accent5>
      <a:accent6>
        <a:srgbClr val="E72DB9"/>
      </a:accent6>
      <a:hlink>
        <a:srgbClr val="0000FF"/>
      </a:hlink>
      <a:folHlink>
        <a:srgbClr val="FF00FF"/>
      </a:folHlink>
    </a:clrScheme>
    <a:fontScheme name="Default">
      <a:majorFont>
        <a:latin typeface="Avenir Roman"/>
        <a:ea typeface="Avenir Roman"/>
        <a:cs typeface="Avenir Roman"/>
      </a:majorFont>
      <a:minorFont>
        <a:latin typeface="Helvetica"/>
        <a:ea typeface="Helvetica"/>
        <a:cs typeface="Helvetica"/>
      </a:minorFont>
    </a:fontScheme>
    <a:fmtScheme name="Defaul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rgbClr val="00CCCC"/>
          </a:solidFill>
          <a:prstDash val="solid"/>
          <a:bevel/>
        </a:ln>
        <a:effectLst/>
      </a:spPr>
      <a:bodyPr rot="0" spcFirstLastPara="1" vertOverflow="overflow" horzOverflow="overflow" vert="horz" wrap="square" lIns="45718" tIns="45718" rIns="45718" bIns="45718" numCol="1" spcCol="38100" rtlCol="0" anchor="t">
        <a:spAutoFit/>
      </a:bodyPr>
      <a:lstStyle>
        <a:defPPr marL="3123158" marR="0" indent="-3123158" algn="l" defTabSz="914400" rtl="0" fontAlgn="auto" latinLnBrk="1" hangingPunct="0">
          <a:lnSpc>
            <a:spcPct val="100000"/>
          </a:lnSpc>
          <a:spcBef>
            <a:spcPts val="800"/>
          </a:spcBef>
          <a:spcAft>
            <a:spcPts val="0"/>
          </a:spcAft>
          <a:buClr>
            <a:srgbClr val="FFFFFF"/>
          </a:buClr>
          <a:buSzPct val="100000"/>
          <a:buFont typeface="Arial"/>
          <a:buChar char="•"/>
          <a:tabLst/>
          <a:defRPr kumimoji="0" sz="1800" b="0" i="0" u="none" strike="noStrike" cap="none" spc="0" normalizeH="0" baseline="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CCCC"/>
          </a:solidFill>
          <a:prstDash val="solid"/>
          <a:bevel/>
        </a:ln>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Pr>
      <a:bodyPr rot="0" spcFirstLastPara="1" vertOverflow="overflow" horzOverflow="overflow" vert="horz" wrap="square" lIns="45718" tIns="45718" rIns="45718" bIns="45718" numCol="1" spcCol="38100" rtlCol="0" anchor="t">
        <a:spAutoFit/>
      </a:bodyPr>
      <a:lstStyle>
        <a:defPPr marL="3123158" marR="0" indent="-3123158" algn="l" defTabSz="914400" rtl="0" fontAlgn="auto" latinLnBrk="1" hangingPunct="0">
          <a:lnSpc>
            <a:spcPct val="100000"/>
          </a:lnSpc>
          <a:spcBef>
            <a:spcPts val="800"/>
          </a:spcBef>
          <a:spcAft>
            <a:spcPts val="0"/>
          </a:spcAft>
          <a:buClr>
            <a:srgbClr val="FFFFFF"/>
          </a:buClr>
          <a:buSzPct val="100000"/>
          <a:buFont typeface="Arial"/>
          <a:buChar char="•"/>
          <a:tabLst/>
          <a:defRPr kumimoji="0" sz="1800" b="0" i="0" u="none" strike="noStrike" cap="none" spc="0" normalizeH="0" baseline="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85</TotalTime>
  <Words>2925</Words>
  <Application>Microsoft Macintosh PowerPoint</Application>
  <PresentationFormat>Apresentação na tela (4:3)</PresentationFormat>
  <Paragraphs>210</Paragraphs>
  <Slides>29</Slides>
  <Notes>0</Notes>
  <HiddenSlides>0</HiddenSlides>
  <MMClips>0</MMClips>
  <ScaleCrop>false</ScaleCrop>
  <HeadingPairs>
    <vt:vector size="6" baseType="variant">
      <vt:variant>
        <vt:lpstr>Fontes usadas</vt:lpstr>
      </vt:variant>
      <vt:variant>
        <vt:i4>6</vt:i4>
      </vt:variant>
      <vt:variant>
        <vt:lpstr>Tema</vt:lpstr>
      </vt:variant>
      <vt:variant>
        <vt:i4>1</vt:i4>
      </vt:variant>
      <vt:variant>
        <vt:lpstr>Títulos de slides</vt:lpstr>
      </vt:variant>
      <vt:variant>
        <vt:i4>29</vt:i4>
      </vt:variant>
    </vt:vector>
  </HeadingPairs>
  <TitlesOfParts>
    <vt:vector size="36" baseType="lpstr">
      <vt:lpstr>Arial</vt:lpstr>
      <vt:lpstr>Avenir Roman</vt:lpstr>
      <vt:lpstr>Helvetica</vt:lpstr>
      <vt:lpstr>Times New Roman</vt:lpstr>
      <vt:lpstr>Times New Roman Bold</vt:lpstr>
      <vt:lpstr>Wingdings</vt:lpstr>
      <vt:lpstr>Default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cp:lastModifiedBy>EDGARD ALEXANDRE ROMANATO</cp:lastModifiedBy>
  <cp:revision>4</cp:revision>
  <dcterms:modified xsi:type="dcterms:W3CDTF">2023-08-28T17:05:56Z</dcterms:modified>
</cp:coreProperties>
</file>