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90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</p:sldIdLst>
  <p:sldSz cx="9144000" cy="6858000" type="screen4x3"/>
  <p:notesSz cx="6858000" cy="9144000"/>
  <p:defaultTextStyle>
    <a:lvl1pPr>
      <a:defRPr sz="2400">
        <a:latin typeface="+mn-lt"/>
        <a:ea typeface="+mn-ea"/>
        <a:cs typeface="+mn-cs"/>
        <a:sym typeface="Helvetica"/>
      </a:defRPr>
    </a:lvl1pPr>
    <a:lvl2pPr>
      <a:defRPr sz="2400">
        <a:latin typeface="+mn-lt"/>
        <a:ea typeface="+mn-ea"/>
        <a:cs typeface="+mn-cs"/>
        <a:sym typeface="Helvetica"/>
      </a:defRPr>
    </a:lvl2pPr>
    <a:lvl3pPr>
      <a:defRPr sz="2400">
        <a:latin typeface="+mn-lt"/>
        <a:ea typeface="+mn-ea"/>
        <a:cs typeface="+mn-cs"/>
        <a:sym typeface="Helvetica"/>
      </a:defRPr>
    </a:lvl3pPr>
    <a:lvl4pPr>
      <a:defRPr sz="2400">
        <a:latin typeface="+mn-lt"/>
        <a:ea typeface="+mn-ea"/>
        <a:cs typeface="+mn-cs"/>
        <a:sym typeface="Helvetica"/>
      </a:defRPr>
    </a:lvl4pPr>
    <a:lvl5pPr>
      <a:defRPr sz="2400">
        <a:latin typeface="+mn-lt"/>
        <a:ea typeface="+mn-ea"/>
        <a:cs typeface="+mn-cs"/>
        <a:sym typeface="Helvetica"/>
      </a:defRPr>
    </a:lvl5pPr>
    <a:lvl6pPr>
      <a:defRPr sz="2400">
        <a:latin typeface="+mn-lt"/>
        <a:ea typeface="+mn-ea"/>
        <a:cs typeface="+mn-cs"/>
        <a:sym typeface="Helvetica"/>
      </a:defRPr>
    </a:lvl6pPr>
    <a:lvl7pPr>
      <a:defRPr sz="2400">
        <a:latin typeface="+mn-lt"/>
        <a:ea typeface="+mn-ea"/>
        <a:cs typeface="+mn-cs"/>
        <a:sym typeface="Helvetica"/>
      </a:defRPr>
    </a:lvl7pPr>
    <a:lvl8pPr>
      <a:defRPr sz="2400">
        <a:latin typeface="+mn-lt"/>
        <a:ea typeface="+mn-ea"/>
        <a:cs typeface="+mn-cs"/>
        <a:sym typeface="Helvetica"/>
      </a:defRPr>
    </a:lvl8pPr>
    <a:lvl9pPr>
      <a:defRPr sz="2400">
        <a:latin typeface="+mn-lt"/>
        <a:ea typeface="+mn-ea"/>
        <a:cs typeface="+mn-cs"/>
        <a:sym typeface="Helvetic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D4E0D5"/>
          </a:solidFill>
        </a:fill>
      </a:tcStyle>
    </a:wholeTbl>
    <a:band2H>
      <a:tcTxStyle/>
      <a:tcStyle>
        <a:tcBdr/>
        <a:fill>
          <a:solidFill>
            <a:srgbClr val="EBF0EB"/>
          </a:solidFill>
        </a:fill>
      </a:tcStyle>
    </a:band2H>
    <a:firstCol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72A376"/>
          </a:solidFill>
        </a:fill>
      </a:tcStyle>
    </a:firstCol>
    <a:lastRow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72A376"/>
          </a:solidFill>
        </a:fill>
      </a:tcStyle>
    </a:lastRow>
    <a:firstRow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72A376"/>
          </a:solidFill>
        </a:fill>
      </a:tcStyle>
    </a:firstRow>
  </a:tblStyle>
  <a:tblStyle styleId="{C7B018BB-80A7-4F77-B60F-C8B233D01FF8}" styleName="">
    <a:tblBg/>
    <a:wholeTb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72A376"/>
              </a:solidFill>
              <a:prstDash val="solid"/>
              <a:bevel/>
            </a:ln>
          </a:left>
          <a:right>
            <a:ln w="12700" cap="flat">
              <a:solidFill>
                <a:srgbClr val="72A376"/>
              </a:solidFill>
              <a:prstDash val="solid"/>
              <a:bevel/>
            </a:ln>
          </a:right>
          <a:top>
            <a:ln w="12700" cap="flat">
              <a:solidFill>
                <a:srgbClr val="72A376"/>
              </a:solidFill>
              <a:prstDash val="solid"/>
              <a:bevel/>
            </a:ln>
          </a:top>
          <a:bottom>
            <a:ln w="12700" cap="flat">
              <a:solidFill>
                <a:srgbClr val="72A376"/>
              </a:solidFill>
              <a:prstDash val="solid"/>
              <a:bevel/>
            </a:ln>
          </a:bottom>
          <a:insideH>
            <a:ln w="12700" cap="flat">
              <a:solidFill>
                <a:srgbClr val="72A376"/>
              </a:solidFill>
              <a:prstDash val="solid"/>
              <a:bevel/>
            </a:ln>
          </a:insideH>
          <a:insideV>
            <a:ln w="12700" cap="flat">
              <a:solidFill>
                <a:srgbClr val="72A376"/>
              </a:solidFill>
              <a:prstDash val="solid"/>
              <a:bevel/>
            </a:ln>
          </a:insideV>
        </a:tcBdr>
        <a:fill>
          <a:solidFill>
            <a:srgbClr val="D4E0D5"/>
          </a:solidFill>
        </a:fill>
      </a:tcStyle>
    </a:wholeTbl>
    <a:band2H>
      <a:tcTxStyle/>
      <a:tcStyle>
        <a:tcBdr/>
        <a:fill>
          <a:solidFill>
            <a:srgbClr val="EBF0EB"/>
          </a:solidFill>
        </a:fill>
      </a:tcStyle>
    </a:band2H>
    <a:firstCol>
      <a:tcTxStyle b="on" i="on">
        <a:fontRef idx="minor">
          <a:srgbClr val="72A376"/>
        </a:fontRef>
        <a:srgbClr val="72A376"/>
      </a:tcTxStyle>
      <a:tcStyle>
        <a:tcBdr>
          <a:left>
            <a:ln w="12700" cap="flat">
              <a:solidFill>
                <a:srgbClr val="72A376"/>
              </a:solidFill>
              <a:prstDash val="solid"/>
              <a:bevel/>
            </a:ln>
          </a:left>
          <a:right>
            <a:ln w="12700" cap="flat">
              <a:solidFill>
                <a:srgbClr val="72A376"/>
              </a:solidFill>
              <a:prstDash val="solid"/>
              <a:bevel/>
            </a:ln>
          </a:right>
          <a:top>
            <a:ln w="12700" cap="flat">
              <a:solidFill>
                <a:srgbClr val="72A376"/>
              </a:solidFill>
              <a:prstDash val="solid"/>
              <a:bevel/>
            </a:ln>
          </a:top>
          <a:bottom>
            <a:ln w="12700" cap="flat">
              <a:solidFill>
                <a:srgbClr val="72A376"/>
              </a:solidFill>
              <a:prstDash val="solid"/>
              <a:bevel/>
            </a:ln>
          </a:bottom>
          <a:insideH>
            <a:ln w="12700" cap="flat">
              <a:solidFill>
                <a:srgbClr val="72A376"/>
              </a:solidFill>
              <a:prstDash val="solid"/>
              <a:bevel/>
            </a:ln>
          </a:insideH>
          <a:insideV>
            <a:ln w="12700" cap="flat">
              <a:solidFill>
                <a:srgbClr val="72A376"/>
              </a:solidFill>
              <a:prstDash val="solid"/>
              <a:bevel/>
            </a:ln>
          </a:insideV>
        </a:tcBdr>
        <a:fill>
          <a:solidFill>
            <a:srgbClr val="72A376"/>
          </a:solidFill>
        </a:fill>
      </a:tcStyle>
    </a:firstCol>
    <a:lastRow>
      <a:tcTxStyle b="on" i="on">
        <a:fontRef idx="minor">
          <a:srgbClr val="72A376"/>
        </a:fontRef>
        <a:srgbClr val="72A376"/>
      </a:tcTxStyle>
      <a:tcStyle>
        <a:tcBdr>
          <a:left>
            <a:ln w="12700" cap="flat">
              <a:solidFill>
                <a:srgbClr val="72A376"/>
              </a:solidFill>
              <a:prstDash val="solid"/>
              <a:bevel/>
            </a:ln>
          </a:left>
          <a:right>
            <a:ln w="12700" cap="flat">
              <a:solidFill>
                <a:srgbClr val="72A376"/>
              </a:solidFill>
              <a:prstDash val="solid"/>
              <a:bevel/>
            </a:ln>
          </a:right>
          <a:top>
            <a:ln w="38100" cap="flat">
              <a:solidFill>
                <a:srgbClr val="72A376"/>
              </a:solidFill>
              <a:prstDash val="solid"/>
              <a:bevel/>
            </a:ln>
          </a:top>
          <a:bottom>
            <a:ln w="12700" cap="flat">
              <a:solidFill>
                <a:srgbClr val="72A376"/>
              </a:solidFill>
              <a:prstDash val="solid"/>
              <a:bevel/>
            </a:ln>
          </a:bottom>
          <a:insideH>
            <a:ln w="12700" cap="flat">
              <a:solidFill>
                <a:srgbClr val="72A376"/>
              </a:solidFill>
              <a:prstDash val="solid"/>
              <a:bevel/>
            </a:ln>
          </a:insideH>
          <a:insideV>
            <a:ln w="12700" cap="flat">
              <a:solidFill>
                <a:srgbClr val="72A376"/>
              </a:solidFill>
              <a:prstDash val="solid"/>
              <a:bevel/>
            </a:ln>
          </a:insideV>
        </a:tcBdr>
        <a:fill>
          <a:solidFill>
            <a:srgbClr val="72A376"/>
          </a:solidFill>
        </a:fill>
      </a:tcStyle>
    </a:lastRow>
    <a:firstRow>
      <a:tcTxStyle b="on" i="on">
        <a:fontRef idx="minor">
          <a:srgbClr val="72A376"/>
        </a:fontRef>
        <a:srgbClr val="72A376"/>
      </a:tcTxStyle>
      <a:tcStyle>
        <a:tcBdr>
          <a:left>
            <a:ln w="12700" cap="flat">
              <a:solidFill>
                <a:srgbClr val="72A376"/>
              </a:solidFill>
              <a:prstDash val="solid"/>
              <a:bevel/>
            </a:ln>
          </a:left>
          <a:right>
            <a:ln w="12700" cap="flat">
              <a:solidFill>
                <a:srgbClr val="72A376"/>
              </a:solidFill>
              <a:prstDash val="solid"/>
              <a:bevel/>
            </a:ln>
          </a:right>
          <a:top>
            <a:ln w="12700" cap="flat">
              <a:solidFill>
                <a:srgbClr val="72A376"/>
              </a:solidFill>
              <a:prstDash val="solid"/>
              <a:bevel/>
            </a:ln>
          </a:top>
          <a:bottom>
            <a:ln w="38100" cap="flat">
              <a:solidFill>
                <a:srgbClr val="72A376"/>
              </a:solidFill>
              <a:prstDash val="solid"/>
              <a:bevel/>
            </a:ln>
          </a:bottom>
          <a:insideH>
            <a:ln w="12700" cap="flat">
              <a:solidFill>
                <a:srgbClr val="72A376"/>
              </a:solidFill>
              <a:prstDash val="solid"/>
              <a:bevel/>
            </a:ln>
          </a:insideH>
          <a:insideV>
            <a:ln w="12700" cap="flat">
              <a:solidFill>
                <a:srgbClr val="72A376"/>
              </a:solidFill>
              <a:prstDash val="solid"/>
              <a:bevel/>
            </a:ln>
          </a:insideV>
        </a:tcBdr>
        <a:fill>
          <a:solidFill>
            <a:srgbClr val="72A376"/>
          </a:solidFill>
        </a:fill>
      </a:tcStyle>
    </a:firstRow>
  </a:tblStyle>
  <a:tblStyle styleId="{EEE7283C-3CF3-47DC-8721-378D4A62B228}" styleName="">
    <a:tblBg/>
    <a:wholeTb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72A376"/>
              </a:solidFill>
              <a:prstDash val="solid"/>
              <a:bevel/>
            </a:ln>
          </a:left>
          <a:right>
            <a:ln w="12700" cap="flat">
              <a:solidFill>
                <a:srgbClr val="72A376"/>
              </a:solidFill>
              <a:prstDash val="solid"/>
              <a:bevel/>
            </a:ln>
          </a:right>
          <a:top>
            <a:ln w="12700" cap="flat">
              <a:solidFill>
                <a:srgbClr val="72A376"/>
              </a:solidFill>
              <a:prstDash val="solid"/>
              <a:bevel/>
            </a:ln>
          </a:top>
          <a:bottom>
            <a:ln w="12700" cap="flat">
              <a:solidFill>
                <a:srgbClr val="72A376"/>
              </a:solidFill>
              <a:prstDash val="solid"/>
              <a:bevel/>
            </a:ln>
          </a:bottom>
          <a:insideH>
            <a:ln w="12700" cap="flat">
              <a:solidFill>
                <a:srgbClr val="72A376"/>
              </a:solidFill>
              <a:prstDash val="solid"/>
              <a:bevel/>
            </a:ln>
          </a:insideH>
          <a:insideV>
            <a:ln w="12700" cap="flat">
              <a:solidFill>
                <a:srgbClr val="72A376"/>
              </a:solidFill>
              <a:prstDash val="solid"/>
              <a:bevel/>
            </a:ln>
          </a:insideV>
        </a:tcBdr>
        <a:fill>
          <a:solidFill>
            <a:srgbClr val="E2E2E2"/>
          </a:solidFill>
        </a:fill>
      </a:tcStyle>
    </a:wholeTbl>
    <a:band2H>
      <a:tcTxStyle/>
      <a:tcStyle>
        <a:tcBdr/>
        <a:fill>
          <a:solidFill>
            <a:srgbClr val="F1F1F1"/>
          </a:solidFill>
        </a:fill>
      </a:tcStyle>
    </a:band2H>
    <a:firstCol>
      <a:tcTxStyle b="on" i="on">
        <a:fontRef idx="minor">
          <a:srgbClr val="72A376"/>
        </a:fontRef>
        <a:srgbClr val="72A376"/>
      </a:tcTxStyle>
      <a:tcStyle>
        <a:tcBdr>
          <a:left>
            <a:ln w="12700" cap="flat">
              <a:solidFill>
                <a:srgbClr val="72A376"/>
              </a:solidFill>
              <a:prstDash val="solid"/>
              <a:bevel/>
            </a:ln>
          </a:left>
          <a:right>
            <a:ln w="12700" cap="flat">
              <a:solidFill>
                <a:srgbClr val="72A376"/>
              </a:solidFill>
              <a:prstDash val="solid"/>
              <a:bevel/>
            </a:ln>
          </a:right>
          <a:top>
            <a:ln w="12700" cap="flat">
              <a:solidFill>
                <a:srgbClr val="72A376"/>
              </a:solidFill>
              <a:prstDash val="solid"/>
              <a:bevel/>
            </a:ln>
          </a:top>
          <a:bottom>
            <a:ln w="12700" cap="flat">
              <a:solidFill>
                <a:srgbClr val="72A376"/>
              </a:solidFill>
              <a:prstDash val="solid"/>
              <a:bevel/>
            </a:ln>
          </a:bottom>
          <a:insideH>
            <a:ln w="12700" cap="flat">
              <a:solidFill>
                <a:srgbClr val="72A376"/>
              </a:solidFill>
              <a:prstDash val="solid"/>
              <a:bevel/>
            </a:ln>
          </a:insideH>
          <a:insideV>
            <a:ln w="12700" cap="flat">
              <a:solidFill>
                <a:srgbClr val="72A376"/>
              </a:solidFill>
              <a:prstDash val="solid"/>
              <a:bevel/>
            </a:ln>
          </a:insideV>
        </a:tcBdr>
        <a:fill>
          <a:solidFill>
            <a:srgbClr val="AAAAAA"/>
          </a:solidFill>
        </a:fill>
      </a:tcStyle>
    </a:firstCol>
    <a:lastRow>
      <a:tcTxStyle b="on" i="on">
        <a:fontRef idx="minor">
          <a:srgbClr val="72A376"/>
        </a:fontRef>
        <a:srgbClr val="72A376"/>
      </a:tcTxStyle>
      <a:tcStyle>
        <a:tcBdr>
          <a:left>
            <a:ln w="12700" cap="flat">
              <a:solidFill>
                <a:srgbClr val="72A376"/>
              </a:solidFill>
              <a:prstDash val="solid"/>
              <a:bevel/>
            </a:ln>
          </a:left>
          <a:right>
            <a:ln w="12700" cap="flat">
              <a:solidFill>
                <a:srgbClr val="72A376"/>
              </a:solidFill>
              <a:prstDash val="solid"/>
              <a:bevel/>
            </a:ln>
          </a:right>
          <a:top>
            <a:ln w="38100" cap="flat">
              <a:solidFill>
                <a:srgbClr val="72A376"/>
              </a:solidFill>
              <a:prstDash val="solid"/>
              <a:bevel/>
            </a:ln>
          </a:top>
          <a:bottom>
            <a:ln w="12700" cap="flat">
              <a:solidFill>
                <a:srgbClr val="72A376"/>
              </a:solidFill>
              <a:prstDash val="solid"/>
              <a:bevel/>
            </a:ln>
          </a:bottom>
          <a:insideH>
            <a:ln w="12700" cap="flat">
              <a:solidFill>
                <a:srgbClr val="72A376"/>
              </a:solidFill>
              <a:prstDash val="solid"/>
              <a:bevel/>
            </a:ln>
          </a:insideH>
          <a:insideV>
            <a:ln w="12700" cap="flat">
              <a:solidFill>
                <a:srgbClr val="72A376"/>
              </a:solidFill>
              <a:prstDash val="solid"/>
              <a:bevel/>
            </a:ln>
          </a:insideV>
        </a:tcBdr>
        <a:fill>
          <a:solidFill>
            <a:srgbClr val="AAAAAA"/>
          </a:solidFill>
        </a:fill>
      </a:tcStyle>
    </a:lastRow>
    <a:firstRow>
      <a:tcTxStyle b="on" i="on">
        <a:fontRef idx="minor">
          <a:srgbClr val="72A376"/>
        </a:fontRef>
        <a:srgbClr val="72A376"/>
      </a:tcTxStyle>
      <a:tcStyle>
        <a:tcBdr>
          <a:left>
            <a:ln w="12700" cap="flat">
              <a:solidFill>
                <a:srgbClr val="72A376"/>
              </a:solidFill>
              <a:prstDash val="solid"/>
              <a:bevel/>
            </a:ln>
          </a:left>
          <a:right>
            <a:ln w="12700" cap="flat">
              <a:solidFill>
                <a:srgbClr val="72A376"/>
              </a:solidFill>
              <a:prstDash val="solid"/>
              <a:bevel/>
            </a:ln>
          </a:right>
          <a:top>
            <a:ln w="12700" cap="flat">
              <a:solidFill>
                <a:srgbClr val="72A376"/>
              </a:solidFill>
              <a:prstDash val="solid"/>
              <a:bevel/>
            </a:ln>
          </a:top>
          <a:bottom>
            <a:ln w="38100" cap="flat">
              <a:solidFill>
                <a:srgbClr val="72A376"/>
              </a:solidFill>
              <a:prstDash val="solid"/>
              <a:bevel/>
            </a:ln>
          </a:bottom>
          <a:insideH>
            <a:ln w="12700" cap="flat">
              <a:solidFill>
                <a:srgbClr val="72A376"/>
              </a:solidFill>
              <a:prstDash val="solid"/>
              <a:bevel/>
            </a:ln>
          </a:insideH>
          <a:insideV>
            <a:ln w="12700" cap="flat">
              <a:solidFill>
                <a:srgbClr val="72A376"/>
              </a:solidFill>
              <a:prstDash val="solid"/>
              <a:bevel/>
            </a:ln>
          </a:insideV>
        </a:tcBdr>
        <a:fill>
          <a:solidFill>
            <a:srgbClr val="AAAAAA"/>
          </a:solidFill>
        </a:fill>
      </a:tcStyle>
    </a:firstRow>
  </a:tblStyle>
  <a:tblStyle styleId="{CF821DB8-F4EB-4A41-A1BA-3FCAFE7338EE}" styleName="">
    <a:tblBg/>
    <a:wholeTb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72A376"/>
              </a:solidFill>
              <a:prstDash val="solid"/>
              <a:bevel/>
            </a:ln>
          </a:left>
          <a:right>
            <a:ln w="12700" cap="flat">
              <a:solidFill>
                <a:srgbClr val="72A376"/>
              </a:solidFill>
              <a:prstDash val="solid"/>
              <a:bevel/>
            </a:ln>
          </a:right>
          <a:top>
            <a:ln w="12700" cap="flat">
              <a:solidFill>
                <a:srgbClr val="72A376"/>
              </a:solidFill>
              <a:prstDash val="solid"/>
              <a:bevel/>
            </a:ln>
          </a:top>
          <a:bottom>
            <a:ln w="12700" cap="flat">
              <a:solidFill>
                <a:srgbClr val="72A376"/>
              </a:solidFill>
              <a:prstDash val="solid"/>
              <a:bevel/>
            </a:ln>
          </a:bottom>
          <a:insideH>
            <a:ln w="12700" cap="flat">
              <a:solidFill>
                <a:srgbClr val="72A376"/>
              </a:solidFill>
              <a:prstDash val="solid"/>
              <a:bevel/>
            </a:ln>
          </a:insideH>
          <a:insideV>
            <a:ln w="12700" cap="flat">
              <a:solidFill>
                <a:srgbClr val="72A376"/>
              </a:solidFill>
              <a:prstDash val="solid"/>
              <a:bevel/>
            </a:ln>
          </a:insideV>
        </a:tcBdr>
        <a:fill>
          <a:solidFill>
            <a:srgbClr val="DFE6DF"/>
          </a:solidFill>
        </a:fill>
      </a:tcStyle>
    </a:wholeTbl>
    <a:band2H>
      <a:tcTxStyle/>
      <a:tcStyle>
        <a:tcBdr/>
        <a:fill>
          <a:solidFill>
            <a:srgbClr val="EFF3EF"/>
          </a:solidFill>
        </a:fill>
      </a:tcStyle>
    </a:band2H>
    <a:firstCol>
      <a:tcTxStyle b="on" i="on">
        <a:fontRef idx="minor">
          <a:srgbClr val="72A376"/>
        </a:fontRef>
        <a:srgbClr val="72A376"/>
      </a:tcTxStyle>
      <a:tcStyle>
        <a:tcBdr>
          <a:left>
            <a:ln w="12700" cap="flat">
              <a:solidFill>
                <a:srgbClr val="72A376"/>
              </a:solidFill>
              <a:prstDash val="solid"/>
              <a:bevel/>
            </a:ln>
          </a:left>
          <a:right>
            <a:ln w="12700" cap="flat">
              <a:solidFill>
                <a:srgbClr val="72A376"/>
              </a:solidFill>
              <a:prstDash val="solid"/>
              <a:bevel/>
            </a:ln>
          </a:right>
          <a:top>
            <a:ln w="12700" cap="flat">
              <a:solidFill>
                <a:srgbClr val="72A376"/>
              </a:solidFill>
              <a:prstDash val="solid"/>
              <a:bevel/>
            </a:ln>
          </a:top>
          <a:bottom>
            <a:ln w="12700" cap="flat">
              <a:solidFill>
                <a:srgbClr val="72A376"/>
              </a:solidFill>
              <a:prstDash val="solid"/>
              <a:bevel/>
            </a:ln>
          </a:bottom>
          <a:insideH>
            <a:ln w="12700" cap="flat">
              <a:solidFill>
                <a:srgbClr val="72A376"/>
              </a:solidFill>
              <a:prstDash val="solid"/>
              <a:bevel/>
            </a:ln>
          </a:insideH>
          <a:insideV>
            <a:ln w="12700" cap="flat">
              <a:solidFill>
                <a:srgbClr val="72A376"/>
              </a:solidFill>
              <a:prstDash val="solid"/>
              <a:bevel/>
            </a:ln>
          </a:insideV>
        </a:tcBdr>
        <a:fill>
          <a:solidFill>
            <a:srgbClr val="9FB99F"/>
          </a:solidFill>
        </a:fill>
      </a:tcStyle>
    </a:firstCol>
    <a:lastRow>
      <a:tcTxStyle b="on" i="on">
        <a:fontRef idx="minor">
          <a:srgbClr val="72A376"/>
        </a:fontRef>
        <a:srgbClr val="72A376"/>
      </a:tcTxStyle>
      <a:tcStyle>
        <a:tcBdr>
          <a:left>
            <a:ln w="12700" cap="flat">
              <a:solidFill>
                <a:srgbClr val="72A376"/>
              </a:solidFill>
              <a:prstDash val="solid"/>
              <a:bevel/>
            </a:ln>
          </a:left>
          <a:right>
            <a:ln w="12700" cap="flat">
              <a:solidFill>
                <a:srgbClr val="72A376"/>
              </a:solidFill>
              <a:prstDash val="solid"/>
              <a:bevel/>
            </a:ln>
          </a:right>
          <a:top>
            <a:ln w="38100" cap="flat">
              <a:solidFill>
                <a:srgbClr val="72A376"/>
              </a:solidFill>
              <a:prstDash val="solid"/>
              <a:bevel/>
            </a:ln>
          </a:top>
          <a:bottom>
            <a:ln w="12700" cap="flat">
              <a:solidFill>
                <a:srgbClr val="72A376"/>
              </a:solidFill>
              <a:prstDash val="solid"/>
              <a:bevel/>
            </a:ln>
          </a:bottom>
          <a:insideH>
            <a:ln w="12700" cap="flat">
              <a:solidFill>
                <a:srgbClr val="72A376"/>
              </a:solidFill>
              <a:prstDash val="solid"/>
              <a:bevel/>
            </a:ln>
          </a:insideH>
          <a:insideV>
            <a:ln w="12700" cap="flat">
              <a:solidFill>
                <a:srgbClr val="72A376"/>
              </a:solidFill>
              <a:prstDash val="solid"/>
              <a:bevel/>
            </a:ln>
          </a:insideV>
        </a:tcBdr>
        <a:fill>
          <a:solidFill>
            <a:srgbClr val="9FB99F"/>
          </a:solidFill>
        </a:fill>
      </a:tcStyle>
    </a:lastRow>
    <a:firstRow>
      <a:tcTxStyle b="on" i="on">
        <a:fontRef idx="minor">
          <a:srgbClr val="72A376"/>
        </a:fontRef>
        <a:srgbClr val="72A376"/>
      </a:tcTxStyle>
      <a:tcStyle>
        <a:tcBdr>
          <a:left>
            <a:ln w="12700" cap="flat">
              <a:solidFill>
                <a:srgbClr val="72A376"/>
              </a:solidFill>
              <a:prstDash val="solid"/>
              <a:bevel/>
            </a:ln>
          </a:left>
          <a:right>
            <a:ln w="12700" cap="flat">
              <a:solidFill>
                <a:srgbClr val="72A376"/>
              </a:solidFill>
              <a:prstDash val="solid"/>
              <a:bevel/>
            </a:ln>
          </a:right>
          <a:top>
            <a:ln w="12700" cap="flat">
              <a:solidFill>
                <a:srgbClr val="72A376"/>
              </a:solidFill>
              <a:prstDash val="solid"/>
              <a:bevel/>
            </a:ln>
          </a:top>
          <a:bottom>
            <a:ln w="38100" cap="flat">
              <a:solidFill>
                <a:srgbClr val="72A376"/>
              </a:solidFill>
              <a:prstDash val="solid"/>
              <a:bevel/>
            </a:ln>
          </a:bottom>
          <a:insideH>
            <a:ln w="12700" cap="flat">
              <a:solidFill>
                <a:srgbClr val="72A376"/>
              </a:solidFill>
              <a:prstDash val="solid"/>
              <a:bevel/>
            </a:ln>
          </a:insideH>
          <a:insideV>
            <a:ln w="12700" cap="flat">
              <a:solidFill>
                <a:srgbClr val="72A376"/>
              </a:solidFill>
              <a:prstDash val="solid"/>
              <a:bevel/>
            </a:ln>
          </a:insideV>
        </a:tcBdr>
        <a:fill>
          <a:solidFill>
            <a:srgbClr val="9FB99F"/>
          </a:solidFill>
        </a:fill>
      </a:tcStyle>
    </a:firstRow>
  </a:tblStyle>
  <a:tblStyle styleId="{33BA23B1-9221-436E-865A-0063620EA4FD}" styleName="">
    <a:tblBg/>
    <a:wholeTb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72A376"/>
          </a:solidFill>
        </a:fill>
      </a:tcStyle>
    </a:band2H>
    <a:firstCol>
      <a:tcTxStyle b="on" i="on">
        <a:fontRef idx="minor">
          <a:srgbClr val="72A376"/>
        </a:fontRef>
        <a:srgbClr val="72A376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2A376"/>
          </a:solidFill>
        </a:fill>
      </a:tcStyle>
    </a:firstCol>
    <a:lastRow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2A376"/>
          </a:solidFill>
        </a:fill>
      </a:tcStyle>
    </a:lastRow>
    <a:firstRow>
      <a:tcTxStyle b="on" i="on">
        <a:fontRef idx="minor">
          <a:srgbClr val="72A376"/>
        </a:fontRef>
        <a:srgbClr val="72A376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2A376"/>
          </a:solidFill>
        </a:fill>
      </a:tcStyle>
    </a:firstRow>
  </a:tblStyle>
  <a:tblStyle styleId="{2708684C-4D16-4618-839F-0558EEFCDFE6}" styleName="">
    <a:tblBg/>
    <a:wholeTb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72A376"/>
              </a:solidFill>
              <a:prstDash val="solid"/>
              <a:bevel/>
            </a:ln>
          </a:left>
          <a:right>
            <a:ln w="12700" cap="flat">
              <a:solidFill>
                <a:srgbClr val="72A376"/>
              </a:solidFill>
              <a:prstDash val="solid"/>
              <a:bevel/>
            </a:ln>
          </a:right>
          <a:top>
            <a:ln w="12700" cap="flat">
              <a:solidFill>
                <a:srgbClr val="72A376"/>
              </a:solidFill>
              <a:prstDash val="solid"/>
              <a:bevel/>
            </a:ln>
          </a:top>
          <a:bottom>
            <a:ln w="12700" cap="flat">
              <a:solidFill>
                <a:srgbClr val="72A376"/>
              </a:solidFill>
              <a:prstDash val="solid"/>
              <a:bevel/>
            </a:ln>
          </a:bottom>
          <a:insideH>
            <a:ln w="12700" cap="flat">
              <a:solidFill>
                <a:srgbClr val="72A376"/>
              </a:solidFill>
              <a:prstDash val="solid"/>
              <a:bevel/>
            </a:ln>
          </a:insideH>
          <a:insideV>
            <a:ln w="12700" cap="flat">
              <a:solidFill>
                <a:srgbClr val="72A376"/>
              </a:solidFill>
              <a:prstDash val="solid"/>
              <a:bevel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n">
        <a:fontRef idx="minor">
          <a:srgbClr val="72A376"/>
        </a:fontRef>
        <a:srgbClr val="72A376"/>
      </a:tcTxStyle>
      <a:tcStyle>
        <a:tcBdr>
          <a:left>
            <a:ln w="12700" cap="flat">
              <a:solidFill>
                <a:srgbClr val="72A376"/>
              </a:solidFill>
              <a:prstDash val="solid"/>
              <a:bevel/>
            </a:ln>
          </a:left>
          <a:right>
            <a:ln w="12700" cap="flat">
              <a:solidFill>
                <a:srgbClr val="72A376"/>
              </a:solidFill>
              <a:prstDash val="solid"/>
              <a:bevel/>
            </a:ln>
          </a:right>
          <a:top>
            <a:ln w="12700" cap="flat">
              <a:solidFill>
                <a:srgbClr val="72A376"/>
              </a:solidFill>
              <a:prstDash val="solid"/>
              <a:bevel/>
            </a:ln>
          </a:top>
          <a:bottom>
            <a:ln w="12700" cap="flat">
              <a:solidFill>
                <a:srgbClr val="72A376"/>
              </a:solidFill>
              <a:prstDash val="solid"/>
              <a:bevel/>
            </a:ln>
          </a:bottom>
          <a:insideH>
            <a:ln w="12700" cap="flat">
              <a:solidFill>
                <a:srgbClr val="72A376"/>
              </a:solidFill>
              <a:prstDash val="solid"/>
              <a:bevel/>
            </a:ln>
          </a:insideH>
          <a:insideV>
            <a:ln w="12700" cap="flat">
              <a:solidFill>
                <a:srgbClr val="72A376"/>
              </a:solidFill>
              <a:prstDash val="solid"/>
              <a:bevel/>
            </a:ln>
          </a:insideV>
        </a:tcBdr>
        <a:fill>
          <a:solidFill/>
        </a:fill>
      </a:tcStyle>
    </a:firstCol>
    <a:lastRow>
      <a:tcTxStyle b="on" i="on">
        <a:fontRef idx="minor">
          <a:srgbClr val="72A376"/>
        </a:fontRef>
        <a:srgbClr val="72A376"/>
      </a:tcTxStyle>
      <a:tcStyle>
        <a:tcBdr>
          <a:left>
            <a:ln w="12700" cap="flat">
              <a:solidFill>
                <a:srgbClr val="72A376"/>
              </a:solidFill>
              <a:prstDash val="solid"/>
              <a:bevel/>
            </a:ln>
          </a:left>
          <a:right>
            <a:ln w="12700" cap="flat">
              <a:solidFill>
                <a:srgbClr val="72A376"/>
              </a:solidFill>
              <a:prstDash val="solid"/>
              <a:bevel/>
            </a:ln>
          </a:right>
          <a:top>
            <a:ln w="38100" cap="flat">
              <a:solidFill>
                <a:srgbClr val="72A376"/>
              </a:solidFill>
              <a:prstDash val="solid"/>
              <a:bevel/>
            </a:ln>
          </a:top>
          <a:bottom>
            <a:ln w="12700" cap="flat">
              <a:solidFill>
                <a:srgbClr val="72A376"/>
              </a:solidFill>
              <a:prstDash val="solid"/>
              <a:bevel/>
            </a:ln>
          </a:bottom>
          <a:insideH>
            <a:ln w="12700" cap="flat">
              <a:solidFill>
                <a:srgbClr val="72A376"/>
              </a:solidFill>
              <a:prstDash val="solid"/>
              <a:bevel/>
            </a:ln>
          </a:insideH>
          <a:insideV>
            <a:ln w="12700" cap="flat">
              <a:solidFill>
                <a:srgbClr val="72A376"/>
              </a:solidFill>
              <a:prstDash val="solid"/>
              <a:bevel/>
            </a:ln>
          </a:insideV>
        </a:tcBdr>
        <a:fill>
          <a:solidFill/>
        </a:fill>
      </a:tcStyle>
    </a:lastRow>
    <a:firstRow>
      <a:tcTxStyle b="on" i="on">
        <a:fontRef idx="minor">
          <a:srgbClr val="72A376"/>
        </a:fontRef>
        <a:srgbClr val="72A376"/>
      </a:tcTxStyle>
      <a:tcStyle>
        <a:tcBdr>
          <a:left>
            <a:ln w="12700" cap="flat">
              <a:solidFill>
                <a:srgbClr val="72A376"/>
              </a:solidFill>
              <a:prstDash val="solid"/>
              <a:bevel/>
            </a:ln>
          </a:left>
          <a:right>
            <a:ln w="12700" cap="flat">
              <a:solidFill>
                <a:srgbClr val="72A376"/>
              </a:solidFill>
              <a:prstDash val="solid"/>
              <a:bevel/>
            </a:ln>
          </a:right>
          <a:top>
            <a:ln w="12700" cap="flat">
              <a:solidFill>
                <a:srgbClr val="72A376"/>
              </a:solidFill>
              <a:prstDash val="solid"/>
              <a:bevel/>
            </a:ln>
          </a:top>
          <a:bottom>
            <a:ln w="38100" cap="flat">
              <a:solidFill>
                <a:srgbClr val="72A376"/>
              </a:solidFill>
              <a:prstDash val="solid"/>
              <a:bevel/>
            </a:ln>
          </a:bottom>
          <a:insideH>
            <a:ln w="12700" cap="flat">
              <a:solidFill>
                <a:srgbClr val="72A376"/>
              </a:solidFill>
              <a:prstDash val="solid"/>
              <a:bevel/>
            </a:ln>
          </a:insideH>
          <a:insideV>
            <a:ln w="12700" cap="flat">
              <a:solidFill>
                <a:srgbClr val="72A376"/>
              </a:solidFill>
              <a:prstDash val="solid"/>
              <a:bevel/>
            </a:ln>
          </a:insideV>
        </a:tcBdr>
        <a:fill>
          <a:solid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5552"/>
  </p:normalViewPr>
  <p:slideViewPr>
    <p:cSldViewPr snapToGrid="0" snapToObjects="1">
      <p:cViewPr varScale="1">
        <p:scale>
          <a:sx n="107" d="100"/>
          <a:sy n="107" d="100"/>
        </p:scale>
        <p:origin x="17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47" name="Shape 4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1pPr>
    <a:lvl2pPr indent="2286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2pPr>
    <a:lvl3pPr indent="4572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3pPr>
    <a:lvl4pPr indent="6858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4pPr>
    <a:lvl5pPr indent="9144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5pPr>
    <a:lvl6pPr indent="11430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6pPr>
    <a:lvl7pPr indent="13716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7pPr>
    <a:lvl8pPr indent="16002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8pPr>
    <a:lvl9pPr indent="18288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7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‹nº›</a:t>
            </a:fld>
            <a:endParaRPr/>
          </a:p>
        </p:txBody>
      </p:sp>
      <p:sp>
        <p:nvSpPr>
          <p:cNvPr id="8" name="Shape 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600">
                <a:solidFill>
                  <a:srgbClr val="E7EACB"/>
                </a:solidFill>
              </a:rPr>
              <a:t>Texto do Título</a:t>
            </a:r>
          </a:p>
        </p:txBody>
      </p:sp>
      <p:sp>
        <p:nvSpPr>
          <p:cNvPr id="9" name="Shape 9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Nível de Corpo Um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Nível de Corpo Dois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Nível de Corpo Três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Nível de Corpo Quatro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Nível de Corpo Cinco</a:t>
            </a: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2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158750" y="139700"/>
            <a:ext cx="8826500" cy="2517775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Shape 12"/>
          <p:cNvSpPr>
            <a:spLocks noGrp="1"/>
          </p:cNvSpPr>
          <p:nvPr>
            <p:ph type="sldNum" sz="quarter" idx="2"/>
          </p:nvPr>
        </p:nvSpPr>
        <p:spPr>
          <a:xfrm>
            <a:off x="8639175" y="6479697"/>
            <a:ext cx="463550" cy="332737"/>
          </a:xfrm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/>
          <p:nvPr/>
        </p:nvSpPr>
        <p:spPr>
          <a:xfrm>
            <a:off x="588962" y="1423987"/>
            <a:ext cx="8001001" cy="9529"/>
          </a:xfrm>
          <a:prstGeom prst="rect">
            <a:avLst/>
          </a:prstGeom>
          <a:solidFill>
            <a:srgbClr val="72A376"/>
          </a:solidFill>
          <a:ln w="12700">
            <a:miter lim="400000"/>
          </a:ln>
          <a:effectLst>
            <a:outerShdw blurRad="63500" dist="12900" dir="5400000" rotWithShape="0">
              <a:srgbClr val="808080">
                <a:alpha val="75000"/>
              </a:srgbClr>
            </a:outerShdw>
          </a:effectLst>
        </p:spPr>
        <p:txBody>
          <a:bodyPr lIns="0" tIns="0" rIns="0" bIns="0" anchor="ctr"/>
          <a:lstStyle/>
          <a:p>
            <a:pPr lvl="0" algn="ctr">
              <a:defRPr sz="18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pPr>
            <a:endParaRPr/>
          </a:p>
        </p:txBody>
      </p:sp>
      <p:sp>
        <p:nvSpPr>
          <p:cNvPr id="15" name="Shape 1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/>
        </p:nvSpPr>
        <p:spPr>
          <a:xfrm>
            <a:off x="1000125" y="3267075"/>
            <a:ext cx="7407275" cy="9525"/>
          </a:xfrm>
          <a:prstGeom prst="rect">
            <a:avLst/>
          </a:prstGeom>
          <a:solidFill>
            <a:srgbClr val="72A376"/>
          </a:solidFill>
          <a:ln w="12700">
            <a:miter lim="400000"/>
          </a:ln>
          <a:effectLst>
            <a:outerShdw blurRad="63500" dist="12900" dir="5400000" rotWithShape="0">
              <a:srgbClr val="808080">
                <a:alpha val="75000"/>
              </a:srgbClr>
            </a:outerShdw>
          </a:effectLst>
        </p:spPr>
        <p:txBody>
          <a:bodyPr lIns="0" tIns="0" rIns="0" bIns="0" anchor="ctr"/>
          <a:lstStyle/>
          <a:p>
            <a:pPr lvl="0" algn="ctr">
              <a:defRPr sz="18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pPr>
            <a:endParaRPr/>
          </a:p>
        </p:txBody>
      </p:sp>
      <p:sp>
        <p:nvSpPr>
          <p:cNvPr id="18" name="Shape 1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600">
                <a:solidFill>
                  <a:srgbClr val="E7EACB"/>
                </a:solidFill>
              </a:rPr>
              <a:t>Texto do Título</a:t>
            </a:r>
          </a:p>
        </p:txBody>
      </p:sp>
      <p:sp>
        <p:nvSpPr>
          <p:cNvPr id="19" name="Shape 19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Nível de Corpo Um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Nível de Corpo Dois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Nível de Corpo Três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Nível de Corpo Quatro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Nível de Corpo Cinco</a:t>
            </a:r>
          </a:p>
        </p:txBody>
      </p:sp>
      <p:sp>
        <p:nvSpPr>
          <p:cNvPr id="20" name="Shape 20"/>
          <p:cNvSpPr>
            <a:spLocks noGrp="1"/>
          </p:cNvSpPr>
          <p:nvPr>
            <p:ph type="sldNum" sz="quarter" idx="2"/>
          </p:nvPr>
        </p:nvSpPr>
        <p:spPr>
          <a:xfrm>
            <a:off x="8639175" y="6484461"/>
            <a:ext cx="463550" cy="332737"/>
          </a:xfrm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/>
          <p:nvPr/>
        </p:nvSpPr>
        <p:spPr>
          <a:xfrm>
            <a:off x="588962" y="1423987"/>
            <a:ext cx="8001001" cy="9529"/>
          </a:xfrm>
          <a:prstGeom prst="rect">
            <a:avLst/>
          </a:prstGeom>
          <a:solidFill>
            <a:srgbClr val="72A376"/>
          </a:solidFill>
          <a:ln w="12700">
            <a:miter lim="400000"/>
          </a:ln>
          <a:effectLst>
            <a:outerShdw blurRad="63500" dist="12900" dir="5400000" rotWithShape="0">
              <a:srgbClr val="808080">
                <a:alpha val="75000"/>
              </a:srgbClr>
            </a:outerShdw>
          </a:effectLst>
        </p:spPr>
        <p:txBody>
          <a:bodyPr lIns="0" tIns="0" rIns="0" bIns="0" anchor="ctr"/>
          <a:lstStyle/>
          <a:p>
            <a:pPr lvl="0" algn="ctr">
              <a:defRPr sz="18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pPr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600">
                <a:solidFill>
                  <a:srgbClr val="E7EACB"/>
                </a:solidFill>
              </a:rPr>
              <a:t>Texto do Título</a:t>
            </a:r>
          </a:p>
        </p:txBody>
      </p:sp>
      <p:sp>
        <p:nvSpPr>
          <p:cNvPr id="24" name="Shape 24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Nível de Corpo Um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Nível de Corpo Dois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Nível de Corpo Três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Nível de Corpo Quatro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Nível de Corpo Cinco</a:t>
            </a:r>
          </a:p>
        </p:txBody>
      </p:sp>
      <p:sp>
        <p:nvSpPr>
          <p:cNvPr id="25" name="Shape 25"/>
          <p:cNvSpPr>
            <a:spLocks noGrp="1"/>
          </p:cNvSpPr>
          <p:nvPr>
            <p:ph type="sldNum" sz="quarter" idx="2"/>
          </p:nvPr>
        </p:nvSpPr>
        <p:spPr>
          <a:xfrm>
            <a:off x="8640760" y="6485254"/>
            <a:ext cx="465141" cy="332737"/>
          </a:xfrm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7"/>
          <p:cNvSpPr/>
          <p:nvPr/>
        </p:nvSpPr>
        <p:spPr>
          <a:xfrm>
            <a:off x="617537" y="2165350"/>
            <a:ext cx="3748088" cy="9525"/>
          </a:xfrm>
          <a:prstGeom prst="rect">
            <a:avLst/>
          </a:prstGeom>
          <a:solidFill>
            <a:srgbClr val="72A376"/>
          </a:solidFill>
          <a:ln w="12700">
            <a:miter lim="400000"/>
          </a:ln>
          <a:effectLst>
            <a:outerShdw blurRad="63500" dist="12900" dir="5400000" rotWithShape="0">
              <a:srgbClr val="808080">
                <a:alpha val="75000"/>
              </a:srgbClr>
            </a:outerShdw>
          </a:effectLst>
        </p:spPr>
        <p:txBody>
          <a:bodyPr lIns="0" tIns="0" rIns="0" bIns="0" anchor="b"/>
          <a:lstStyle/>
          <a:p>
            <a:pPr lvl="0" algn="ctr">
              <a:defRPr sz="18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pPr>
            <a:endParaRPr/>
          </a:p>
        </p:txBody>
      </p:sp>
      <p:sp>
        <p:nvSpPr>
          <p:cNvPr id="28" name="Shape 28"/>
          <p:cNvSpPr/>
          <p:nvPr/>
        </p:nvSpPr>
        <p:spPr>
          <a:xfrm>
            <a:off x="4800600" y="2165350"/>
            <a:ext cx="3749675" cy="9525"/>
          </a:xfrm>
          <a:prstGeom prst="rect">
            <a:avLst/>
          </a:prstGeom>
          <a:solidFill>
            <a:srgbClr val="72A376"/>
          </a:solidFill>
          <a:ln w="12700">
            <a:miter lim="400000"/>
          </a:ln>
          <a:effectLst>
            <a:outerShdw blurRad="63500" dist="12900" dir="5400000" rotWithShape="0">
              <a:srgbClr val="808080">
                <a:alpha val="75000"/>
              </a:srgbClr>
            </a:outerShdw>
          </a:effectLst>
        </p:spPr>
        <p:txBody>
          <a:bodyPr lIns="0" tIns="0" rIns="0" bIns="0" anchor="b"/>
          <a:lstStyle/>
          <a:p>
            <a:pPr lvl="0" algn="ctr">
              <a:defRPr sz="18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pPr>
            <a:endParaRPr/>
          </a:p>
        </p:txBody>
      </p:sp>
      <p:sp>
        <p:nvSpPr>
          <p:cNvPr id="29" name="Shape 2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600">
                <a:solidFill>
                  <a:srgbClr val="E7EACB"/>
                </a:solidFill>
              </a:rPr>
              <a:t>Texto do Título</a:t>
            </a:r>
          </a:p>
        </p:txBody>
      </p:sp>
      <p:sp>
        <p:nvSpPr>
          <p:cNvPr id="30" name="Shape 30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Nível de Corpo Um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Nível de Corpo Dois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Nível de Corpo Três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Nível de Corpo Quatro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Nível de Corpo Cinco</a:t>
            </a:r>
          </a:p>
        </p:txBody>
      </p:sp>
      <p:sp>
        <p:nvSpPr>
          <p:cNvPr id="31" name="Shape 31"/>
          <p:cNvSpPr>
            <a:spLocks noGrp="1"/>
          </p:cNvSpPr>
          <p:nvPr>
            <p:ph type="sldNum" sz="quarter" idx="2"/>
          </p:nvPr>
        </p:nvSpPr>
        <p:spPr>
          <a:xfrm>
            <a:off x="8640760" y="6485254"/>
            <a:ext cx="465141" cy="332737"/>
          </a:xfrm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/>
          <p:nvPr/>
        </p:nvSpPr>
        <p:spPr>
          <a:xfrm>
            <a:off x="588962" y="1423987"/>
            <a:ext cx="8001001" cy="9529"/>
          </a:xfrm>
          <a:prstGeom prst="rect">
            <a:avLst/>
          </a:prstGeom>
          <a:solidFill>
            <a:srgbClr val="72A376"/>
          </a:solidFill>
          <a:ln w="12700">
            <a:miter lim="400000"/>
          </a:ln>
          <a:effectLst>
            <a:outerShdw blurRad="63500" dist="12900" dir="5400000" rotWithShape="0">
              <a:srgbClr val="808080">
                <a:alpha val="75000"/>
              </a:srgbClr>
            </a:outerShdw>
          </a:effectLst>
        </p:spPr>
        <p:txBody>
          <a:bodyPr lIns="0" tIns="0" rIns="0" bIns="0" anchor="ctr"/>
          <a:lstStyle/>
          <a:p>
            <a:pPr lvl="0" algn="ctr">
              <a:defRPr sz="18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pPr>
            <a:endParaRPr/>
          </a:p>
        </p:txBody>
      </p:sp>
      <p:sp>
        <p:nvSpPr>
          <p:cNvPr id="34" name="Shape 3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600">
                <a:solidFill>
                  <a:srgbClr val="E7EACB"/>
                </a:solidFill>
              </a:rPr>
              <a:t>Texto do Título</a:t>
            </a:r>
          </a:p>
        </p:txBody>
      </p:sp>
      <p:sp>
        <p:nvSpPr>
          <p:cNvPr id="35" name="Shape 35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Nível de Corpo Um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Nível de Corpo Dois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Nível de Corpo Três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Nível de Corpo Quatro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Nível de Corpo Cinco</a:t>
            </a:r>
          </a:p>
        </p:txBody>
      </p:sp>
      <p:sp>
        <p:nvSpPr>
          <p:cNvPr id="36" name="Shape 3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/>
          <p:nvPr/>
        </p:nvSpPr>
        <p:spPr>
          <a:xfrm>
            <a:off x="5057775" y="1057275"/>
            <a:ext cx="3748088" cy="9525"/>
          </a:xfrm>
          <a:prstGeom prst="rect">
            <a:avLst/>
          </a:prstGeom>
          <a:solidFill>
            <a:srgbClr val="72A376"/>
          </a:solidFill>
          <a:ln w="12700">
            <a:miter lim="400000"/>
          </a:ln>
          <a:effectLst>
            <a:outerShdw blurRad="63500" dist="12900" dir="5400000" rotWithShape="0">
              <a:srgbClr val="808080">
                <a:alpha val="75000"/>
              </a:srgbClr>
            </a:outerShdw>
          </a:effectLst>
        </p:spPr>
        <p:txBody>
          <a:bodyPr lIns="0" tIns="0" rIns="0" bIns="0" anchor="ctr"/>
          <a:lstStyle/>
          <a:p>
            <a:pPr lvl="0" algn="ctr">
              <a:defRPr sz="18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pPr>
            <a:endParaRPr/>
          </a:p>
        </p:txBody>
      </p:sp>
      <p:sp>
        <p:nvSpPr>
          <p:cNvPr id="39" name="Shape 3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600">
                <a:solidFill>
                  <a:srgbClr val="E7EACB"/>
                </a:solidFill>
              </a:rPr>
              <a:t>Texto do Título</a:t>
            </a:r>
          </a:p>
        </p:txBody>
      </p:sp>
      <p:sp>
        <p:nvSpPr>
          <p:cNvPr id="40" name="Shape 40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Nível de Corpo Um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Nível de Corpo Dois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Nível de Corpo Três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Nível de Corpo Quatro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Nível de Corpo Cinco</a:t>
            </a:r>
          </a:p>
        </p:txBody>
      </p:sp>
      <p:sp>
        <p:nvSpPr>
          <p:cNvPr id="41" name="Shape 41"/>
          <p:cNvSpPr>
            <a:spLocks noGrp="1"/>
          </p:cNvSpPr>
          <p:nvPr>
            <p:ph type="sldNum" sz="quarter" idx="2"/>
          </p:nvPr>
        </p:nvSpPr>
        <p:spPr>
          <a:xfrm>
            <a:off x="8639175" y="6484461"/>
            <a:ext cx="463550" cy="332737"/>
          </a:xfrm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600">
                <a:solidFill>
                  <a:srgbClr val="E7EACB"/>
                </a:solidFill>
              </a:rPr>
              <a:t>Texto do Título</a:t>
            </a:r>
          </a:p>
        </p:txBody>
      </p:sp>
      <p:sp>
        <p:nvSpPr>
          <p:cNvPr id="44" name="Shape 44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Nível de Corpo Um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Nível de Corpo Dois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Nível de Corpo Três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Nível de Corpo Quatro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Nível de Corpo Cinco</a:t>
            </a:r>
          </a:p>
        </p:txBody>
      </p:sp>
      <p:sp>
        <p:nvSpPr>
          <p:cNvPr id="45" name="Shape 45"/>
          <p:cNvSpPr>
            <a:spLocks noGrp="1"/>
          </p:cNvSpPr>
          <p:nvPr>
            <p:ph type="sldNum" sz="quarter" idx="2"/>
          </p:nvPr>
        </p:nvSpPr>
        <p:spPr>
          <a:xfrm>
            <a:off x="8639175" y="6479697"/>
            <a:ext cx="463550" cy="332737"/>
          </a:xfrm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2A3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1.png"/>
          <p:cNvPicPr/>
          <p:nvPr/>
        </p:nvPicPr>
        <p:blipFill>
          <a:blip r:embed="rId11"/>
          <a:stretch>
            <a:fillRect/>
          </a:stretch>
        </p:blipFill>
        <p:spPr>
          <a:xfrm>
            <a:off x="158750" y="139700"/>
            <a:ext cx="8826500" cy="658495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Shape 3"/>
          <p:cNvSpPr>
            <a:spLocks noGrp="1"/>
          </p:cNvSpPr>
          <p:nvPr>
            <p:ph type="sldNum" sz="quarter" idx="2"/>
          </p:nvPr>
        </p:nvSpPr>
        <p:spPr>
          <a:xfrm>
            <a:off x="8639175" y="6485254"/>
            <a:ext cx="463550" cy="332737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spAutoFit/>
          </a:bodyPr>
          <a:lstStyle>
            <a:lvl1pPr algn="r">
              <a:defRPr sz="1600">
                <a:solidFill>
                  <a:srgbClr val="DFE0D4"/>
                </a:solidFill>
                <a:latin typeface="Rockwell"/>
                <a:ea typeface="Rockwell"/>
                <a:cs typeface="Rockwell"/>
                <a:sym typeface="Rockwell"/>
              </a:defRPr>
            </a:lvl1pPr>
          </a:lstStyle>
          <a:p>
            <a:pPr lvl="0"/>
            <a:fld id="{86CB4B4D-7CA3-9044-876B-883B54F8677D}" type="slidenum">
              <a:t>‹nº›</a:t>
            </a:fld>
            <a:endParaRPr/>
          </a:p>
        </p:txBody>
      </p:sp>
      <p:sp>
        <p:nvSpPr>
          <p:cNvPr id="4" name="Shap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39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 anchor="b"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600">
                <a:solidFill>
                  <a:srgbClr val="E7EACB"/>
                </a:solidFill>
              </a:rPr>
              <a:t>Texto do Título</a:t>
            </a:r>
          </a:p>
        </p:txBody>
      </p:sp>
      <p:sp>
        <p:nvSpPr>
          <p:cNvPr id="5" name="Shape 5"/>
          <p:cNvSpPr>
            <a:spLocks noGrp="1"/>
          </p:cNvSpPr>
          <p:nvPr>
            <p:ph type="body" idx="1"/>
          </p:nvPr>
        </p:nvSpPr>
        <p:spPr>
          <a:xfrm>
            <a:off x="457200" y="1646234"/>
            <a:ext cx="8229600" cy="52117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Nível de Corpo Um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Nível de Corpo Dois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Nível de Corpo Três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Nível de Corpo Quatro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Nível de Corpo Cinco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53975" indent="-53975" algn="r">
        <a:defRPr sz="4600">
          <a:solidFill>
            <a:srgbClr val="E7EACB"/>
          </a:solidFill>
          <a:latin typeface="Rockwell"/>
          <a:ea typeface="Rockwell"/>
          <a:cs typeface="Rockwell"/>
          <a:sym typeface="Rockwell"/>
        </a:defRPr>
      </a:lvl1pPr>
      <a:lvl2pPr marL="53975" indent="-53975" algn="r">
        <a:defRPr sz="4600">
          <a:solidFill>
            <a:srgbClr val="E7EACB"/>
          </a:solidFill>
          <a:latin typeface="Rockwell"/>
          <a:ea typeface="Rockwell"/>
          <a:cs typeface="Rockwell"/>
          <a:sym typeface="Rockwell"/>
        </a:defRPr>
      </a:lvl2pPr>
      <a:lvl3pPr marL="53975" indent="-53975" algn="r">
        <a:defRPr sz="4600">
          <a:solidFill>
            <a:srgbClr val="E7EACB"/>
          </a:solidFill>
          <a:latin typeface="Rockwell"/>
          <a:ea typeface="Rockwell"/>
          <a:cs typeface="Rockwell"/>
          <a:sym typeface="Rockwell"/>
        </a:defRPr>
      </a:lvl3pPr>
      <a:lvl4pPr marL="53975" indent="-53975" algn="r">
        <a:defRPr sz="4600">
          <a:solidFill>
            <a:srgbClr val="E7EACB"/>
          </a:solidFill>
          <a:latin typeface="Rockwell"/>
          <a:ea typeface="Rockwell"/>
          <a:cs typeface="Rockwell"/>
          <a:sym typeface="Rockwell"/>
        </a:defRPr>
      </a:lvl4pPr>
      <a:lvl5pPr marL="53975" indent="-53975" algn="r">
        <a:defRPr sz="4600">
          <a:solidFill>
            <a:srgbClr val="E7EACB"/>
          </a:solidFill>
          <a:latin typeface="Rockwell"/>
          <a:ea typeface="Rockwell"/>
          <a:cs typeface="Rockwell"/>
          <a:sym typeface="Rockwell"/>
        </a:defRPr>
      </a:lvl5pPr>
      <a:lvl6pPr marL="53975" algn="r">
        <a:defRPr sz="4600">
          <a:solidFill>
            <a:srgbClr val="E7EACB"/>
          </a:solidFill>
          <a:latin typeface="Rockwell"/>
          <a:ea typeface="Rockwell"/>
          <a:cs typeface="Rockwell"/>
          <a:sym typeface="Rockwell"/>
        </a:defRPr>
      </a:lvl6pPr>
      <a:lvl7pPr marL="53975" algn="r">
        <a:defRPr sz="4600">
          <a:solidFill>
            <a:srgbClr val="E7EACB"/>
          </a:solidFill>
          <a:latin typeface="Rockwell"/>
          <a:ea typeface="Rockwell"/>
          <a:cs typeface="Rockwell"/>
          <a:sym typeface="Rockwell"/>
        </a:defRPr>
      </a:lvl7pPr>
      <a:lvl8pPr marL="53975" algn="r">
        <a:defRPr sz="4600">
          <a:solidFill>
            <a:srgbClr val="E7EACB"/>
          </a:solidFill>
          <a:latin typeface="Rockwell"/>
          <a:ea typeface="Rockwell"/>
          <a:cs typeface="Rockwell"/>
          <a:sym typeface="Rockwell"/>
        </a:defRPr>
      </a:lvl8pPr>
      <a:lvl9pPr marL="53975" algn="r">
        <a:defRPr sz="4600">
          <a:solidFill>
            <a:srgbClr val="E7EACB"/>
          </a:solidFill>
          <a:latin typeface="Rockwell"/>
          <a:ea typeface="Rockwell"/>
          <a:cs typeface="Rockwell"/>
          <a:sym typeface="Rockwell"/>
        </a:defRPr>
      </a:lvl9pPr>
    </p:titleStyle>
    <p:bodyStyle>
      <a:lvl1pPr marL="292100" indent="-292100">
        <a:buClr>
          <a:srgbClr val="72A376"/>
        </a:buClr>
        <a:buSzPct val="70000"/>
        <a:buFont typeface="Wingdings 2"/>
        <a:buChar char="●"/>
        <a:defRPr sz="3200">
          <a:solidFill>
            <a:srgbClr val="FFFFFF"/>
          </a:solidFill>
          <a:latin typeface="Rockwell"/>
          <a:ea typeface="Rockwell"/>
          <a:cs typeface="Rockwell"/>
          <a:sym typeface="Rockwell"/>
        </a:defRPr>
      </a:lvl1pPr>
      <a:lvl2pPr marL="692516" indent="-281353">
        <a:buClr>
          <a:srgbClr val="72A376"/>
        </a:buClr>
        <a:buSzPct val="90000"/>
        <a:buFont typeface="Wingdings 2"/>
        <a:buChar char="•"/>
        <a:defRPr sz="3200">
          <a:solidFill>
            <a:srgbClr val="FFFFFF"/>
          </a:solidFill>
          <a:latin typeface="Rockwell"/>
          <a:ea typeface="Rockwell"/>
          <a:cs typeface="Rockwell"/>
          <a:sym typeface="Rockwell"/>
        </a:defRPr>
      </a:lvl2pPr>
      <a:lvl3pPr marL="896868" indent="-265043">
        <a:buClr>
          <a:srgbClr val="72A376"/>
        </a:buClr>
        <a:buSzPct val="100000"/>
        <a:buFont typeface="Wingdings 2"/>
        <a:buChar char="●"/>
        <a:defRPr sz="3200">
          <a:solidFill>
            <a:srgbClr val="FFFFFF"/>
          </a:solidFill>
          <a:latin typeface="Rockwell"/>
          <a:ea typeface="Rockwell"/>
          <a:cs typeface="Rockwell"/>
          <a:sym typeface="Rockwell"/>
        </a:defRPr>
      </a:lvl3pPr>
      <a:lvl4pPr marL="1114425" indent="-292100">
        <a:buClr>
          <a:srgbClr val="72A376"/>
        </a:buClr>
        <a:buSzPct val="100000"/>
        <a:buFont typeface="Wingdings 2"/>
        <a:buChar char="●"/>
        <a:defRPr sz="3200">
          <a:solidFill>
            <a:srgbClr val="FFFFFF"/>
          </a:solidFill>
          <a:latin typeface="Rockwell"/>
          <a:ea typeface="Rockwell"/>
          <a:cs typeface="Rockwell"/>
          <a:sym typeface="Rockwell"/>
        </a:defRPr>
      </a:lvl4pPr>
      <a:lvl5pPr marL="1312360" indent="-307472">
        <a:buClr>
          <a:srgbClr val="72A376"/>
        </a:buClr>
        <a:buSzPct val="100000"/>
        <a:buFont typeface="Wingdings 2"/>
        <a:buChar char="●"/>
        <a:defRPr sz="3200">
          <a:solidFill>
            <a:srgbClr val="FFFFFF"/>
          </a:solidFill>
          <a:latin typeface="Rockwell"/>
          <a:ea typeface="Rockwell"/>
          <a:cs typeface="Rockwell"/>
          <a:sym typeface="Rockwell"/>
        </a:defRPr>
      </a:lvl5pPr>
      <a:lvl6pPr marL="1769560" indent="-307472">
        <a:buClr>
          <a:srgbClr val="72A376"/>
        </a:buClr>
        <a:buSzPct val="100000"/>
        <a:buFont typeface="Wingdings 2"/>
        <a:buChar char="•"/>
        <a:defRPr sz="3200">
          <a:solidFill>
            <a:srgbClr val="FFFFFF"/>
          </a:solidFill>
          <a:latin typeface="Rockwell"/>
          <a:ea typeface="Rockwell"/>
          <a:cs typeface="Rockwell"/>
          <a:sym typeface="Rockwell"/>
        </a:defRPr>
      </a:lvl6pPr>
      <a:lvl7pPr marL="2226760" indent="-307471">
        <a:buClr>
          <a:srgbClr val="72A376"/>
        </a:buClr>
        <a:buSzPct val="100000"/>
        <a:buFont typeface="Wingdings 2"/>
        <a:buChar char="•"/>
        <a:defRPr sz="3200">
          <a:solidFill>
            <a:srgbClr val="FFFFFF"/>
          </a:solidFill>
          <a:latin typeface="Rockwell"/>
          <a:ea typeface="Rockwell"/>
          <a:cs typeface="Rockwell"/>
          <a:sym typeface="Rockwell"/>
        </a:defRPr>
      </a:lvl7pPr>
      <a:lvl8pPr marL="2683960" indent="-307471">
        <a:buClr>
          <a:srgbClr val="72A376"/>
        </a:buClr>
        <a:buSzPct val="100000"/>
        <a:buFont typeface="Wingdings 2"/>
        <a:buChar char="•"/>
        <a:defRPr sz="3200">
          <a:solidFill>
            <a:srgbClr val="FFFFFF"/>
          </a:solidFill>
          <a:latin typeface="Rockwell"/>
          <a:ea typeface="Rockwell"/>
          <a:cs typeface="Rockwell"/>
          <a:sym typeface="Rockwell"/>
        </a:defRPr>
      </a:lvl8pPr>
      <a:lvl9pPr marL="3141160" indent="-307471">
        <a:buClr>
          <a:srgbClr val="72A376"/>
        </a:buClr>
        <a:buSzPct val="100000"/>
        <a:buFont typeface="Wingdings 2"/>
        <a:buChar char="•"/>
        <a:defRPr sz="3200">
          <a:solidFill>
            <a:srgbClr val="FFFFFF"/>
          </a:solidFill>
          <a:latin typeface="Rockwell"/>
          <a:ea typeface="Rockwell"/>
          <a:cs typeface="Rockwell"/>
          <a:sym typeface="Rockwell"/>
        </a:defRPr>
      </a:lvl9pPr>
    </p:bodyStyle>
    <p:otherStyle>
      <a:lvl1pPr algn="r">
        <a:defRPr sz="1600">
          <a:solidFill>
            <a:schemeClr val="tx1"/>
          </a:solidFill>
          <a:latin typeface="+mn-lt"/>
          <a:ea typeface="+mn-ea"/>
          <a:cs typeface="+mn-cs"/>
          <a:sym typeface="Rockwell"/>
        </a:defRPr>
      </a:lvl1pPr>
      <a:lvl2pPr algn="r">
        <a:defRPr sz="1600">
          <a:solidFill>
            <a:schemeClr val="tx1"/>
          </a:solidFill>
          <a:latin typeface="+mn-lt"/>
          <a:ea typeface="+mn-ea"/>
          <a:cs typeface="+mn-cs"/>
          <a:sym typeface="Rockwell"/>
        </a:defRPr>
      </a:lvl2pPr>
      <a:lvl3pPr algn="r">
        <a:defRPr sz="1600">
          <a:solidFill>
            <a:schemeClr val="tx1"/>
          </a:solidFill>
          <a:latin typeface="+mn-lt"/>
          <a:ea typeface="+mn-ea"/>
          <a:cs typeface="+mn-cs"/>
          <a:sym typeface="Rockwell"/>
        </a:defRPr>
      </a:lvl3pPr>
      <a:lvl4pPr algn="r">
        <a:defRPr sz="1600">
          <a:solidFill>
            <a:schemeClr val="tx1"/>
          </a:solidFill>
          <a:latin typeface="+mn-lt"/>
          <a:ea typeface="+mn-ea"/>
          <a:cs typeface="+mn-cs"/>
          <a:sym typeface="Rockwell"/>
        </a:defRPr>
      </a:lvl4pPr>
      <a:lvl5pPr algn="r">
        <a:defRPr sz="1600">
          <a:solidFill>
            <a:schemeClr val="tx1"/>
          </a:solidFill>
          <a:latin typeface="+mn-lt"/>
          <a:ea typeface="+mn-ea"/>
          <a:cs typeface="+mn-cs"/>
          <a:sym typeface="Rockwell"/>
        </a:defRPr>
      </a:lvl5pPr>
      <a:lvl6pPr algn="r">
        <a:defRPr sz="1600">
          <a:solidFill>
            <a:schemeClr val="tx1"/>
          </a:solidFill>
          <a:latin typeface="+mn-lt"/>
          <a:ea typeface="+mn-ea"/>
          <a:cs typeface="+mn-cs"/>
          <a:sym typeface="Rockwell"/>
        </a:defRPr>
      </a:lvl6pPr>
      <a:lvl7pPr algn="r">
        <a:defRPr sz="1600">
          <a:solidFill>
            <a:schemeClr val="tx1"/>
          </a:solidFill>
          <a:latin typeface="+mn-lt"/>
          <a:ea typeface="+mn-ea"/>
          <a:cs typeface="+mn-cs"/>
          <a:sym typeface="Rockwell"/>
        </a:defRPr>
      </a:lvl7pPr>
      <a:lvl8pPr algn="r">
        <a:defRPr sz="1600">
          <a:solidFill>
            <a:schemeClr val="tx1"/>
          </a:solidFill>
          <a:latin typeface="+mn-lt"/>
          <a:ea typeface="+mn-ea"/>
          <a:cs typeface="+mn-cs"/>
          <a:sym typeface="Rockwell"/>
        </a:defRPr>
      </a:lvl8pPr>
      <a:lvl9pPr algn="r">
        <a:defRPr sz="1600">
          <a:solidFill>
            <a:schemeClr val="tx1"/>
          </a:solidFill>
          <a:latin typeface="+mn-lt"/>
          <a:ea typeface="+mn-ea"/>
          <a:cs typeface="+mn-cs"/>
          <a:sym typeface="Rockwel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ed.com/talks/pranav_mistry_the_thrilling_potential_of_sixthsense_technology.html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ed.com/talks/pranav_mistry_the_thrilling_potential_of_sixthsense_technology.html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ed.com/talks/pranav_mistry_the_thrilling_potential_of_sixthsense_technology.html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ed.com/talks/pranav_mistry_the_thrilling_potential_of_sixthsense_technology.html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ed.com/talks/pranav_mistry_the_thrilling_potential_of_sixthsense_technology.html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ed.com/talks/pranav_mistry_the_thrilling_potential_of_sixthsense_technology.html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ed.com/talks/pranav_mistry_the_thrilling_potential_of_sixthsense_technology.html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ed.com/talks/pranav_mistry_the_thrilling_potential_of_sixthsense_technology.html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ed.com/talks/pranav_mistry_the_thrilling_potential_of_sixthsense_technology.html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ed.com/talks/pranav_mistry_the_thrilling_potential_of_sixthsense_technology.html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ed.com/talks/pranav_mistry_the_thrilling_potential_of_sixthsense_technology.html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ed.com/talks/pranav_mistry_the_thrilling_potential_of_sixthsense_technology.html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ed.com/talks/pranav_mistry_the_thrilling_potential_of_sixthsense_technology.html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ed.com/talks/pranav_mistry_the_thrilling_potential_of_sixthsense_technology.html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ed.com/talks/pranav_mistry_the_thrilling_potential_of_sixthsense_technology.html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ed.com/talks/pranav_mistry_the_thrilling_potential_of_sixthsense_technology.html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ed.com/talks/pranav_mistry_the_thrilling_potential_of_sixthsense_technology.html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ed.com/talks/pranav_mistry_the_thrilling_potential_of_sixthsense_technology.html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ed.com/talks/pranav_mistry_the_thrilling_potential_of_sixthsense_technology.html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ed.com/talks/pranav_mistry_the_thrilling_potential_of_sixthsense_technology.html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ed.com/talks/pranav_mistry_the_thrilling_potential_of_sixthsense_technology.html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ed.com/talks/pranav_mistry_the_thrilling_potential_of_sixthsense_technology.html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ed.com/talks/pranav_mistry_the_thrilling_potential_of_sixthsense_technology.html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ed.com/talks/pranav_mistry_the_thrilling_potential_of_sixthsense_technology.html" TargetMode="Externa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ed.com/talks/pranav_mistry_the_thrilling_potential_of_sixthsense_technology.html" TargetMode="Externa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ed.com/talks/pranav_mistry_the_thrilling_potential_of_sixthsense_technology.html" TargetMode="Externa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ed.com/talks/pranav_mistry_the_thrilling_potential_of_sixthsense_technology.html" TargetMode="Externa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ed.com/talks/pranav_mistry_the_thrilling_potential_of_sixthsense_technology.html" TargetMode="Externa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ed.com/talks/pranav_mistry_the_thrilling_potential_of_sixthsense_technology.html" TargetMode="Externa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ed.com/talks/pranav_mistry_the_thrilling_potential_of_sixthsense_technology.html" TargetMode="Externa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ed.com/talks/pranav_mistry_the_thrilling_potential_of_sixthsense_technology.html" TargetMode="Externa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ed.com/talks/pranav_mistry_the_thrilling_potential_of_sixthsense_technology.html" TargetMode="External"/><Relationship Id="rId7" Type="http://schemas.openxmlformats.org/officeDocument/2006/relationships/hyperlink" Target="http://www.sbgc.org.br/" TargetMode="Externa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www.scielo.br/pdf/ci/v33n2/a15v33n2.pdf" TargetMode="External"/><Relationship Id="rId5" Type="http://schemas.openxmlformats.org/officeDocument/2006/relationships/hyperlink" Target="http://www.espacoacademico.com.br/058/58silvafilho.htm" TargetMode="External"/><Relationship Id="rId4" Type="http://schemas.openxmlformats.org/officeDocument/2006/relationships/hyperlink" Target="http://www.cgee.org.br/arquivos/pro0202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image3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463550" y="377825"/>
            <a:ext cx="8235950" cy="2298700"/>
          </a:xfrm>
          <a:prstGeom prst="rect">
            <a:avLst/>
          </a:prstGeom>
          <a:ln w="12700">
            <a:miter lim="400000"/>
          </a:ln>
        </p:spPr>
      </p:pic>
      <p:sp>
        <p:nvSpPr>
          <p:cNvPr id="50" name="Shape 50"/>
          <p:cNvSpPr/>
          <p:nvPr/>
        </p:nvSpPr>
        <p:spPr>
          <a:xfrm>
            <a:off x="3286125" y="3000374"/>
            <a:ext cx="2714625" cy="383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18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FFFFFF"/>
                </a:solidFill>
              </a:rPr>
              <a:t>Knowledge Management</a:t>
            </a:r>
          </a:p>
        </p:txBody>
      </p:sp>
      <p:sp>
        <p:nvSpPr>
          <p:cNvPr id="51" name="Shape 51"/>
          <p:cNvSpPr>
            <a:spLocks noGrp="1"/>
          </p:cNvSpPr>
          <p:nvPr>
            <p:ph type="sldNum" sz="quarter" idx="2"/>
          </p:nvPr>
        </p:nvSpPr>
        <p:spPr>
          <a:xfrm>
            <a:off x="8639175" y="6479697"/>
            <a:ext cx="463550" cy="33274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defTabSz="868680">
              <a:defRPr sz="15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500">
                <a:solidFill>
                  <a:srgbClr val="DFE0D4"/>
                </a:solidFill>
              </a:rPr>
              <a:t>1</a:t>
            </a:fld>
            <a:endParaRPr sz="1500">
              <a:solidFill>
                <a:srgbClr val="DFE0D4"/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e4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12725" y="212725"/>
            <a:ext cx="8540750" cy="823913"/>
          </a:xfrm>
          <a:prstGeom prst="rect">
            <a:avLst/>
          </a:prstGeom>
          <a:ln w="12700">
            <a:miter lim="400000"/>
          </a:ln>
        </p:spPr>
      </p:pic>
      <p:sp>
        <p:nvSpPr>
          <p:cNvPr id="54" name="Shape 54"/>
          <p:cNvSpPr/>
          <p:nvPr/>
        </p:nvSpPr>
        <p:spPr>
          <a:xfrm>
            <a:off x="571500" y="1928809"/>
            <a:ext cx="8143875" cy="383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8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Rockwell"/>
                <a:ea typeface="Rockwell"/>
                <a:cs typeface="Rockwell"/>
                <a:sym typeface="Rockwell"/>
                <a:hlinkClick r:id="rId3"/>
              </a:defRPr>
            </a:lvl1pPr>
          </a:lstStyle>
          <a:p>
            <a:pPr lvl="0"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 </a:t>
            </a:r>
          </a:p>
        </p:txBody>
      </p:sp>
      <p:pic>
        <p:nvPicPr>
          <p:cNvPr id="55" name="image5.png" descr="Revoluções"/>
          <p:cNvPicPr/>
          <p:nvPr/>
        </p:nvPicPr>
        <p:blipFill>
          <a:blip r:embed="rId4"/>
          <a:stretch>
            <a:fillRect/>
          </a:stretch>
        </p:blipFill>
        <p:spPr>
          <a:xfrm>
            <a:off x="539750" y="2292350"/>
            <a:ext cx="8064500" cy="372903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image4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12725" y="212725"/>
            <a:ext cx="8540750" cy="823913"/>
          </a:xfrm>
          <a:prstGeom prst="rect">
            <a:avLst/>
          </a:prstGeom>
          <a:ln w="12700">
            <a:miter lim="400000"/>
          </a:ln>
        </p:spPr>
      </p:pic>
      <p:sp>
        <p:nvSpPr>
          <p:cNvPr id="58" name="Shape 58"/>
          <p:cNvSpPr/>
          <p:nvPr/>
        </p:nvSpPr>
        <p:spPr>
          <a:xfrm>
            <a:off x="571500" y="1928809"/>
            <a:ext cx="8143875" cy="383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8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Rockwell"/>
                <a:ea typeface="Rockwell"/>
                <a:cs typeface="Rockwell"/>
                <a:sym typeface="Rockwell"/>
                <a:hlinkClick r:id="rId3"/>
              </a:defRPr>
            </a:lvl1pPr>
          </a:lstStyle>
          <a:p>
            <a:pPr lvl="0"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 </a:t>
            </a:r>
          </a:p>
        </p:txBody>
      </p:sp>
      <p:graphicFrame>
        <p:nvGraphicFramePr>
          <p:cNvPr id="59" name="Table 59"/>
          <p:cNvGraphicFramePr/>
          <p:nvPr/>
        </p:nvGraphicFramePr>
        <p:xfrm>
          <a:off x="468312" y="1844675"/>
          <a:ext cx="8229595" cy="4095748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6462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62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0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8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542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7550">
                <a:tc>
                  <a:txBody>
                    <a:bodyPr/>
                    <a:lstStyle/>
                    <a:p>
                      <a:pPr lvl="0" algn="ctr">
                        <a:spcBef>
                          <a:spcPts val="600"/>
                        </a:spcBef>
                        <a:defRPr sz="1800" b="0" i="0"/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Avenir Roman"/>
                        </a:rPr>
                        <a:t>1920</a:t>
                      </a:r>
                    </a:p>
                  </a:txBody>
                  <a:tcPr marL="45720" marR="45720" anchor="ctr" horzOverflow="overflow">
                    <a:lnL w="28575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28575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600"/>
                        </a:spcBef>
                        <a:defRPr sz="1800" b="0" i="0"/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Avenir Roman"/>
                        </a:rPr>
                        <a:t>1950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28575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600"/>
                        </a:spcBef>
                        <a:defRPr sz="1800" b="0" i="0"/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Avenir Roman"/>
                        </a:rPr>
                        <a:t>1970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28575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600"/>
                        </a:spcBef>
                        <a:defRPr sz="1800" b="0" i="0"/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Avenir Roman"/>
                        </a:rPr>
                        <a:t>1990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28575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600"/>
                        </a:spcBef>
                        <a:defRPr sz="1800" b="0" i="0"/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Avenir Roman"/>
                        </a:rPr>
                        <a:t>2000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28575">
                      <a:solidFill>
                        <a:srgbClr val="FFFFFF"/>
                      </a:solidFill>
                      <a:round/>
                    </a:lnR>
                    <a:lnT w="28575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8975">
                <a:tc>
                  <a:txBody>
                    <a:bodyPr/>
                    <a:lstStyle/>
                    <a:p>
                      <a:pPr lvl="0" algn="ctr">
                        <a:spcBef>
                          <a:spcPts val="300"/>
                        </a:spcBef>
                        <a:defRPr sz="1800" b="0" i="0"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Era da Produ</a:t>
                      </a:r>
                      <a:r>
                        <a:rPr sz="1400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Avenir Roman"/>
                        </a:rPr>
                        <a:t>ç</a:t>
                      </a: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ão</a:t>
                      </a:r>
                      <a:br>
                        <a:rPr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 Massa</a:t>
                      </a:r>
                    </a:p>
                  </a:txBody>
                  <a:tcPr marL="45720" marR="45720" anchor="ctr" horzOverflow="overflow">
                    <a:lnL w="28575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 sz="1800" b="0" i="0"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Era da Eficiência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300"/>
                        </a:spcBef>
                        <a:defRPr sz="1800" b="0" i="0"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Era da Qualidade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300"/>
                        </a:spcBef>
                        <a:defRPr sz="1800" b="0" i="0"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Era da Competitividade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300"/>
                        </a:spcBef>
                        <a:defRPr sz="1800" b="0" i="0"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Era da Informa</a:t>
                      </a:r>
                      <a:r>
                        <a:rPr sz="1400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Avenir Roman"/>
                        </a:rPr>
                        <a:t>ç</a:t>
                      </a: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ão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28575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0587">
                <a:tc gridSpan="2">
                  <a:txBody>
                    <a:bodyPr/>
                    <a:lstStyle/>
                    <a:p>
                      <a:pPr lvl="0" algn="ctr">
                        <a:defRPr sz="1800" b="0" i="0"/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Modelos Tradicionais               de Gestão</a:t>
                      </a:r>
                    </a:p>
                  </a:txBody>
                  <a:tcPr marL="45720" marR="45720" anchor="ctr" horzOverflow="overflow">
                    <a:lnL w="28575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vl="0" algn="ctr">
                        <a:defRPr sz="1800" b="0" i="0"/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Novos Modelos de Gestão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defRPr sz="1800" b="0" i="0"/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Modelos Emergentes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28575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8636">
                <a:tc>
                  <a:txBody>
                    <a:bodyPr/>
                    <a:lstStyle/>
                    <a:p>
                      <a:pPr lvl="0" algn="l">
                        <a:buClr>
                          <a:srgbClr val="FFFFFF"/>
                        </a:buClr>
                        <a:buSzPct val="100000"/>
                        <a:buFont typeface="Times New Roman"/>
                        <a:buChar char="•"/>
                        <a:defRPr sz="1800" b="0" i="0"/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Administra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Avenir Roman"/>
                        </a:rPr>
                        <a:t>ç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ão   cient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Avenir Roman"/>
                        </a:rPr>
                        <a:t>í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fica</a:t>
                      </a:r>
                      <a:endParaRPr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lvl="0" algn="l">
                        <a:buClr>
                          <a:srgbClr val="FFFFFF"/>
                        </a:buClr>
                        <a:buSzPct val="100000"/>
                        <a:buFont typeface="Times New Roman"/>
                        <a:buChar char="•"/>
                        <a:defRPr sz="1800" b="0" i="0"/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Administra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Avenir Roman"/>
                        </a:rPr>
                        <a:t>ç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ão das rela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Avenir Roman"/>
                        </a:rPr>
                        <a:t>ç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ões humanas</a:t>
                      </a:r>
                    </a:p>
                  </a:txBody>
                  <a:tcPr marL="45720" marR="45720" anchor="ctr" horzOverflow="overflow">
                    <a:lnL w="28575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28575">
                      <a:solidFill>
                        <a:srgbClr val="FFFFFF"/>
                      </a:solidFill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Clr>
                          <a:srgbClr val="FFFFFF"/>
                        </a:buClr>
                        <a:buSzPct val="100000"/>
                        <a:buFont typeface="Times New Roman"/>
                        <a:buChar char="•"/>
                        <a:defRPr sz="1800" b="0" i="0"/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Administra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Avenir Roman"/>
                        </a:rPr>
                        <a:t>ç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ão   burocr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Avenir Roman"/>
                        </a:rPr>
                        <a:t>á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tica</a:t>
                      </a:r>
                      <a:endParaRPr>
                        <a:solidFill>
                          <a:srgbClr val="FFFFFF"/>
                        </a:solidFill>
                        <a:latin typeface="+mj-lt"/>
                        <a:ea typeface="+mj-ea"/>
                        <a:cs typeface="+mj-cs"/>
                        <a:sym typeface="Avenir Roman"/>
                      </a:endParaRPr>
                    </a:p>
                    <a:p>
                      <a:pPr lvl="0" algn="l">
                        <a:buClr>
                          <a:srgbClr val="FFFFFF"/>
                        </a:buClr>
                        <a:buSzPct val="100000"/>
                        <a:buFont typeface="Times New Roman"/>
                        <a:buChar char="•"/>
                        <a:defRPr sz="1800" b="0" i="0"/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Outros modelos tradicionais da Administra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Avenir Roman"/>
                        </a:rPr>
                        <a:t>ç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ão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28575">
                      <a:solidFill>
                        <a:srgbClr val="FFFFFF"/>
                      </a:solidFill>
                      <a:round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lvl="0" algn="l">
                        <a:spcBef>
                          <a:spcPts val="300"/>
                        </a:spcBef>
                        <a:buClr>
                          <a:srgbClr val="FFFFFF"/>
                        </a:buClr>
                        <a:buSzPct val="100000"/>
                        <a:buFont typeface="Trebuchet MS"/>
                        <a:buChar char="•"/>
                        <a:defRPr sz="1800" b="0" i="0"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Administra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Avenir Roman"/>
                        </a:rPr>
                        <a:t>ç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ão japonesa</a:t>
                      </a:r>
                      <a:endParaRPr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lvl="0" algn="l">
                        <a:spcBef>
                          <a:spcPts val="300"/>
                        </a:spcBef>
                        <a:buClr>
                          <a:srgbClr val="FFFFFF"/>
                        </a:buClr>
                        <a:buSzPct val="100000"/>
                        <a:buFont typeface="Trebuchet MS"/>
                        <a:buChar char="•"/>
                        <a:defRPr sz="1800" b="0" i="0"/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Administra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Avenir Roman"/>
                        </a:rPr>
                        <a:t>ç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ão participativa</a:t>
                      </a:r>
                      <a:endParaRPr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lvl="0" algn="l">
                        <a:spcBef>
                          <a:spcPts val="300"/>
                        </a:spcBef>
                        <a:buClr>
                          <a:srgbClr val="FFFFFF"/>
                        </a:buClr>
                        <a:buSzPct val="100000"/>
                        <a:buFont typeface="Trebuchet MS"/>
                        <a:buChar char="•"/>
                        <a:defRPr sz="1800" b="0" i="0"/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Administra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Avenir Roman"/>
                        </a:rPr>
                        <a:t>ç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ão empreendedora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28575">
                      <a:solidFill>
                        <a:srgbClr val="FFFFFF"/>
                      </a:solidFill>
                      <a:round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Clr>
                          <a:srgbClr val="FFFFFF"/>
                        </a:buClr>
                        <a:buSzPct val="100000"/>
                        <a:buFont typeface="Times New Roman"/>
                        <a:buChar char="•"/>
                        <a:defRPr sz="1800" b="0" i="0"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Gestão do Conhecimento</a:t>
                      </a:r>
                      <a:endParaRPr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lvl="0" algn="l">
                        <a:buClr>
                          <a:srgbClr val="FFFFFF"/>
                        </a:buClr>
                        <a:buSzPct val="100000"/>
                        <a:buFont typeface="Times New Roman"/>
                        <a:buChar char="•"/>
                        <a:defRPr sz="1800" b="0" i="0"/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Empresa virtual</a:t>
                      </a:r>
                      <a:endParaRPr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lvl="0" algn="l">
                        <a:buClr>
                          <a:srgbClr val="FFFFFF"/>
                        </a:buClr>
                        <a:buSzPct val="100000"/>
                        <a:buFont typeface="Times New Roman"/>
                        <a:buChar char="•"/>
                        <a:defRPr sz="1800" b="0" i="0"/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Modelos biol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Avenir Roman"/>
                        </a:rPr>
                        <a:t>ó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gicos / quânticos / teoria do caos / complexidade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28575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28575">
                      <a:solidFill>
                        <a:srgbClr val="FFFFFF"/>
                      </a:solidFill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1" animBg="1" advAuto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image6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12725" y="212725"/>
            <a:ext cx="8540750" cy="823913"/>
          </a:xfrm>
          <a:prstGeom prst="rect">
            <a:avLst/>
          </a:prstGeom>
          <a:ln w="12700">
            <a:miter lim="400000"/>
          </a:ln>
        </p:spPr>
      </p:pic>
      <p:sp>
        <p:nvSpPr>
          <p:cNvPr id="62" name="Shape 62"/>
          <p:cNvSpPr/>
          <p:nvPr/>
        </p:nvSpPr>
        <p:spPr>
          <a:xfrm>
            <a:off x="571500" y="1928809"/>
            <a:ext cx="8143875" cy="383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8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Rockwell"/>
                <a:ea typeface="Rockwell"/>
                <a:cs typeface="Rockwell"/>
                <a:sym typeface="Rockwell"/>
                <a:hlinkClick r:id="rId3"/>
              </a:defRPr>
            </a:lvl1pPr>
          </a:lstStyle>
          <a:p>
            <a:pPr lvl="0"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 </a:t>
            </a:r>
          </a:p>
        </p:txBody>
      </p:sp>
      <p:sp>
        <p:nvSpPr>
          <p:cNvPr id="63" name="Shape 63"/>
          <p:cNvSpPr/>
          <p:nvPr/>
        </p:nvSpPr>
        <p:spPr>
          <a:xfrm>
            <a:off x="428626" y="1410360"/>
            <a:ext cx="8286750" cy="544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 lvl="0" algn="l">
              <a:defRPr sz="1800"/>
            </a:pPr>
            <a:r>
              <a:rPr sz="2300" b="1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Conhecimento</a:t>
            </a:r>
            <a:r>
              <a:rPr sz="2300" b="1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: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é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o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ato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ou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efeito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de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abstrair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idéia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ou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noção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de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alguma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coisa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. </a:t>
            </a:r>
            <a:r>
              <a:rPr sz="2000" b="1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Informação</a:t>
            </a:r>
            <a:r>
              <a:rPr sz="2000" b="1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interpretada</a:t>
            </a:r>
            <a:r>
              <a:rPr sz="2000" b="1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. </a:t>
            </a:r>
            <a:endParaRPr sz="2300" b="1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 algn="l">
              <a:defRPr sz="1800"/>
            </a:pPr>
            <a:endParaRPr sz="2300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 algn="l">
              <a:defRPr sz="1800"/>
            </a:pPr>
            <a:r>
              <a:rPr sz="2300" b="1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Tácito</a:t>
            </a:r>
            <a:r>
              <a:rPr sz="2300" b="1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:</a:t>
            </a:r>
            <a:r>
              <a:rPr lang="pt-BR" sz="2300" b="1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natureza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subjetiva,de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difícil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comunicação,transmissão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e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aprendizagem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.</a:t>
            </a:r>
            <a:r>
              <a:rPr lang="pt-BR"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Ex. ensinar a andar de bicicleta, sem ter uma bicicleta. Não existe um manual de aprendizagem.</a:t>
            </a:r>
            <a:endParaRPr sz="2300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 algn="l">
              <a:defRPr sz="1800"/>
            </a:pPr>
            <a:endParaRPr sz="2300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 algn="l">
              <a:defRPr sz="1800"/>
            </a:pPr>
            <a:r>
              <a:rPr sz="2300" b="1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Explícito</a:t>
            </a:r>
            <a:r>
              <a:rPr sz="2300" b="1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: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tangível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,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visível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, de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natureza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objetiva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, de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fácil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	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comunicação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e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armazenamento,podendo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ser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mostrado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através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de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palavras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,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fórmulas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, dados,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planilhas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, entre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outras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maneiras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.</a:t>
            </a:r>
          </a:p>
          <a:p>
            <a:pPr lvl="0" algn="just">
              <a:defRPr sz="1800"/>
            </a:pPr>
            <a:endParaRPr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defRPr sz="1800"/>
            </a:pPr>
            <a:endParaRPr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defRPr sz="1800"/>
            </a:pPr>
            <a:endParaRPr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defRPr sz="1800"/>
            </a:pPr>
            <a:endParaRPr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image6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12725" y="212725"/>
            <a:ext cx="8540750" cy="823913"/>
          </a:xfrm>
          <a:prstGeom prst="rect">
            <a:avLst/>
          </a:prstGeom>
          <a:ln w="12700">
            <a:miter lim="400000"/>
          </a:ln>
        </p:spPr>
      </p:pic>
      <p:sp>
        <p:nvSpPr>
          <p:cNvPr id="62" name="Shape 62"/>
          <p:cNvSpPr/>
          <p:nvPr/>
        </p:nvSpPr>
        <p:spPr>
          <a:xfrm>
            <a:off x="571500" y="1928809"/>
            <a:ext cx="8143875" cy="383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8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Rockwell"/>
                <a:ea typeface="Rockwell"/>
                <a:cs typeface="Rockwell"/>
                <a:sym typeface="Rockwell"/>
                <a:hlinkClick r:id="rId3"/>
              </a:defRPr>
            </a:lvl1pPr>
          </a:lstStyle>
          <a:p>
            <a:pPr lvl="0"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 </a:t>
            </a:r>
          </a:p>
        </p:txBody>
      </p:sp>
      <p:sp>
        <p:nvSpPr>
          <p:cNvPr id="63" name="Shape 63"/>
          <p:cNvSpPr/>
          <p:nvPr/>
        </p:nvSpPr>
        <p:spPr>
          <a:xfrm>
            <a:off x="428626" y="1410360"/>
            <a:ext cx="8286750" cy="54168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 algn="just">
              <a:defRPr sz="1800"/>
            </a:pPr>
            <a:r>
              <a:rPr lang="pt-BR" sz="18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Somos todos muito parecidos uns com os outros, ao mesmo tempo que somos extremamente diferentes. Um bom líder é aquele que sabe tirar bom proveito das diferentes inteligências de seus subordinados colocando cada pessoa no lugar que poderá ter o melhor desempenho, fazendo as coisas que são as melhores, diversificando os </a:t>
            </a:r>
            <a:r>
              <a:rPr lang="pt-BR" sz="20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conhecimentos</a:t>
            </a:r>
            <a:r>
              <a:rPr lang="pt-BR" sz="18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das equipes e tendo uma abrangência maior no mercado. </a:t>
            </a:r>
          </a:p>
          <a:p>
            <a:pPr lvl="0" algn="just">
              <a:defRPr sz="1800"/>
            </a:pPr>
            <a:endParaRPr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>
              <a:defRPr sz="1800"/>
            </a:pPr>
            <a:r>
              <a:rPr lang="pt-BR" sz="18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Poucas coisas na vida dependem de apenas um tipo de </a:t>
            </a:r>
            <a:r>
              <a:rPr lang="pt-BR" sz="20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conhecimento</a:t>
            </a:r>
            <a:r>
              <a:rPr lang="pt-BR" sz="18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: Um cozinheiro deve ter precisão com as facas, ler e interpretar as receitas, conhecer as unidades de medida e estar atento para não queimar o que está ao fogo; Um piloto de corrida deve ter reflexos rápidos, comunicar-se com a equipe de apoio em tempo real, deve ser capaz de calcular quantas voltas conseguirá dar com o combustível no tanque e conhecer a engenharia do carro que está pilotando. São diferentes áreas de </a:t>
            </a:r>
            <a:r>
              <a:rPr lang="pt-BR" sz="20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conhecimento</a:t>
            </a:r>
            <a:r>
              <a:rPr lang="pt-BR" sz="18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, mas nem o cozinheiro e nem o piloto são especialistas em matemática, estatística, gramática ou física, tal como, nenhum deles poderia trabalhar sozinho.</a:t>
            </a:r>
          </a:p>
          <a:p>
            <a:pPr lvl="0">
              <a:defRPr sz="1800"/>
            </a:pPr>
            <a:endParaRPr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defRPr sz="1800"/>
            </a:pPr>
            <a:endParaRPr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defRPr sz="1800"/>
            </a:pPr>
            <a:endParaRPr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  <p:extLst>
      <p:ext uri="{BB962C8B-B14F-4D97-AF65-F5344CB8AC3E}">
        <p14:creationId xmlns:p14="http://schemas.microsoft.com/office/powerpoint/2010/main" val="151883011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image7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12725" y="212725"/>
            <a:ext cx="8540750" cy="823913"/>
          </a:xfrm>
          <a:prstGeom prst="rect">
            <a:avLst/>
          </a:prstGeom>
          <a:ln w="12700">
            <a:miter lim="400000"/>
          </a:ln>
        </p:spPr>
      </p:pic>
      <p:sp>
        <p:nvSpPr>
          <p:cNvPr id="66" name="Shape 66"/>
          <p:cNvSpPr/>
          <p:nvPr/>
        </p:nvSpPr>
        <p:spPr>
          <a:xfrm>
            <a:off x="571500" y="1928809"/>
            <a:ext cx="8143875" cy="383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8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Rockwell"/>
                <a:ea typeface="Rockwell"/>
                <a:cs typeface="Rockwell"/>
                <a:sym typeface="Rockwell"/>
                <a:hlinkClick r:id="rId3"/>
              </a:defRPr>
            </a:lvl1pPr>
          </a:lstStyle>
          <a:p>
            <a:pPr lvl="0"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 </a:t>
            </a:r>
          </a:p>
        </p:txBody>
      </p:sp>
      <p:sp>
        <p:nvSpPr>
          <p:cNvPr id="67" name="Shape 67"/>
          <p:cNvSpPr/>
          <p:nvPr/>
        </p:nvSpPr>
        <p:spPr>
          <a:xfrm>
            <a:off x="428625" y="1413164"/>
            <a:ext cx="8072439" cy="5109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 lvl="0" algn="just">
              <a:defRPr sz="1800"/>
            </a:pPr>
            <a:r>
              <a:rPr sz="2300" b="1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Gestão</a:t>
            </a:r>
            <a:r>
              <a:rPr sz="2300" b="1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: 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um conjunto de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tarefas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que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procuram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garantir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a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eficácia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,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efetividade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de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todos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os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recursos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disponibilizados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pela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organização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afim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de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serem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atingidos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os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objetivos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pré-determinados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.</a:t>
            </a:r>
          </a:p>
          <a:p>
            <a:pPr lvl="0" algn="just">
              <a:defRPr sz="1800"/>
            </a:pPr>
            <a:endParaRPr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 algn="just">
              <a:defRPr sz="1800"/>
            </a:pPr>
            <a:endParaRPr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 algn="just">
              <a:defRPr sz="1800"/>
            </a:pPr>
            <a:endParaRPr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 algn="just">
              <a:defRPr sz="1800"/>
            </a:pPr>
            <a:endParaRPr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 algn="just">
              <a:defRPr sz="1800"/>
            </a:pPr>
            <a:endParaRPr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 algn="just">
              <a:defRPr sz="1800"/>
            </a:pPr>
            <a:endParaRPr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 algn="just">
              <a:defRPr sz="1800"/>
            </a:pPr>
            <a:endParaRPr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 algn="just">
              <a:defRPr sz="1800"/>
            </a:pPr>
            <a:endParaRPr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 algn="just">
              <a:defRPr sz="1800"/>
            </a:pPr>
            <a:endParaRPr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 algn="just">
              <a:defRPr sz="1800"/>
            </a:pPr>
            <a:endParaRPr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defRPr sz="1800"/>
            </a:pPr>
            <a:endParaRPr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defRPr sz="1800"/>
            </a:pPr>
            <a:endParaRPr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defRPr sz="1800"/>
            </a:pPr>
            <a:endParaRPr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68" name="image1.jpeg" descr="http://3.bp.blogspot.com/_hYlI7aYelkw/THBXN9cNK1I/AAAAAAAAABw/t3lQtKYcadI/s1600/gestao-do-conhecimento.jpg"/>
          <p:cNvPicPr/>
          <p:nvPr/>
        </p:nvPicPr>
        <p:blipFill>
          <a:blip r:embed="rId4"/>
          <a:stretch>
            <a:fillRect/>
          </a:stretch>
        </p:blipFill>
        <p:spPr>
          <a:xfrm>
            <a:off x="3286125" y="3286125"/>
            <a:ext cx="2000250" cy="239077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image8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12725" y="212725"/>
            <a:ext cx="8540750" cy="823913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hape 71"/>
          <p:cNvSpPr/>
          <p:nvPr/>
        </p:nvSpPr>
        <p:spPr>
          <a:xfrm>
            <a:off x="571500" y="1928809"/>
            <a:ext cx="8143875" cy="383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8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Rockwell"/>
                <a:ea typeface="Rockwell"/>
                <a:cs typeface="Rockwell"/>
                <a:sym typeface="Rockwell"/>
                <a:hlinkClick r:id="rId3"/>
              </a:defRPr>
            </a:lvl1pPr>
          </a:lstStyle>
          <a:p>
            <a:pPr lvl="0"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 </a:t>
            </a:r>
          </a:p>
        </p:txBody>
      </p:sp>
      <p:sp>
        <p:nvSpPr>
          <p:cNvPr id="72" name="Shape 72"/>
          <p:cNvSpPr/>
          <p:nvPr/>
        </p:nvSpPr>
        <p:spPr>
          <a:xfrm>
            <a:off x="571499" y="1857374"/>
            <a:ext cx="7929565" cy="1844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lvl="0" algn="just">
              <a:defRPr sz="1800"/>
            </a:pPr>
            <a:r>
              <a:rPr b="1">
                <a:solidFill>
                  <a:srgbClr val="FF0000"/>
                </a:solidFill>
                <a:latin typeface="Rockwell"/>
                <a:ea typeface="Rockwell"/>
                <a:cs typeface="Rockwell"/>
                <a:sym typeface="Rockwell"/>
              </a:rPr>
              <a:t>Gestão </a:t>
            </a:r>
            <a:r>
              <a:rPr b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do </a:t>
            </a:r>
            <a:r>
              <a:rPr b="1">
                <a:solidFill>
                  <a:srgbClr val="FF0000"/>
                </a:solidFill>
                <a:latin typeface="Rockwell"/>
                <a:ea typeface="Rockwell"/>
                <a:cs typeface="Rockwell"/>
                <a:sym typeface="Rockwell"/>
              </a:rPr>
              <a:t>Conhecimento</a:t>
            </a:r>
            <a:r>
              <a:rPr b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: </a:t>
            </a:r>
            <a:r>
              <a:rPr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garantir que todas as idéias / informações interpretadas sejam eficazes e efetivas para a organização.</a:t>
            </a:r>
            <a:endParaRPr b="1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defRPr sz="1800"/>
            </a:pPr>
            <a:endParaRPr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defRPr sz="1800"/>
            </a:pPr>
            <a:endParaRPr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defRPr sz="1800"/>
            </a:pPr>
            <a:endParaRPr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73" name="image2.jpeg" descr="http://www.espacoacademico.com.br/_bd.imagens/amsf-gestao.jpg"/>
          <p:cNvPicPr/>
          <p:nvPr/>
        </p:nvPicPr>
        <p:blipFill>
          <a:blip r:embed="rId4"/>
          <a:stretch>
            <a:fillRect/>
          </a:stretch>
        </p:blipFill>
        <p:spPr>
          <a:xfrm>
            <a:off x="1258784" y="2928934"/>
            <a:ext cx="5700155" cy="35193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image9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12725" y="212725"/>
            <a:ext cx="8540750" cy="823913"/>
          </a:xfrm>
          <a:prstGeom prst="rect">
            <a:avLst/>
          </a:prstGeom>
          <a:ln w="12700">
            <a:miter lim="400000"/>
          </a:ln>
        </p:spPr>
      </p:pic>
      <p:sp>
        <p:nvSpPr>
          <p:cNvPr id="76" name="Shape 76"/>
          <p:cNvSpPr/>
          <p:nvPr/>
        </p:nvSpPr>
        <p:spPr>
          <a:xfrm>
            <a:off x="571500" y="1928809"/>
            <a:ext cx="8143875" cy="383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8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Rockwell"/>
                <a:ea typeface="Rockwell"/>
                <a:cs typeface="Rockwell"/>
                <a:sym typeface="Rockwell"/>
                <a:hlinkClick r:id="rId3"/>
              </a:defRPr>
            </a:lvl1pPr>
          </a:lstStyle>
          <a:p>
            <a:pPr lvl="0"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 </a:t>
            </a:r>
          </a:p>
        </p:txBody>
      </p:sp>
      <p:sp>
        <p:nvSpPr>
          <p:cNvPr id="77" name="Shape 77"/>
          <p:cNvSpPr/>
          <p:nvPr/>
        </p:nvSpPr>
        <p:spPr>
          <a:xfrm>
            <a:off x="642936" y="1714499"/>
            <a:ext cx="7929565" cy="5124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lvl="0">
              <a:defRPr sz="1800"/>
            </a:pPr>
            <a:r>
              <a:rPr sz="20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• 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A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empresa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é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aquilo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que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conhece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e o modo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como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usa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o saber.</a:t>
            </a:r>
            <a:r>
              <a:rPr lang="pt-BR"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(as pessoas também)</a:t>
            </a:r>
            <a:endParaRPr sz="2300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defRPr sz="1800"/>
            </a:pPr>
            <a:endParaRPr sz="2300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defRPr sz="1800"/>
            </a:pPr>
            <a:endParaRPr sz="2300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defRPr sz="1800"/>
            </a:pPr>
            <a:endParaRPr sz="2300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defRPr sz="1800"/>
            </a:pP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• Se sabe e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usa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adequadamente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o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conhecimento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que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tem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de modo que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seja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valorizado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pelo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mercado,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sobrevive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.</a:t>
            </a:r>
          </a:p>
          <a:p>
            <a:pPr lvl="0">
              <a:defRPr sz="1800"/>
            </a:pPr>
            <a:endParaRPr sz="2300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defRPr sz="1800"/>
            </a:pPr>
            <a:endParaRPr sz="2300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defRPr sz="1800"/>
            </a:pPr>
            <a:endParaRPr sz="2300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defRPr sz="1800"/>
            </a:pP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• Se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não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sabe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ou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o que sabe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não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é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valorizado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,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morre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. </a:t>
            </a:r>
          </a:p>
          <a:p>
            <a:pPr lvl="0">
              <a:defRPr sz="1800"/>
            </a:pPr>
            <a:endParaRPr sz="2000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defRPr sz="1800"/>
            </a:pPr>
            <a:endParaRPr i="1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 algn="r">
              <a:defRPr sz="1800"/>
            </a:pPr>
            <a:endParaRPr sz="1200" i="1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 algn="r">
              <a:defRPr sz="1800"/>
            </a:pPr>
            <a:endParaRPr sz="1200" i="1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 algn="r">
              <a:defRPr sz="1800"/>
            </a:pPr>
            <a:r>
              <a:rPr sz="1200" i="1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Saulo</a:t>
            </a:r>
            <a:r>
              <a:rPr sz="1200" i="1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1200" i="1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Porfírio</a:t>
            </a:r>
            <a:r>
              <a:rPr sz="1200" i="1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1200" i="1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Figueiredo</a:t>
            </a:r>
            <a:endParaRPr sz="1200" i="1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image10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12725" y="212725"/>
            <a:ext cx="8540750" cy="823913"/>
          </a:xfrm>
          <a:prstGeom prst="rect">
            <a:avLst/>
          </a:prstGeom>
          <a:ln w="12700">
            <a:miter lim="400000"/>
          </a:ln>
        </p:spPr>
      </p:pic>
      <p:sp>
        <p:nvSpPr>
          <p:cNvPr id="80" name="Shape 80"/>
          <p:cNvSpPr/>
          <p:nvPr/>
        </p:nvSpPr>
        <p:spPr>
          <a:xfrm>
            <a:off x="571500" y="1928809"/>
            <a:ext cx="8143875" cy="383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8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Rockwell"/>
                <a:ea typeface="Rockwell"/>
                <a:cs typeface="Rockwell"/>
                <a:sym typeface="Rockwell"/>
                <a:hlinkClick r:id="rId3"/>
              </a:defRPr>
            </a:lvl1pPr>
          </a:lstStyle>
          <a:p>
            <a:pPr lvl="0"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 </a:t>
            </a:r>
          </a:p>
        </p:txBody>
      </p:sp>
      <p:sp>
        <p:nvSpPr>
          <p:cNvPr id="81" name="Shape 81"/>
          <p:cNvSpPr/>
          <p:nvPr/>
        </p:nvSpPr>
        <p:spPr>
          <a:xfrm>
            <a:off x="428624" y="1499238"/>
            <a:ext cx="8286751" cy="514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 lvl="0">
              <a:defRPr sz="1800"/>
            </a:pPr>
            <a:r>
              <a:rPr sz="2300" b="1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Gestão</a:t>
            </a:r>
            <a:r>
              <a:rPr sz="2300" b="1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do </a:t>
            </a:r>
            <a:r>
              <a:rPr sz="2300" b="1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conhecimento</a:t>
            </a:r>
            <a:r>
              <a:rPr sz="2300" b="1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 =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Numa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empresa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pode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ser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compreendida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como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um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estilo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de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gestão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e de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liderança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,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coerente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,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baseado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e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preocupado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com:</a:t>
            </a:r>
          </a:p>
          <a:p>
            <a:pPr lvl="0">
              <a:buClr>
                <a:srgbClr val="FFFFFF"/>
              </a:buClr>
              <a:buSzPct val="100000"/>
              <a:buFont typeface="Arial"/>
              <a:buChar char="•"/>
              <a:defRPr sz="1800"/>
            </a:pPr>
            <a:endParaRPr sz="2300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buClr>
                <a:srgbClr val="FFFFFF"/>
              </a:buClr>
              <a:buSzPct val="100000"/>
              <a:buFont typeface="Arial"/>
              <a:buChar char="•"/>
              <a:defRPr sz="1800"/>
            </a:pP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Valorização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do saber;</a:t>
            </a:r>
          </a:p>
          <a:p>
            <a:pPr lvl="0">
              <a:buClr>
                <a:srgbClr val="FFFFFF"/>
              </a:buClr>
              <a:buSzPct val="100000"/>
              <a:buFont typeface="Arial"/>
              <a:buChar char="•"/>
              <a:defRPr sz="1800"/>
            </a:pPr>
            <a:endParaRPr sz="2300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buClr>
                <a:srgbClr val="FFFFFF"/>
              </a:buClr>
              <a:buSzPct val="100000"/>
              <a:buFont typeface="Arial"/>
              <a:buChar char="•"/>
              <a:defRPr sz="1800"/>
            </a:pP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Cuidados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com o saber;</a:t>
            </a:r>
          </a:p>
          <a:p>
            <a:pPr lvl="0">
              <a:buClr>
                <a:srgbClr val="FFFFFF"/>
              </a:buClr>
              <a:buSzPct val="100000"/>
              <a:buFont typeface="Arial"/>
              <a:buChar char="•"/>
              <a:defRPr sz="1800"/>
            </a:pPr>
            <a:endParaRPr sz="2300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buClr>
                <a:srgbClr val="FFFFFF"/>
              </a:buClr>
              <a:buSzPct val="100000"/>
              <a:buFont typeface="Arial"/>
              <a:buChar char="•"/>
              <a:defRPr sz="1800"/>
            </a:pP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Cuidados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com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os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detentores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do saber;</a:t>
            </a:r>
          </a:p>
          <a:p>
            <a:pPr lvl="0">
              <a:buClr>
                <a:srgbClr val="FFFFFF"/>
              </a:buClr>
              <a:buSzPct val="100000"/>
              <a:buFont typeface="Arial"/>
              <a:buChar char="•"/>
              <a:defRPr sz="1800"/>
            </a:pPr>
            <a:endParaRPr sz="2300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buClr>
                <a:srgbClr val="FFFFFF"/>
              </a:buClr>
              <a:buSzPct val="100000"/>
              <a:buFont typeface="Arial"/>
              <a:buChar char="•"/>
              <a:defRPr sz="1800"/>
            </a:pP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Cuidados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com a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aprendizagem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,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produção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,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aplicação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e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proteção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do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conhecimento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.</a:t>
            </a:r>
          </a:p>
          <a:p>
            <a:pPr lvl="0">
              <a:defRPr sz="1800"/>
            </a:pPr>
            <a:endParaRPr sz="2000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defRPr sz="1800"/>
            </a:pPr>
            <a:endParaRPr sz="2000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 algn="r">
              <a:defRPr sz="1800"/>
            </a:pPr>
            <a:r>
              <a:rPr sz="1200" i="1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Saulo</a:t>
            </a:r>
            <a:r>
              <a:rPr sz="1200" i="1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1200" i="1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Porfírio</a:t>
            </a:r>
            <a:r>
              <a:rPr sz="1200" i="1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1200" i="1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Figueiredo</a:t>
            </a:r>
            <a:endParaRPr sz="1200" i="1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image11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12725" y="212725"/>
            <a:ext cx="8540750" cy="823913"/>
          </a:xfrm>
          <a:prstGeom prst="rect">
            <a:avLst/>
          </a:prstGeom>
          <a:ln w="12700">
            <a:miter lim="400000"/>
          </a:ln>
        </p:spPr>
      </p:pic>
      <p:sp>
        <p:nvSpPr>
          <p:cNvPr id="84" name="Shape 84"/>
          <p:cNvSpPr/>
          <p:nvPr/>
        </p:nvSpPr>
        <p:spPr>
          <a:xfrm>
            <a:off x="571500" y="1928809"/>
            <a:ext cx="8143875" cy="383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8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Rockwell"/>
                <a:ea typeface="Rockwell"/>
                <a:cs typeface="Rockwell"/>
                <a:sym typeface="Rockwell"/>
                <a:hlinkClick r:id="rId3"/>
              </a:defRPr>
            </a:lvl1pPr>
          </a:lstStyle>
          <a:p>
            <a:pPr lvl="0"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 </a:t>
            </a:r>
          </a:p>
        </p:txBody>
      </p:sp>
      <p:sp>
        <p:nvSpPr>
          <p:cNvPr id="85" name="Shape 85"/>
          <p:cNvSpPr/>
          <p:nvPr/>
        </p:nvSpPr>
        <p:spPr>
          <a:xfrm>
            <a:off x="571500" y="1246910"/>
            <a:ext cx="8072439" cy="4693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 lvl="0" algn="just">
              <a:defRPr sz="1800"/>
            </a:pP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“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É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uma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disciplina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que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promove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, com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visão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integrada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, o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gerenciamento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e o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compartilhamento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de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todo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o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ativo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de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informação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possuído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pela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empresa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.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Esta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informação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pode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estar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em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um banco de dados,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documentos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,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procedimentos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,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bem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como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em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pessoas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,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através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de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suas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experiências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e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habilidades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.”</a:t>
            </a:r>
          </a:p>
          <a:p>
            <a:pPr lvl="0" algn="just">
              <a:defRPr sz="1800"/>
            </a:pPr>
            <a:endParaRPr sz="2300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 algn="just">
              <a:defRPr sz="1800"/>
            </a:pP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“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É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a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capacidade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da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empresa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armazenar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e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disponibilizar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as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informações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de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maneira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segura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,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confiável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e de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fácil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acesso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.”</a:t>
            </a:r>
          </a:p>
          <a:p>
            <a:pPr lvl="0" algn="just">
              <a:defRPr sz="1800"/>
            </a:pPr>
            <a:endParaRPr sz="2300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 algn="just">
              <a:defRPr sz="1800"/>
            </a:pP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“A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arte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de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criar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valor a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partir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dos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ativos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intangíveis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da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organização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.”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image12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12725" y="212725"/>
            <a:ext cx="8540750" cy="823913"/>
          </a:xfrm>
          <a:prstGeom prst="rect">
            <a:avLst/>
          </a:prstGeom>
          <a:ln w="12700">
            <a:miter lim="400000"/>
          </a:ln>
        </p:spPr>
      </p:pic>
      <p:sp>
        <p:nvSpPr>
          <p:cNvPr id="88" name="Shape 88"/>
          <p:cNvSpPr/>
          <p:nvPr/>
        </p:nvSpPr>
        <p:spPr>
          <a:xfrm>
            <a:off x="571500" y="1928809"/>
            <a:ext cx="8143875" cy="383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8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Rockwell"/>
                <a:ea typeface="Rockwell"/>
                <a:cs typeface="Rockwell"/>
                <a:sym typeface="Rockwell"/>
                <a:hlinkClick r:id="rId3"/>
              </a:defRPr>
            </a:lvl1pPr>
          </a:lstStyle>
          <a:p>
            <a:pPr lvl="0"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 </a:t>
            </a:r>
          </a:p>
        </p:txBody>
      </p:sp>
      <p:sp>
        <p:nvSpPr>
          <p:cNvPr id="89" name="Shape 89"/>
          <p:cNvSpPr/>
          <p:nvPr/>
        </p:nvSpPr>
        <p:spPr>
          <a:xfrm>
            <a:off x="785811" y="1643059"/>
            <a:ext cx="7929565" cy="43586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lvl="0">
              <a:defRPr sz="1800"/>
            </a:pPr>
            <a:endParaRPr sz="2000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buClr>
                <a:srgbClr val="FFFFFF"/>
              </a:buClr>
              <a:buSzPct val="100000"/>
              <a:buFont typeface="Arial"/>
              <a:buChar char="•"/>
              <a:defRPr sz="1800"/>
            </a:pPr>
            <a:r>
              <a:rPr sz="20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0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Gestão</a:t>
            </a:r>
            <a:r>
              <a:rPr sz="20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da </a:t>
            </a:r>
            <a:r>
              <a:rPr sz="20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Estratégia</a:t>
            </a:r>
            <a:endParaRPr sz="2000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buClr>
                <a:srgbClr val="FFFFFF"/>
              </a:buClr>
              <a:buSzPct val="100000"/>
              <a:buFont typeface="Arial"/>
              <a:buChar char="•"/>
              <a:defRPr sz="1800"/>
            </a:pPr>
            <a:endParaRPr sz="2000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buClr>
                <a:srgbClr val="FFFFFF"/>
              </a:buClr>
              <a:buSzPct val="100000"/>
              <a:buFont typeface="Arial"/>
              <a:buChar char="•"/>
              <a:defRPr sz="1800"/>
            </a:pPr>
            <a:r>
              <a:rPr sz="20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0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Gestão</a:t>
            </a:r>
            <a:r>
              <a:rPr sz="20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dos </a:t>
            </a:r>
            <a:r>
              <a:rPr sz="20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Clientes</a:t>
            </a:r>
            <a:endParaRPr sz="2000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buClr>
                <a:srgbClr val="FFFFFF"/>
              </a:buClr>
              <a:buSzPct val="100000"/>
              <a:buFont typeface="Arial"/>
              <a:buChar char="•"/>
              <a:defRPr sz="1800"/>
            </a:pPr>
            <a:endParaRPr sz="2000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buClr>
                <a:srgbClr val="FFFFFF"/>
              </a:buClr>
              <a:buSzPct val="100000"/>
              <a:buFont typeface="Arial"/>
              <a:buChar char="•"/>
              <a:defRPr sz="1800"/>
            </a:pPr>
            <a:r>
              <a:rPr sz="20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0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Gestão</a:t>
            </a:r>
            <a:r>
              <a:rPr sz="20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da </a:t>
            </a:r>
            <a:r>
              <a:rPr sz="20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Cultura</a:t>
            </a:r>
            <a:r>
              <a:rPr sz="20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0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Organizacional</a:t>
            </a:r>
            <a:endParaRPr sz="2000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buClr>
                <a:srgbClr val="FFFFFF"/>
              </a:buClr>
              <a:buSzPct val="100000"/>
              <a:buFont typeface="Arial"/>
              <a:buChar char="•"/>
              <a:defRPr sz="1800"/>
            </a:pPr>
            <a:endParaRPr sz="2000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buClr>
                <a:srgbClr val="FFFFFF"/>
              </a:buClr>
              <a:buSzPct val="100000"/>
              <a:buFont typeface="Arial"/>
              <a:buChar char="•"/>
              <a:defRPr sz="1800"/>
            </a:pPr>
            <a:r>
              <a:rPr sz="20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0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Gestão</a:t>
            </a:r>
            <a:r>
              <a:rPr sz="20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de </a:t>
            </a:r>
            <a:r>
              <a:rPr sz="20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Pessoas</a:t>
            </a:r>
            <a:endParaRPr sz="2000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buClr>
                <a:srgbClr val="FFFFFF"/>
              </a:buClr>
              <a:buSzPct val="100000"/>
              <a:buFont typeface="Arial"/>
              <a:buChar char="•"/>
              <a:defRPr sz="1800"/>
            </a:pPr>
            <a:endParaRPr sz="2000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buClr>
                <a:srgbClr val="FFFFFF"/>
              </a:buClr>
              <a:buSzPct val="100000"/>
              <a:buFont typeface="Arial"/>
              <a:buChar char="•"/>
              <a:defRPr sz="1800"/>
            </a:pPr>
            <a:r>
              <a:rPr sz="20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0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Gestão</a:t>
            </a:r>
            <a:r>
              <a:rPr sz="20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de </a:t>
            </a:r>
            <a:r>
              <a:rPr sz="20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Processos</a:t>
            </a:r>
            <a:endParaRPr sz="2000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buClr>
                <a:srgbClr val="FFFFFF"/>
              </a:buClr>
              <a:buSzPct val="100000"/>
              <a:buFont typeface="Arial"/>
              <a:buChar char="•"/>
              <a:defRPr sz="1800"/>
            </a:pPr>
            <a:endParaRPr sz="2000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buClr>
                <a:srgbClr val="FFFFFF"/>
              </a:buClr>
              <a:buSzPct val="100000"/>
              <a:buFont typeface="Arial"/>
              <a:buChar char="•"/>
              <a:defRPr sz="1800"/>
            </a:pPr>
            <a:r>
              <a:rPr sz="20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0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Gestão</a:t>
            </a:r>
            <a:r>
              <a:rPr sz="20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das </a:t>
            </a:r>
            <a:r>
              <a:rPr sz="20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Melhores</a:t>
            </a:r>
            <a:r>
              <a:rPr sz="20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0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práticas</a:t>
            </a:r>
            <a:r>
              <a:rPr lang="pt-BR" sz="20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(tudo que deu certo)</a:t>
            </a:r>
            <a:endParaRPr sz="2000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buClr>
                <a:srgbClr val="FFFFFF"/>
              </a:buClr>
              <a:buSzPct val="100000"/>
              <a:buFont typeface="Arial"/>
              <a:buChar char="•"/>
              <a:defRPr sz="1800"/>
            </a:pPr>
            <a:endParaRPr sz="2000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buClr>
                <a:srgbClr val="FFFFFF"/>
              </a:buClr>
              <a:buSzPct val="100000"/>
              <a:buFont typeface="Arial"/>
              <a:buChar char="•"/>
              <a:defRPr sz="1800"/>
            </a:pPr>
            <a:r>
              <a:rPr sz="20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0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Gestão</a:t>
            </a:r>
            <a:r>
              <a:rPr sz="20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da </a:t>
            </a:r>
            <a:r>
              <a:rPr sz="20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Inovação</a:t>
            </a:r>
            <a:r>
              <a:rPr sz="20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e </a:t>
            </a:r>
            <a:r>
              <a:rPr sz="20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Qualidade</a:t>
            </a:r>
            <a:r>
              <a:rPr sz="20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.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image13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12725" y="212725"/>
            <a:ext cx="8540750" cy="823913"/>
          </a:xfrm>
          <a:prstGeom prst="rect">
            <a:avLst/>
          </a:prstGeom>
          <a:ln w="12700">
            <a:miter lim="400000"/>
          </a:ln>
        </p:spPr>
      </p:pic>
      <p:sp>
        <p:nvSpPr>
          <p:cNvPr id="92" name="Shape 92"/>
          <p:cNvSpPr/>
          <p:nvPr/>
        </p:nvSpPr>
        <p:spPr>
          <a:xfrm>
            <a:off x="212725" y="1785934"/>
            <a:ext cx="8431215" cy="34778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 lvl="0" algn="just">
              <a:buClr>
                <a:srgbClr val="FFFFFF"/>
              </a:buClr>
              <a:buSzPct val="100000"/>
              <a:buFont typeface="Arial"/>
              <a:buChar char="•"/>
              <a:defRPr sz="1800"/>
            </a:pPr>
            <a:r>
              <a:rPr sz="22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2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Tornar</a:t>
            </a:r>
            <a:r>
              <a:rPr sz="22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2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acessíveis</a:t>
            </a:r>
            <a:r>
              <a:rPr sz="22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2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grandes</a:t>
            </a:r>
            <a:r>
              <a:rPr sz="22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2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quantidades</a:t>
            </a:r>
            <a:r>
              <a:rPr sz="22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de </a:t>
            </a:r>
            <a:r>
              <a:rPr sz="22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informação</a:t>
            </a:r>
            <a:r>
              <a:rPr sz="22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2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organizacional</a:t>
            </a:r>
            <a:r>
              <a:rPr sz="22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, </a:t>
            </a:r>
            <a:r>
              <a:rPr sz="22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compartilhando</a:t>
            </a:r>
            <a:r>
              <a:rPr sz="22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lang="pt-BR" sz="22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o</a:t>
            </a:r>
            <a:r>
              <a:rPr sz="22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s </a:t>
            </a:r>
            <a:r>
              <a:rPr sz="22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melhores</a:t>
            </a:r>
            <a:r>
              <a:rPr sz="22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lang="pt-BR" sz="22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resultados</a:t>
            </a:r>
            <a:r>
              <a:rPr sz="22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e </a:t>
            </a:r>
            <a:r>
              <a:rPr sz="22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tecnologias</a:t>
            </a:r>
            <a:r>
              <a:rPr sz="22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;</a:t>
            </a:r>
          </a:p>
          <a:p>
            <a:pPr lvl="0" algn="just">
              <a:defRPr sz="1800"/>
            </a:pPr>
            <a:endParaRPr sz="2200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 algn="just">
              <a:buClr>
                <a:srgbClr val="FFFFFF"/>
              </a:buClr>
              <a:buSzPct val="100000"/>
              <a:buFont typeface="Arial"/>
              <a:buChar char="•"/>
              <a:defRPr sz="1800"/>
            </a:pPr>
            <a:r>
              <a:rPr sz="22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2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Permitir</a:t>
            </a:r>
            <a:r>
              <a:rPr sz="22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a </a:t>
            </a:r>
            <a:r>
              <a:rPr sz="22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identificação</a:t>
            </a:r>
            <a:r>
              <a:rPr sz="22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e </a:t>
            </a:r>
            <a:r>
              <a:rPr sz="22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mapeamento</a:t>
            </a:r>
            <a:r>
              <a:rPr sz="22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dos </a:t>
            </a:r>
            <a:r>
              <a:rPr sz="22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ativos</a:t>
            </a:r>
            <a:r>
              <a:rPr sz="22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de </a:t>
            </a:r>
            <a:r>
              <a:rPr sz="22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conhecimento</a:t>
            </a:r>
            <a:r>
              <a:rPr sz="22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e </a:t>
            </a:r>
            <a:r>
              <a:rPr sz="22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informações</a:t>
            </a:r>
            <a:r>
              <a:rPr sz="22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2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ligados</a:t>
            </a:r>
            <a:r>
              <a:rPr sz="22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a </a:t>
            </a:r>
            <a:r>
              <a:rPr sz="22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qualquer</a:t>
            </a:r>
            <a:r>
              <a:rPr sz="22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2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organização</a:t>
            </a:r>
            <a:r>
              <a:rPr sz="22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, </a:t>
            </a:r>
            <a:r>
              <a:rPr sz="22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seja</a:t>
            </a:r>
            <a:r>
              <a:rPr sz="22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2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ela</a:t>
            </a:r>
            <a:r>
              <a:rPr sz="22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com </a:t>
            </a:r>
            <a:r>
              <a:rPr sz="22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ou</a:t>
            </a:r>
            <a:r>
              <a:rPr sz="22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2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sem</a:t>
            </a:r>
            <a:r>
              <a:rPr sz="22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fins </a:t>
            </a:r>
            <a:r>
              <a:rPr sz="22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lucrativos</a:t>
            </a:r>
            <a:r>
              <a:rPr sz="22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(</a:t>
            </a:r>
            <a:r>
              <a:rPr sz="22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Memória</a:t>
            </a:r>
            <a:r>
              <a:rPr sz="22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2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Organizacional</a:t>
            </a:r>
            <a:r>
              <a:rPr sz="22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); </a:t>
            </a:r>
          </a:p>
          <a:p>
            <a:pPr lvl="0" algn="just">
              <a:defRPr sz="1800"/>
            </a:pPr>
            <a:endParaRPr sz="2200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 algn="just">
              <a:buClr>
                <a:srgbClr val="FFFFFF"/>
              </a:buClr>
              <a:buSzPct val="100000"/>
              <a:buFont typeface="Arial"/>
              <a:buChar char="•"/>
              <a:defRPr sz="1800"/>
            </a:pPr>
            <a:r>
              <a:rPr sz="22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2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Apoiar</a:t>
            </a:r>
            <a:r>
              <a:rPr sz="22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a </a:t>
            </a:r>
            <a:r>
              <a:rPr sz="22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geração</a:t>
            </a:r>
            <a:r>
              <a:rPr sz="22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de </a:t>
            </a:r>
            <a:r>
              <a:rPr sz="22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novos</a:t>
            </a:r>
            <a:r>
              <a:rPr sz="22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2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conhecimentos</a:t>
            </a:r>
            <a:r>
              <a:rPr sz="22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, </a:t>
            </a:r>
            <a:r>
              <a:rPr sz="22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propiciando</a:t>
            </a:r>
            <a:r>
              <a:rPr sz="22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o </a:t>
            </a:r>
            <a:r>
              <a:rPr sz="22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estabelecimento</a:t>
            </a:r>
            <a:r>
              <a:rPr sz="22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de </a:t>
            </a:r>
            <a:r>
              <a:rPr sz="22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vantagens</a:t>
            </a:r>
            <a:r>
              <a:rPr sz="22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2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competitivas</a:t>
            </a:r>
            <a:r>
              <a:rPr sz="22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. 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image13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12725" y="212725"/>
            <a:ext cx="8540750" cy="823913"/>
          </a:xfrm>
          <a:prstGeom prst="rect">
            <a:avLst/>
          </a:prstGeom>
          <a:ln w="12700">
            <a:miter lim="400000"/>
          </a:ln>
        </p:spPr>
      </p:pic>
      <p:sp>
        <p:nvSpPr>
          <p:cNvPr id="95" name="Shape 95"/>
          <p:cNvSpPr/>
          <p:nvPr/>
        </p:nvSpPr>
        <p:spPr>
          <a:xfrm>
            <a:off x="571500" y="1928809"/>
            <a:ext cx="8143875" cy="383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8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Rockwell"/>
                <a:ea typeface="Rockwell"/>
                <a:cs typeface="Rockwell"/>
                <a:sym typeface="Rockwell"/>
                <a:hlinkClick r:id="rId3"/>
              </a:defRPr>
            </a:lvl1pPr>
          </a:lstStyle>
          <a:p>
            <a:pPr lvl="0"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 </a:t>
            </a:r>
          </a:p>
        </p:txBody>
      </p:sp>
      <p:sp>
        <p:nvSpPr>
          <p:cNvPr id="96" name="Shape 96"/>
          <p:cNvSpPr/>
          <p:nvPr/>
        </p:nvSpPr>
        <p:spPr>
          <a:xfrm>
            <a:off x="500061" y="2071684"/>
            <a:ext cx="8215315" cy="3631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lvl="0" algn="just">
              <a:buClr>
                <a:srgbClr val="FFFFFF"/>
              </a:buClr>
              <a:buSzPct val="100000"/>
              <a:buFont typeface="Arial"/>
              <a:buChar char="•"/>
              <a:defRPr sz="1800"/>
            </a:pPr>
            <a:r>
              <a:rPr sz="20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Dar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vida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aos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dados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tornando-os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utilizáveis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e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úteis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transformando-os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em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informação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essencial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ao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nosso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desenvolvimento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pessoal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e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comunitário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. </a:t>
            </a:r>
          </a:p>
          <a:p>
            <a:pPr lvl="0" algn="just">
              <a:buClr>
                <a:srgbClr val="FFFFFF"/>
              </a:buClr>
              <a:buSzPct val="100000"/>
              <a:buFont typeface="Arial"/>
              <a:buChar char="•"/>
              <a:defRPr sz="1800"/>
            </a:pPr>
            <a:endParaRPr sz="2300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 algn="just">
              <a:buClr>
                <a:srgbClr val="FFFFFF"/>
              </a:buClr>
              <a:buSzPct val="100000"/>
              <a:buFont typeface="Arial"/>
              <a:buChar char="•"/>
              <a:defRPr sz="1800"/>
            </a:pP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Organizar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e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acrescentar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lógica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aos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dados de forma a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torná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-los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compreensíveis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. </a:t>
            </a:r>
          </a:p>
          <a:p>
            <a:pPr lvl="0" algn="just">
              <a:defRPr sz="1800"/>
            </a:pPr>
            <a:endParaRPr sz="2300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 algn="just">
              <a:defRPr sz="1800"/>
            </a:pPr>
            <a:endParaRPr sz="2300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 algn="just">
              <a:buClr>
                <a:srgbClr val="FFFFFF"/>
              </a:buClr>
              <a:buSzPct val="100000"/>
              <a:buFont typeface="Arial"/>
              <a:buChar char="•"/>
              <a:defRPr sz="1800"/>
            </a:pP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Aumentar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a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competitividade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da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organização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através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da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valorização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de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seus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bens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intangíveis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.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image14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12725" y="212725"/>
            <a:ext cx="8540750" cy="823913"/>
          </a:xfrm>
          <a:prstGeom prst="rect">
            <a:avLst/>
          </a:prstGeom>
          <a:ln w="12700">
            <a:miter lim="400000"/>
          </a:ln>
        </p:spPr>
      </p:pic>
      <p:sp>
        <p:nvSpPr>
          <p:cNvPr id="99" name="Shape 99"/>
          <p:cNvSpPr/>
          <p:nvPr/>
        </p:nvSpPr>
        <p:spPr>
          <a:xfrm>
            <a:off x="571500" y="1928809"/>
            <a:ext cx="8143875" cy="383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8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Rockwell"/>
                <a:ea typeface="Rockwell"/>
                <a:cs typeface="Rockwell"/>
                <a:sym typeface="Rockwell"/>
                <a:hlinkClick r:id="rId3"/>
              </a:defRPr>
            </a:lvl1pPr>
          </a:lstStyle>
          <a:p>
            <a:pPr lvl="0"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 </a:t>
            </a:r>
          </a:p>
        </p:txBody>
      </p:sp>
      <p:sp>
        <p:nvSpPr>
          <p:cNvPr id="100" name="Shape 100"/>
          <p:cNvSpPr/>
          <p:nvPr/>
        </p:nvSpPr>
        <p:spPr>
          <a:xfrm>
            <a:off x="785812" y="1643059"/>
            <a:ext cx="7715251" cy="4001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lvl="0">
              <a:buClr>
                <a:srgbClr val="FFFFFF"/>
              </a:buClr>
              <a:buSzPct val="100000"/>
              <a:buFont typeface="Arial"/>
              <a:buChar char="•"/>
              <a:defRPr sz="1800"/>
            </a:pPr>
            <a:r>
              <a:rPr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Vantagem</a:t>
            </a:r>
            <a:r>
              <a:rPr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competitiva</a:t>
            </a:r>
            <a:r>
              <a:rPr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em</a:t>
            </a:r>
            <a:r>
              <a:rPr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relação</a:t>
            </a:r>
            <a:r>
              <a:rPr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à</a:t>
            </a:r>
            <a:r>
              <a:rPr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concorrência</a:t>
            </a:r>
            <a:r>
              <a:rPr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.</a:t>
            </a:r>
            <a:endParaRPr lang="pt-BR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buClr>
                <a:srgbClr val="FFFFFF"/>
              </a:buClr>
              <a:buSzPct val="100000"/>
              <a:buFont typeface="Arial"/>
              <a:buChar char="•"/>
              <a:defRPr sz="1800"/>
            </a:pPr>
            <a:endParaRPr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buClr>
                <a:srgbClr val="FFFFFF"/>
              </a:buClr>
              <a:buSzPct val="100000"/>
              <a:buFont typeface="Arial"/>
              <a:buChar char="•"/>
              <a:defRPr sz="1800"/>
            </a:pPr>
            <a:endParaRPr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buClr>
                <a:srgbClr val="FFFFFF"/>
              </a:buClr>
              <a:buSzPct val="100000"/>
              <a:buFont typeface="Arial"/>
              <a:buChar char="•"/>
              <a:defRPr sz="1800"/>
            </a:pPr>
            <a:r>
              <a:rPr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0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Redução</a:t>
            </a:r>
            <a:r>
              <a:rPr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dos custos e tempo de </a:t>
            </a:r>
            <a:r>
              <a:rPr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produção</a:t>
            </a:r>
            <a:r>
              <a:rPr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e </a:t>
            </a:r>
            <a:r>
              <a:rPr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desenvolvimento</a:t>
            </a:r>
            <a:r>
              <a:rPr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de </a:t>
            </a:r>
            <a:r>
              <a:rPr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produtos</a:t>
            </a:r>
            <a:r>
              <a:rPr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.</a:t>
            </a:r>
            <a:endParaRPr lang="pt-BR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buClr>
                <a:srgbClr val="FFFFFF"/>
              </a:buClr>
              <a:buSzPct val="100000"/>
              <a:buFont typeface="Arial"/>
              <a:buChar char="•"/>
              <a:defRPr sz="1800"/>
            </a:pPr>
            <a:endParaRPr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buClr>
                <a:srgbClr val="FFFFFF"/>
              </a:buClr>
              <a:buSzPct val="100000"/>
              <a:defRPr sz="1800"/>
            </a:pPr>
            <a:endParaRPr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buClr>
                <a:srgbClr val="FFFFFF"/>
              </a:buClr>
              <a:buSzPct val="100000"/>
              <a:buFont typeface="Arial"/>
              <a:buChar char="•"/>
              <a:defRPr sz="1800"/>
            </a:pPr>
            <a:r>
              <a:rPr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Rápida</a:t>
            </a:r>
            <a:r>
              <a:rPr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comercialização</a:t>
            </a:r>
            <a:r>
              <a:rPr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de </a:t>
            </a:r>
            <a:r>
              <a:rPr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novos</a:t>
            </a:r>
            <a:r>
              <a:rPr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produtos</a:t>
            </a:r>
            <a:r>
              <a:rPr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.</a:t>
            </a:r>
            <a:endParaRPr lang="pt-BR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buClr>
                <a:srgbClr val="FFFFFF"/>
              </a:buClr>
              <a:buSzPct val="100000"/>
              <a:buFont typeface="Arial"/>
              <a:buChar char="•"/>
              <a:defRPr sz="1800"/>
            </a:pPr>
            <a:endParaRPr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buClr>
                <a:srgbClr val="FFFFFF"/>
              </a:buClr>
              <a:buSzPct val="100000"/>
              <a:defRPr sz="1800"/>
            </a:pPr>
            <a:endParaRPr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buClr>
                <a:srgbClr val="FFFFFF"/>
              </a:buClr>
              <a:buSzPct val="100000"/>
              <a:buFont typeface="Arial"/>
              <a:buChar char="•"/>
              <a:defRPr sz="1800"/>
            </a:pPr>
            <a:r>
              <a:rPr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Aumento</a:t>
            </a:r>
            <a:r>
              <a:rPr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do valor das </a:t>
            </a:r>
            <a:r>
              <a:rPr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ações</a:t>
            </a:r>
            <a:r>
              <a:rPr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.</a:t>
            </a:r>
            <a:endParaRPr lang="pt-BR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buClr>
                <a:srgbClr val="FFFFFF"/>
              </a:buClr>
              <a:buSzPct val="100000"/>
              <a:buFont typeface="Arial"/>
              <a:buChar char="•"/>
              <a:defRPr sz="1800"/>
            </a:pPr>
            <a:endParaRPr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defRPr sz="1800"/>
            </a:pPr>
            <a:endParaRPr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buClr>
                <a:srgbClr val="FFFFFF"/>
              </a:buClr>
              <a:buSzPct val="100000"/>
              <a:buFont typeface="Arial"/>
              <a:buChar char="•"/>
              <a:defRPr sz="1800"/>
            </a:pPr>
            <a:r>
              <a:rPr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Maximização</a:t>
            </a:r>
            <a:r>
              <a:rPr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do capital </a:t>
            </a:r>
            <a:r>
              <a:rPr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intelectual</a:t>
            </a:r>
            <a:r>
              <a:rPr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/</a:t>
            </a:r>
            <a:r>
              <a:rPr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ativos</a:t>
            </a:r>
            <a:r>
              <a:rPr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intelectuais</a:t>
            </a:r>
            <a:r>
              <a:rPr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.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image14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12725" y="212725"/>
            <a:ext cx="8540750" cy="823913"/>
          </a:xfrm>
          <a:prstGeom prst="rect">
            <a:avLst/>
          </a:prstGeom>
          <a:ln w="12700">
            <a:miter lim="400000"/>
          </a:ln>
        </p:spPr>
      </p:pic>
      <p:sp>
        <p:nvSpPr>
          <p:cNvPr id="103" name="Shape 103"/>
          <p:cNvSpPr/>
          <p:nvPr/>
        </p:nvSpPr>
        <p:spPr>
          <a:xfrm>
            <a:off x="571500" y="1928809"/>
            <a:ext cx="8143875" cy="383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8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Rockwell"/>
                <a:ea typeface="Rockwell"/>
                <a:cs typeface="Rockwell"/>
                <a:sym typeface="Rockwell"/>
                <a:hlinkClick r:id="rId3"/>
              </a:defRPr>
            </a:lvl1pPr>
          </a:lstStyle>
          <a:p>
            <a:pPr lvl="0"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 </a:t>
            </a:r>
          </a:p>
        </p:txBody>
      </p:sp>
      <p:sp>
        <p:nvSpPr>
          <p:cNvPr id="104" name="Shape 104"/>
          <p:cNvSpPr/>
          <p:nvPr/>
        </p:nvSpPr>
        <p:spPr>
          <a:xfrm>
            <a:off x="357189" y="1448790"/>
            <a:ext cx="8143875" cy="3985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 lvl="0">
              <a:buClr>
                <a:srgbClr val="FFFFFF"/>
              </a:buClr>
              <a:buSzPct val="100000"/>
              <a:buFont typeface="Arial"/>
              <a:buChar char="•"/>
              <a:defRPr sz="1800"/>
            </a:pPr>
            <a:r>
              <a:rPr sz="20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Melhoria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dos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processos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internos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e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maior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fluidez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nas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operações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. </a:t>
            </a:r>
          </a:p>
          <a:p>
            <a:pPr lvl="0">
              <a:buClr>
                <a:srgbClr val="FFFFFF"/>
              </a:buClr>
              <a:buSzPct val="100000"/>
              <a:buFont typeface="Arial"/>
              <a:buChar char="•"/>
              <a:defRPr sz="1800"/>
            </a:pPr>
            <a:endParaRPr sz="2300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buClr>
                <a:srgbClr val="FFFFFF"/>
              </a:buClr>
              <a:buSzPct val="100000"/>
              <a:buFont typeface="Arial"/>
              <a:buChar char="•"/>
              <a:defRPr sz="1800"/>
            </a:pP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Processos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de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tomada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de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decisões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mais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eficientes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e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melhores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resultados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. </a:t>
            </a:r>
          </a:p>
          <a:p>
            <a:pPr lvl="0">
              <a:buClr>
                <a:srgbClr val="FFFFFF"/>
              </a:buClr>
              <a:buSzPct val="100000"/>
              <a:buFont typeface="Arial"/>
              <a:buChar char="•"/>
              <a:defRPr sz="1800"/>
            </a:pPr>
            <a:endParaRPr sz="2300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buClr>
                <a:srgbClr val="FFFFFF"/>
              </a:buClr>
              <a:buSzPct val="100000"/>
              <a:buFont typeface="Arial"/>
              <a:buChar char="•"/>
              <a:defRPr sz="1800"/>
            </a:pP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Melhoria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na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coordenação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de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esforços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entre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unidades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de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negócios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.</a:t>
            </a:r>
          </a:p>
          <a:p>
            <a:pPr lvl="0">
              <a:defRPr sz="1800"/>
            </a:pPr>
            <a:endParaRPr sz="2300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buClr>
                <a:srgbClr val="FFFFFF"/>
              </a:buClr>
              <a:buSzPct val="100000"/>
              <a:buFont typeface="Arial"/>
              <a:buChar char="•"/>
              <a:defRPr sz="1800"/>
            </a:pP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Melhoria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da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prestação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de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serviços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(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agilidade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), da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qualidade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dos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produtos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e da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qualidade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do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serviço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cliente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.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image15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12725" y="212725"/>
            <a:ext cx="8540750" cy="823913"/>
          </a:xfrm>
          <a:prstGeom prst="rect">
            <a:avLst/>
          </a:prstGeom>
          <a:ln w="12700">
            <a:miter lim="400000"/>
          </a:ln>
        </p:spPr>
      </p:pic>
      <p:sp>
        <p:nvSpPr>
          <p:cNvPr id="107" name="Shape 107"/>
          <p:cNvSpPr/>
          <p:nvPr/>
        </p:nvSpPr>
        <p:spPr>
          <a:xfrm>
            <a:off x="571500" y="1928809"/>
            <a:ext cx="8143875" cy="383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8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Rockwell"/>
                <a:ea typeface="Rockwell"/>
                <a:cs typeface="Rockwell"/>
                <a:sym typeface="Rockwell"/>
                <a:hlinkClick r:id="rId3"/>
              </a:defRPr>
            </a:lvl1pPr>
          </a:lstStyle>
          <a:p>
            <a:pPr lvl="0"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 </a:t>
            </a:r>
          </a:p>
        </p:txBody>
      </p:sp>
      <p:pic>
        <p:nvPicPr>
          <p:cNvPr id="108" name="image16.png" descr="cdgco_fig_cap1_fig2"/>
          <p:cNvPicPr/>
          <p:nvPr/>
        </p:nvPicPr>
        <p:blipFill>
          <a:blip r:embed="rId4"/>
          <a:stretch>
            <a:fillRect/>
          </a:stretch>
        </p:blipFill>
        <p:spPr>
          <a:xfrm>
            <a:off x="1547812" y="1773234"/>
            <a:ext cx="6048377" cy="403225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image17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12725" y="212725"/>
            <a:ext cx="8540750" cy="823913"/>
          </a:xfrm>
          <a:prstGeom prst="rect">
            <a:avLst/>
          </a:prstGeom>
          <a:ln w="12700">
            <a:miter lim="400000"/>
          </a:ln>
        </p:spPr>
      </p:pic>
      <p:sp>
        <p:nvSpPr>
          <p:cNvPr id="111" name="Shape 111"/>
          <p:cNvSpPr/>
          <p:nvPr/>
        </p:nvSpPr>
        <p:spPr>
          <a:xfrm>
            <a:off x="571500" y="1928809"/>
            <a:ext cx="8143875" cy="383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8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Rockwell"/>
                <a:ea typeface="Rockwell"/>
                <a:cs typeface="Rockwell"/>
                <a:sym typeface="Rockwell"/>
                <a:hlinkClick r:id="rId3"/>
              </a:defRPr>
            </a:lvl1pPr>
          </a:lstStyle>
          <a:p>
            <a:pPr lvl="0"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 </a:t>
            </a:r>
          </a:p>
        </p:txBody>
      </p:sp>
      <p:pic>
        <p:nvPicPr>
          <p:cNvPr id="112" name="image18.png" descr="gestao"/>
          <p:cNvPicPr/>
          <p:nvPr/>
        </p:nvPicPr>
        <p:blipFill>
          <a:blip r:embed="rId4"/>
          <a:stretch>
            <a:fillRect/>
          </a:stretch>
        </p:blipFill>
        <p:spPr>
          <a:xfrm>
            <a:off x="1763709" y="1773234"/>
            <a:ext cx="5472116" cy="41052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" grpId="1" animBg="1" advAuto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image19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12725" y="212725"/>
            <a:ext cx="8540750" cy="823913"/>
          </a:xfrm>
          <a:prstGeom prst="rect">
            <a:avLst/>
          </a:prstGeom>
          <a:ln w="12700">
            <a:miter lim="400000"/>
          </a:ln>
        </p:spPr>
      </p:pic>
      <p:sp>
        <p:nvSpPr>
          <p:cNvPr id="115" name="Shape 115"/>
          <p:cNvSpPr/>
          <p:nvPr/>
        </p:nvSpPr>
        <p:spPr>
          <a:xfrm>
            <a:off x="571500" y="1928809"/>
            <a:ext cx="8143875" cy="383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8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Rockwell"/>
                <a:ea typeface="Rockwell"/>
                <a:cs typeface="Rockwell"/>
                <a:sym typeface="Rockwell"/>
                <a:hlinkClick r:id="rId3"/>
              </a:defRPr>
            </a:lvl1pPr>
          </a:lstStyle>
          <a:p>
            <a:pPr lvl="0"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 </a:t>
            </a:r>
          </a:p>
        </p:txBody>
      </p:sp>
      <p:sp>
        <p:nvSpPr>
          <p:cNvPr id="116" name="Shape 116"/>
          <p:cNvSpPr/>
          <p:nvPr/>
        </p:nvSpPr>
        <p:spPr>
          <a:xfrm>
            <a:off x="1142999" y="2143124"/>
            <a:ext cx="7500940" cy="3101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lvl="0">
              <a:buClr>
                <a:srgbClr val="FFFFFF"/>
              </a:buClr>
              <a:buSzPct val="100000"/>
              <a:buFont typeface="Arial"/>
              <a:buChar char="•"/>
              <a:defRPr sz="1800"/>
            </a:pPr>
            <a:r>
              <a:rPr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4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Gestão do capital intelectual</a:t>
            </a:r>
            <a:endParaRPr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buClr>
                <a:srgbClr val="FFFFFF"/>
              </a:buClr>
              <a:buSzPct val="100000"/>
              <a:buFont typeface="Arial"/>
              <a:buChar char="•"/>
              <a:defRPr sz="1800"/>
            </a:pPr>
            <a:endParaRPr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buClr>
                <a:srgbClr val="FFFFFF"/>
              </a:buClr>
              <a:buSzPct val="100000"/>
              <a:buFont typeface="Arial"/>
              <a:buChar char="•"/>
              <a:defRPr sz="1800"/>
            </a:pPr>
            <a:r>
              <a:rPr sz="24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Gestão de competências</a:t>
            </a:r>
            <a:endParaRPr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buClr>
                <a:srgbClr val="FFFFFF"/>
              </a:buClr>
              <a:buSzPct val="100000"/>
              <a:buFont typeface="Arial"/>
              <a:buChar char="•"/>
              <a:defRPr sz="1800"/>
            </a:pPr>
            <a:endParaRPr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buClr>
                <a:srgbClr val="FFFFFF"/>
              </a:buClr>
              <a:buSzPct val="100000"/>
              <a:buFont typeface="Arial"/>
              <a:buChar char="•"/>
              <a:defRPr sz="1800"/>
            </a:pPr>
            <a:r>
              <a:rPr sz="24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Aprendizagem organizacional</a:t>
            </a:r>
            <a:endParaRPr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buClr>
                <a:srgbClr val="FFFFFF"/>
              </a:buClr>
              <a:buSzPct val="100000"/>
              <a:buFont typeface="Arial"/>
              <a:buChar char="•"/>
              <a:defRPr sz="1800"/>
            </a:pPr>
            <a:endParaRPr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buClr>
                <a:srgbClr val="FFFFFF"/>
              </a:buClr>
              <a:buSzPct val="100000"/>
              <a:buFont typeface="Arial"/>
              <a:buChar char="•"/>
              <a:defRPr sz="1800"/>
            </a:pPr>
            <a:r>
              <a:rPr sz="24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Inteligência empresarial</a:t>
            </a:r>
            <a:endParaRPr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buClr>
                <a:srgbClr val="FFFFFF"/>
              </a:buClr>
              <a:buSzPct val="100000"/>
              <a:buFont typeface="Arial"/>
              <a:buChar char="•"/>
              <a:defRPr sz="1800"/>
            </a:pPr>
            <a:endParaRPr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buClr>
                <a:srgbClr val="FFFFFF"/>
              </a:buClr>
              <a:buSzPct val="100000"/>
              <a:buFont typeface="Arial"/>
              <a:buChar char="•"/>
              <a:defRPr sz="1800"/>
            </a:pPr>
            <a:r>
              <a:rPr sz="24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Educação corporativa.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image20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12725" y="212725"/>
            <a:ext cx="8540750" cy="823913"/>
          </a:xfrm>
          <a:prstGeom prst="rect">
            <a:avLst/>
          </a:prstGeom>
          <a:ln w="12700">
            <a:miter lim="400000"/>
          </a:ln>
        </p:spPr>
      </p:pic>
      <p:sp>
        <p:nvSpPr>
          <p:cNvPr id="119" name="Shape 119"/>
          <p:cNvSpPr/>
          <p:nvPr/>
        </p:nvSpPr>
        <p:spPr>
          <a:xfrm>
            <a:off x="571500" y="1928809"/>
            <a:ext cx="8143875" cy="383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8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Rockwell"/>
                <a:ea typeface="Rockwell"/>
                <a:cs typeface="Rockwell"/>
                <a:sym typeface="Rockwell"/>
                <a:hlinkClick r:id="rId3"/>
              </a:defRPr>
            </a:lvl1pPr>
          </a:lstStyle>
          <a:p>
            <a:pPr lvl="0"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 </a:t>
            </a:r>
          </a:p>
        </p:txBody>
      </p:sp>
      <p:sp>
        <p:nvSpPr>
          <p:cNvPr id="120" name="Shape 120"/>
          <p:cNvSpPr/>
          <p:nvPr/>
        </p:nvSpPr>
        <p:spPr>
          <a:xfrm>
            <a:off x="684212" y="1844674"/>
            <a:ext cx="7632701" cy="3520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lvl="0">
              <a:defRPr sz="1800"/>
            </a:pPr>
            <a:r>
              <a:rPr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•</a:t>
            </a:r>
            <a:r>
              <a:rPr sz="25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Capacidade, habilidade, experiência e conhecimento formal das pessoas que integram uma organização</a:t>
            </a:r>
          </a:p>
          <a:p>
            <a:pPr lvl="0">
              <a:defRPr sz="1800"/>
            </a:pPr>
            <a:endParaRPr sz="250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defRPr sz="1800"/>
            </a:pPr>
            <a:r>
              <a:rPr sz="25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• Ativo intangível que pertence ao próprio indivíduo, mas que pode ser utilizado pela empresa para gerar lucro ou aumentar seu prestígio e reconhecimento social.</a:t>
            </a:r>
          </a:p>
          <a:p>
            <a:pPr lvl="0">
              <a:defRPr sz="1800"/>
            </a:pPr>
            <a:endParaRPr sz="250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defRPr sz="1800"/>
            </a:pPr>
            <a:r>
              <a:rPr sz="25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• A empresa é valorizada se conseguir atrair, reunir e manter o capital intelectual.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image20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12725" y="212725"/>
            <a:ext cx="8540750" cy="823913"/>
          </a:xfrm>
          <a:prstGeom prst="rect">
            <a:avLst/>
          </a:prstGeom>
          <a:ln w="12700">
            <a:miter lim="400000"/>
          </a:ln>
        </p:spPr>
      </p:pic>
      <p:sp>
        <p:nvSpPr>
          <p:cNvPr id="123" name="Shape 123"/>
          <p:cNvSpPr/>
          <p:nvPr/>
        </p:nvSpPr>
        <p:spPr>
          <a:xfrm>
            <a:off x="571500" y="1928809"/>
            <a:ext cx="8143875" cy="383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8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Rockwell"/>
                <a:ea typeface="Rockwell"/>
                <a:cs typeface="Rockwell"/>
                <a:sym typeface="Rockwell"/>
                <a:hlinkClick r:id="rId3"/>
              </a:defRPr>
            </a:lvl1pPr>
          </a:lstStyle>
          <a:p>
            <a:pPr lvl="0"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 </a:t>
            </a:r>
          </a:p>
        </p:txBody>
      </p:sp>
      <p:sp>
        <p:nvSpPr>
          <p:cNvPr id="124" name="Shape 124"/>
          <p:cNvSpPr/>
          <p:nvPr/>
        </p:nvSpPr>
        <p:spPr>
          <a:xfrm>
            <a:off x="212725" y="1413164"/>
            <a:ext cx="8540750" cy="4905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 lvl="0">
              <a:lnSpc>
                <a:spcPct val="80000"/>
              </a:lnSpc>
              <a:defRPr sz="1800"/>
            </a:pP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Criado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a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partir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do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intercâmbio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entre:</a:t>
            </a:r>
          </a:p>
          <a:p>
            <a:pPr lvl="0">
              <a:lnSpc>
                <a:spcPct val="80000"/>
              </a:lnSpc>
              <a:defRPr sz="1800"/>
            </a:pPr>
            <a:endParaRPr sz="2300" b="1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lnSpc>
                <a:spcPct val="80000"/>
              </a:lnSpc>
              <a:defRPr sz="1800"/>
            </a:pPr>
            <a:r>
              <a:rPr sz="2300" b="1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Capital </a:t>
            </a:r>
            <a:r>
              <a:rPr sz="2300" b="1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humano</a:t>
            </a:r>
            <a:r>
              <a:rPr sz="2300" b="1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-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habilidades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dos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funcionários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,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em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seus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conhecimentos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tácitos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e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nos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obtidos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nas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suas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informações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profissionais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,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na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busca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permanente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de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atualização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,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nas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informações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alcançáveis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,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nas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informações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documentadas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sobre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processos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,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clientes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,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concorrentes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,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parceiros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e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fornecedores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.</a:t>
            </a:r>
          </a:p>
          <a:p>
            <a:pPr lvl="0">
              <a:lnSpc>
                <a:spcPct val="80000"/>
              </a:lnSpc>
              <a:defRPr sz="1800"/>
            </a:pPr>
            <a:endParaRPr sz="2300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lnSpc>
                <a:spcPct val="80000"/>
              </a:lnSpc>
              <a:defRPr sz="1800"/>
            </a:pPr>
            <a:r>
              <a:rPr sz="2300" b="1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Capital </a:t>
            </a:r>
            <a:r>
              <a:rPr sz="2300" b="1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estrutural</a:t>
            </a:r>
            <a:r>
              <a:rPr sz="2300" b="1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- soma das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patentes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,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processos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,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manuais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,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marcas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,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conceitos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,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sistemas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administrativos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,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bancos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de dados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disponibilizados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,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tecnologia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,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estruturas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organizacionais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;</a:t>
            </a:r>
          </a:p>
          <a:p>
            <a:pPr lvl="0">
              <a:lnSpc>
                <a:spcPct val="80000"/>
              </a:lnSpc>
              <a:defRPr sz="1800"/>
            </a:pPr>
            <a:endParaRPr sz="2300" b="1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lnSpc>
                <a:spcPct val="80000"/>
              </a:lnSpc>
              <a:defRPr sz="1800"/>
            </a:pPr>
            <a:r>
              <a:rPr sz="2300" b="1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Capital de </a:t>
            </a:r>
            <a:r>
              <a:rPr sz="2300" b="1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clientes</a:t>
            </a:r>
            <a:r>
              <a:rPr sz="2300" b="1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-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é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o valor dos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relacionamentos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de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uma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empresa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com as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pessoas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com as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quais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faz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3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negócios</a:t>
            </a:r>
            <a: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.</a:t>
            </a:r>
          </a:p>
          <a:p>
            <a:pPr lvl="0">
              <a:lnSpc>
                <a:spcPct val="80000"/>
              </a:lnSpc>
              <a:defRPr sz="1800"/>
            </a:pPr>
            <a:br>
              <a:rPr sz="23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</a:br>
            <a:endParaRPr sz="2300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image21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12725" y="212725"/>
            <a:ext cx="8540750" cy="823913"/>
          </a:xfrm>
          <a:prstGeom prst="rect">
            <a:avLst/>
          </a:prstGeom>
          <a:ln w="12700">
            <a:miter lim="400000"/>
          </a:ln>
        </p:spPr>
      </p:pic>
      <p:sp>
        <p:nvSpPr>
          <p:cNvPr id="127" name="Shape 127"/>
          <p:cNvSpPr/>
          <p:nvPr/>
        </p:nvSpPr>
        <p:spPr>
          <a:xfrm>
            <a:off x="571500" y="1928809"/>
            <a:ext cx="8143875" cy="383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8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Rockwell"/>
                <a:ea typeface="Rockwell"/>
                <a:cs typeface="Rockwell"/>
                <a:sym typeface="Rockwell"/>
                <a:hlinkClick r:id="rId3"/>
              </a:defRPr>
            </a:lvl1pPr>
          </a:lstStyle>
          <a:p>
            <a:pPr lvl="0"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 </a:t>
            </a:r>
          </a:p>
        </p:txBody>
      </p:sp>
      <p:sp>
        <p:nvSpPr>
          <p:cNvPr id="128" name="Shape 128"/>
          <p:cNvSpPr/>
          <p:nvPr/>
        </p:nvSpPr>
        <p:spPr>
          <a:xfrm>
            <a:off x="684212" y="1844674"/>
            <a:ext cx="7632701" cy="4003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lvl="0">
              <a:defRPr sz="1800"/>
            </a:pPr>
            <a:r>
              <a:rPr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• </a:t>
            </a:r>
            <a:r>
              <a:rPr sz="23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Desenvolvimento de capital intelectual:</a:t>
            </a:r>
          </a:p>
          <a:p>
            <a:pPr lvl="0">
              <a:defRPr sz="1800"/>
            </a:pPr>
            <a:r>
              <a:rPr sz="23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– Fóruns de discussão</a:t>
            </a:r>
          </a:p>
          <a:p>
            <a:pPr lvl="0">
              <a:defRPr sz="1800"/>
            </a:pPr>
            <a:r>
              <a:rPr sz="23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– Comunidades de prática, oficinas do capital</a:t>
            </a:r>
          </a:p>
          <a:p>
            <a:pPr lvl="0">
              <a:defRPr sz="1800"/>
            </a:pPr>
            <a:r>
              <a:rPr sz="23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Intelectual, informal e incentivado pela empresa</a:t>
            </a:r>
          </a:p>
          <a:p>
            <a:pPr lvl="0">
              <a:defRPr sz="1800"/>
            </a:pPr>
            <a:r>
              <a:rPr sz="23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– Treinamentos, cursos, etc.</a:t>
            </a:r>
          </a:p>
          <a:p>
            <a:pPr lvl="0">
              <a:defRPr sz="1800"/>
            </a:pPr>
            <a:endParaRPr sz="230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defRPr sz="1800"/>
            </a:pPr>
            <a:r>
              <a:rPr sz="23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• Retenção de capital intelectual:</a:t>
            </a:r>
          </a:p>
          <a:p>
            <a:pPr lvl="0">
              <a:defRPr sz="1800"/>
            </a:pPr>
            <a:r>
              <a:rPr sz="23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– Criação de ambiente de trabalho agradável e</a:t>
            </a:r>
          </a:p>
          <a:p>
            <a:pPr lvl="0">
              <a:defRPr sz="1800"/>
            </a:pPr>
            <a:r>
              <a:rPr sz="23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estimulante</a:t>
            </a:r>
          </a:p>
          <a:p>
            <a:pPr lvl="0">
              <a:defRPr sz="1800"/>
            </a:pPr>
            <a:r>
              <a:rPr sz="23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– Estimular a gestão participativa</a:t>
            </a:r>
          </a:p>
          <a:p>
            <a:pPr lvl="0">
              <a:defRPr sz="1800"/>
            </a:pPr>
            <a:r>
              <a:rPr sz="23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– Implantar programas de participação nos lucros</a:t>
            </a: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image22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12725" y="212725"/>
            <a:ext cx="8540750" cy="823913"/>
          </a:xfrm>
          <a:prstGeom prst="rect">
            <a:avLst/>
          </a:prstGeom>
          <a:ln w="12700">
            <a:miter lim="400000"/>
          </a:ln>
        </p:spPr>
      </p:pic>
      <p:sp>
        <p:nvSpPr>
          <p:cNvPr id="131" name="Shape 131"/>
          <p:cNvSpPr/>
          <p:nvPr/>
        </p:nvSpPr>
        <p:spPr>
          <a:xfrm>
            <a:off x="571500" y="1928809"/>
            <a:ext cx="8143875" cy="383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8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Rockwell"/>
                <a:ea typeface="Rockwell"/>
                <a:cs typeface="Rockwell"/>
                <a:sym typeface="Rockwell"/>
                <a:hlinkClick r:id="rId3"/>
              </a:defRPr>
            </a:lvl1pPr>
          </a:lstStyle>
          <a:p>
            <a:pPr lvl="0"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 </a:t>
            </a:r>
          </a:p>
        </p:txBody>
      </p:sp>
      <p:sp>
        <p:nvSpPr>
          <p:cNvPr id="132" name="Shape 132"/>
          <p:cNvSpPr/>
          <p:nvPr/>
        </p:nvSpPr>
        <p:spPr>
          <a:xfrm>
            <a:off x="684212" y="1844674"/>
            <a:ext cx="7632701" cy="3698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lvl="0">
              <a:defRPr sz="1800"/>
            </a:pPr>
            <a:r>
              <a:rPr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• </a:t>
            </a:r>
            <a:r>
              <a:rPr sz="24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Competência engloba o conhecimento real, a habilidade, a experiência, os julgamentos de valor e redes sociais. É o elo entre conhecimento e estratégia. Não pode ser copiada com exatidão, é transferida pela prática. </a:t>
            </a:r>
            <a:endParaRPr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defRPr sz="1800"/>
            </a:pPr>
            <a:endParaRPr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buClr>
                <a:srgbClr val="FFFFFF"/>
              </a:buClr>
              <a:buSzPct val="100000"/>
              <a:buFont typeface="Arial"/>
              <a:buChar char="•"/>
              <a:defRPr sz="1800"/>
            </a:pPr>
            <a:r>
              <a:rPr sz="24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Competência, ainda, é a capacidade de gerar resultados observáveis, necessários ao alcance dos objetivos (de negócios e culturais) definidos no posicionamento estratégico da empresa e no propósito de manutenção e desenvolvimento de sua ideologia essencial </a:t>
            </a: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image23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12725" y="212725"/>
            <a:ext cx="8540750" cy="823913"/>
          </a:xfrm>
          <a:prstGeom prst="rect">
            <a:avLst/>
          </a:prstGeom>
          <a:ln w="12700">
            <a:miter lim="400000"/>
          </a:ln>
        </p:spPr>
      </p:pic>
      <p:sp>
        <p:nvSpPr>
          <p:cNvPr id="135" name="Shape 135"/>
          <p:cNvSpPr/>
          <p:nvPr/>
        </p:nvSpPr>
        <p:spPr>
          <a:xfrm>
            <a:off x="571500" y="1928809"/>
            <a:ext cx="8143875" cy="383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8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Rockwell"/>
                <a:ea typeface="Rockwell"/>
                <a:cs typeface="Rockwell"/>
                <a:sym typeface="Rockwell"/>
                <a:hlinkClick r:id="rId3"/>
              </a:defRPr>
            </a:lvl1pPr>
          </a:lstStyle>
          <a:p>
            <a:pPr lvl="0"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 </a:t>
            </a:r>
          </a:p>
        </p:txBody>
      </p:sp>
      <p:sp>
        <p:nvSpPr>
          <p:cNvPr id="136" name="Shape 136"/>
          <p:cNvSpPr/>
          <p:nvPr/>
        </p:nvSpPr>
        <p:spPr>
          <a:xfrm>
            <a:off x="684212" y="1844674"/>
            <a:ext cx="7632701" cy="3622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lvl="0">
              <a:defRPr sz="1800"/>
            </a:pPr>
            <a:r>
              <a:rPr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• </a:t>
            </a:r>
            <a:r>
              <a:rPr sz="24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Identificar quem sabe e o quê sabe.</a:t>
            </a:r>
            <a:endParaRPr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defRPr sz="1800"/>
            </a:pPr>
            <a:r>
              <a:rPr sz="24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• Mapear e identificar competências.</a:t>
            </a:r>
            <a:endParaRPr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defRPr sz="1800"/>
            </a:pPr>
            <a:r>
              <a:rPr sz="24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• Torná-las acessíveis ao restante da organização</a:t>
            </a:r>
            <a:endParaRPr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defRPr sz="1800"/>
            </a:pPr>
            <a:endParaRPr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defRPr sz="1800"/>
            </a:pPr>
            <a:endParaRPr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defRPr sz="1800"/>
            </a:pPr>
            <a:r>
              <a:rPr sz="2400" b="1" i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Em síntese:</a:t>
            </a:r>
            <a:endParaRPr b="1" i="1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defRPr sz="1800"/>
            </a:pPr>
            <a:r>
              <a:rPr sz="24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Trata de identificar quais as competências e habilidades que a organização necessita e quais as que seus colaboradores possuem, para identificar as lacunas existentes e definir um plano de ação.</a:t>
            </a: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image24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12725" y="212725"/>
            <a:ext cx="8540750" cy="823913"/>
          </a:xfrm>
          <a:prstGeom prst="rect">
            <a:avLst/>
          </a:prstGeom>
          <a:ln w="12700">
            <a:miter lim="400000"/>
          </a:ln>
        </p:spPr>
      </p:pic>
      <p:sp>
        <p:nvSpPr>
          <p:cNvPr id="139" name="Shape 139"/>
          <p:cNvSpPr/>
          <p:nvPr/>
        </p:nvSpPr>
        <p:spPr>
          <a:xfrm>
            <a:off x="571500" y="1928809"/>
            <a:ext cx="8143875" cy="383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8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Rockwell"/>
                <a:ea typeface="Rockwell"/>
                <a:cs typeface="Rockwell"/>
                <a:sym typeface="Rockwell"/>
                <a:hlinkClick r:id="rId3"/>
              </a:defRPr>
            </a:lvl1pPr>
          </a:lstStyle>
          <a:p>
            <a:pPr lvl="0"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 </a:t>
            </a:r>
          </a:p>
        </p:txBody>
      </p:sp>
      <p:sp>
        <p:nvSpPr>
          <p:cNvPr id="140" name="Shape 140"/>
          <p:cNvSpPr/>
          <p:nvPr/>
        </p:nvSpPr>
        <p:spPr>
          <a:xfrm>
            <a:off x="642936" y="1857373"/>
            <a:ext cx="8072440" cy="4422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lvl="0">
              <a:defRPr sz="1800"/>
            </a:pPr>
            <a:r>
              <a:rPr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- </a:t>
            </a:r>
            <a:r>
              <a:rPr sz="24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Incremento da qualidade do planejamento operacional e estratégico;</a:t>
            </a:r>
            <a:endParaRPr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defRPr sz="1800"/>
            </a:pPr>
            <a:br>
              <a:rPr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</a:br>
            <a:r>
              <a:rPr sz="24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- Agilização do processo de tomada de decisões;</a:t>
            </a:r>
            <a:endParaRPr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defRPr sz="1800"/>
            </a:pPr>
            <a:br>
              <a:rPr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</a:br>
            <a:r>
              <a:rPr sz="24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- Maior eficiência na previsão de mudanças e nas ações evitando-se surpresas;</a:t>
            </a:r>
            <a:endParaRPr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defRPr sz="1800"/>
            </a:pPr>
            <a:endParaRPr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defRPr sz="1800"/>
            </a:pPr>
            <a:r>
              <a:rPr sz="24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- Encorajamento de inovações e incremento na qualidade dos produtos;</a:t>
            </a:r>
            <a:endParaRPr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defRPr sz="1800"/>
            </a:pPr>
            <a:endParaRPr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defRPr sz="1800"/>
            </a:pPr>
            <a:br>
              <a:rPr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</a:br>
            <a:endParaRPr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image24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12725" y="212725"/>
            <a:ext cx="8540750" cy="823913"/>
          </a:xfrm>
          <a:prstGeom prst="rect">
            <a:avLst/>
          </a:prstGeom>
          <a:ln w="12700">
            <a:miter lim="400000"/>
          </a:ln>
        </p:spPr>
      </p:pic>
      <p:sp>
        <p:nvSpPr>
          <p:cNvPr id="143" name="Shape 143"/>
          <p:cNvSpPr/>
          <p:nvPr/>
        </p:nvSpPr>
        <p:spPr>
          <a:xfrm>
            <a:off x="571500" y="1928809"/>
            <a:ext cx="8143875" cy="383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8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Rockwell"/>
                <a:ea typeface="Rockwell"/>
                <a:cs typeface="Rockwell"/>
                <a:sym typeface="Rockwell"/>
                <a:hlinkClick r:id="rId3"/>
              </a:defRPr>
            </a:lvl1pPr>
          </a:lstStyle>
          <a:p>
            <a:pPr lvl="0"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 </a:t>
            </a:r>
          </a:p>
        </p:txBody>
      </p:sp>
      <p:sp>
        <p:nvSpPr>
          <p:cNvPr id="144" name="Shape 144"/>
          <p:cNvSpPr/>
          <p:nvPr/>
        </p:nvSpPr>
        <p:spPr>
          <a:xfrm>
            <a:off x="642936" y="1857374"/>
            <a:ext cx="8072440" cy="3545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lvl="0">
              <a:defRPr sz="1800"/>
            </a:pPr>
            <a:r>
              <a:rPr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- </a:t>
            </a:r>
            <a:r>
              <a:rPr sz="24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Eliminação da obtenção e processamento da mesma informação em duplicidade;</a:t>
            </a:r>
            <a:endParaRPr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defRPr sz="1800"/>
            </a:pPr>
            <a:br>
              <a:rPr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</a:br>
            <a:r>
              <a:rPr sz="24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- Incremento do compartilhamento da informação entre toda a organização;</a:t>
            </a:r>
            <a:endParaRPr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defRPr sz="1800"/>
            </a:pPr>
            <a:br>
              <a:rPr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</a:br>
            <a:r>
              <a:rPr sz="24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- Aprendizado abrangendo toda a organização, inclusive a administração;</a:t>
            </a:r>
            <a:endParaRPr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defRPr sz="1800"/>
            </a:pPr>
            <a:br>
              <a:rPr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</a:br>
            <a:r>
              <a:rPr sz="24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- Aumento da competitividade e melhoria dos resultados.</a:t>
            </a: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image25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12725" y="212725"/>
            <a:ext cx="8540750" cy="823913"/>
          </a:xfrm>
          <a:prstGeom prst="rect">
            <a:avLst/>
          </a:prstGeom>
          <a:ln w="12700">
            <a:miter lim="400000"/>
          </a:ln>
        </p:spPr>
      </p:pic>
      <p:sp>
        <p:nvSpPr>
          <p:cNvPr id="147" name="Shape 147"/>
          <p:cNvSpPr/>
          <p:nvPr/>
        </p:nvSpPr>
        <p:spPr>
          <a:xfrm>
            <a:off x="571500" y="1928809"/>
            <a:ext cx="8143875" cy="383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8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Rockwell"/>
                <a:ea typeface="Rockwell"/>
                <a:cs typeface="Rockwell"/>
                <a:sym typeface="Rockwell"/>
                <a:hlinkClick r:id="rId3"/>
              </a:defRPr>
            </a:lvl1pPr>
          </a:lstStyle>
          <a:p>
            <a:pPr lvl="0"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 </a:t>
            </a:r>
          </a:p>
        </p:txBody>
      </p:sp>
      <p:sp>
        <p:nvSpPr>
          <p:cNvPr id="148" name="Shape 148"/>
          <p:cNvSpPr/>
          <p:nvPr/>
        </p:nvSpPr>
        <p:spPr>
          <a:xfrm>
            <a:off x="642936" y="1857374"/>
            <a:ext cx="8072440" cy="15646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lvl="0">
              <a:defRPr sz="1800"/>
            </a:pPr>
            <a:r>
              <a:rPr sz="2400" b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Inteligência Empresarial </a:t>
            </a:r>
            <a:r>
              <a:rPr sz="24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é um programa sistemático para coleta e análise de informações sobre as atividades de concorrentes e tendências dos negócios a fim de alcançar os objetivos da organização.</a:t>
            </a:r>
          </a:p>
        </p:txBody>
      </p:sp>
      <p:pic>
        <p:nvPicPr>
          <p:cNvPr id="149" name="image3.jpeg" descr="http://www.mbi.com.br/MBI/biblioteca/artigos/200910intelig/namao.jpg"/>
          <p:cNvPicPr/>
          <p:nvPr/>
        </p:nvPicPr>
        <p:blipFill>
          <a:blip r:embed="rId4"/>
          <a:stretch>
            <a:fillRect/>
          </a:stretch>
        </p:blipFill>
        <p:spPr>
          <a:xfrm>
            <a:off x="2857500" y="3571875"/>
            <a:ext cx="2743200" cy="216217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image26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12725" y="212725"/>
            <a:ext cx="8540750" cy="823913"/>
          </a:xfrm>
          <a:prstGeom prst="rect">
            <a:avLst/>
          </a:prstGeom>
          <a:ln w="12700">
            <a:miter lim="400000"/>
          </a:ln>
        </p:spPr>
      </p:pic>
      <p:sp>
        <p:nvSpPr>
          <p:cNvPr id="152" name="Shape 152"/>
          <p:cNvSpPr/>
          <p:nvPr/>
        </p:nvSpPr>
        <p:spPr>
          <a:xfrm>
            <a:off x="571500" y="1928809"/>
            <a:ext cx="8143875" cy="383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8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Rockwell"/>
                <a:ea typeface="Rockwell"/>
                <a:cs typeface="Rockwell"/>
                <a:sym typeface="Rockwell"/>
                <a:hlinkClick r:id="rId3"/>
              </a:defRPr>
            </a:lvl1pPr>
          </a:lstStyle>
          <a:p>
            <a:pPr lvl="0"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 </a:t>
            </a:r>
          </a:p>
        </p:txBody>
      </p:sp>
      <p:sp>
        <p:nvSpPr>
          <p:cNvPr id="153" name="Shape 153"/>
          <p:cNvSpPr/>
          <p:nvPr/>
        </p:nvSpPr>
        <p:spPr>
          <a:xfrm>
            <a:off x="642936" y="1857374"/>
            <a:ext cx="8072440" cy="15646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lvl="0">
              <a:defRPr sz="1800"/>
            </a:pPr>
            <a:r>
              <a:rPr sz="2400" b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Educação corporativa </a:t>
            </a:r>
            <a:r>
              <a:rPr sz="24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pode ser definida como uma prática coordenada de gestão de pessoas e de gestão do conhecimento tendo como orientação a estratégia de longo prazo de uma organização.</a:t>
            </a:r>
          </a:p>
        </p:txBody>
      </p:sp>
      <p:pic>
        <p:nvPicPr>
          <p:cNvPr id="154" name="image27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3857625" y="3643312"/>
            <a:ext cx="1357313" cy="224314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image26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12725" y="212725"/>
            <a:ext cx="8540750" cy="823913"/>
          </a:xfrm>
          <a:prstGeom prst="rect">
            <a:avLst/>
          </a:prstGeom>
          <a:ln w="12700">
            <a:miter lim="400000"/>
          </a:ln>
        </p:spPr>
      </p:pic>
      <p:sp>
        <p:nvSpPr>
          <p:cNvPr id="157" name="Shape 157"/>
          <p:cNvSpPr/>
          <p:nvPr/>
        </p:nvSpPr>
        <p:spPr>
          <a:xfrm>
            <a:off x="571500" y="1928809"/>
            <a:ext cx="8143875" cy="383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8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Rockwell"/>
                <a:ea typeface="Rockwell"/>
                <a:cs typeface="Rockwell"/>
                <a:sym typeface="Rockwell"/>
                <a:hlinkClick r:id="rId3"/>
              </a:defRPr>
            </a:lvl1pPr>
          </a:lstStyle>
          <a:p>
            <a:pPr lvl="0"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 </a:t>
            </a:r>
          </a:p>
        </p:txBody>
      </p:sp>
      <p:pic>
        <p:nvPicPr>
          <p:cNvPr id="158" name="image28.png" descr="cdgco_fig_cap3_fig1"/>
          <p:cNvPicPr/>
          <p:nvPr/>
        </p:nvPicPr>
        <p:blipFill>
          <a:blip r:embed="rId4"/>
          <a:stretch>
            <a:fillRect/>
          </a:stretch>
        </p:blipFill>
        <p:spPr>
          <a:xfrm>
            <a:off x="468312" y="1628775"/>
            <a:ext cx="8135940" cy="44640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image29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12725" y="212725"/>
            <a:ext cx="8540750" cy="823913"/>
          </a:xfrm>
          <a:prstGeom prst="rect">
            <a:avLst/>
          </a:prstGeom>
          <a:ln w="12700">
            <a:miter lim="400000"/>
          </a:ln>
        </p:spPr>
      </p:pic>
      <p:sp>
        <p:nvSpPr>
          <p:cNvPr id="161" name="Shape 161"/>
          <p:cNvSpPr/>
          <p:nvPr/>
        </p:nvSpPr>
        <p:spPr>
          <a:xfrm>
            <a:off x="571500" y="1928809"/>
            <a:ext cx="8143875" cy="383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8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Rockwell"/>
                <a:ea typeface="Rockwell"/>
                <a:cs typeface="Rockwell"/>
                <a:sym typeface="Rockwell"/>
                <a:hlinkClick r:id="rId3"/>
              </a:defRPr>
            </a:lvl1pPr>
          </a:lstStyle>
          <a:p>
            <a:pPr lvl="0"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 </a:t>
            </a:r>
          </a:p>
        </p:txBody>
      </p:sp>
      <p:sp>
        <p:nvSpPr>
          <p:cNvPr id="162" name="Shape 162"/>
          <p:cNvSpPr/>
          <p:nvPr/>
        </p:nvSpPr>
        <p:spPr>
          <a:xfrm>
            <a:off x="684212" y="1844674"/>
            <a:ext cx="7632701" cy="399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lvl="0">
              <a:defRPr sz="1800"/>
            </a:pPr>
            <a:r>
              <a:rPr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• </a:t>
            </a:r>
            <a:r>
              <a:rPr sz="24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Área de Desenvolvimento de Software é uma das que mais se destacam no setor de TI.</a:t>
            </a:r>
            <a:endParaRPr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defRPr sz="1800"/>
            </a:pPr>
            <a:endParaRPr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defRPr sz="1800"/>
            </a:pPr>
            <a:r>
              <a:rPr sz="24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• Principal ativo das organizações desta área é o Capital Intelectual</a:t>
            </a:r>
            <a:endParaRPr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defRPr sz="1800"/>
            </a:pPr>
            <a:endParaRPr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defRPr sz="1800"/>
            </a:pPr>
            <a:r>
              <a:rPr sz="24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• Utilizando a Gestão do Conhecimento, estas empresas tendem a alcançar vários benefícios:</a:t>
            </a:r>
            <a:endParaRPr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defRPr sz="1800"/>
            </a:pPr>
            <a:r>
              <a:rPr sz="24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	-  Aumentar a eficácia</a:t>
            </a:r>
            <a:endParaRPr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defRPr sz="1800"/>
            </a:pPr>
            <a:r>
              <a:rPr sz="24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	-  Reduzir custos e prazos</a:t>
            </a:r>
            <a:endParaRPr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defRPr sz="1800"/>
            </a:pPr>
            <a:r>
              <a:rPr sz="24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	-  Maior vantagem competitiva</a:t>
            </a: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image30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12725" y="212725"/>
            <a:ext cx="8540750" cy="823913"/>
          </a:xfrm>
          <a:prstGeom prst="rect">
            <a:avLst/>
          </a:prstGeom>
          <a:ln w="12700">
            <a:miter lim="400000"/>
          </a:ln>
        </p:spPr>
      </p:pic>
      <p:sp>
        <p:nvSpPr>
          <p:cNvPr id="165" name="Shape 165"/>
          <p:cNvSpPr/>
          <p:nvPr/>
        </p:nvSpPr>
        <p:spPr>
          <a:xfrm>
            <a:off x="571500" y="1928809"/>
            <a:ext cx="8143875" cy="383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8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Rockwell"/>
                <a:ea typeface="Rockwell"/>
                <a:cs typeface="Rockwell"/>
                <a:sym typeface="Rockwell"/>
                <a:hlinkClick r:id="rId3"/>
              </a:defRPr>
            </a:lvl1pPr>
          </a:lstStyle>
          <a:p>
            <a:pPr lvl="0"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 </a:t>
            </a:r>
          </a:p>
        </p:txBody>
      </p:sp>
      <p:sp>
        <p:nvSpPr>
          <p:cNvPr id="166" name="Shape 166"/>
          <p:cNvSpPr/>
          <p:nvPr/>
        </p:nvSpPr>
        <p:spPr>
          <a:xfrm>
            <a:off x="320634" y="1484416"/>
            <a:ext cx="8394741" cy="43242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 lvl="0" algn="l">
              <a:defRPr sz="1800"/>
            </a:pPr>
            <a:r>
              <a:rPr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• </a:t>
            </a:r>
            <a:r>
              <a:rPr sz="25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O </a:t>
            </a:r>
            <a:r>
              <a:rPr sz="25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processo</a:t>
            </a:r>
            <a:r>
              <a:rPr sz="25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de </a:t>
            </a:r>
            <a:r>
              <a:rPr sz="25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transferência</a:t>
            </a:r>
            <a:r>
              <a:rPr sz="25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de </a:t>
            </a:r>
            <a:r>
              <a:rPr sz="25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conhecimento</a:t>
            </a:r>
            <a:endParaRPr sz="2500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 algn="l">
              <a:defRPr sz="1800"/>
            </a:pPr>
            <a:r>
              <a:rPr sz="25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	- </a:t>
            </a:r>
            <a:r>
              <a:rPr sz="25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Indívíduo</a:t>
            </a:r>
            <a:r>
              <a:rPr sz="25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(Expert) </a:t>
            </a:r>
            <a:r>
              <a:rPr sz="25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passa</a:t>
            </a:r>
            <a:r>
              <a:rPr sz="25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5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seu</a:t>
            </a:r>
            <a:r>
              <a:rPr sz="25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5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conhecimento</a:t>
            </a:r>
            <a:r>
              <a:rPr sz="25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para o </a:t>
            </a:r>
            <a:r>
              <a:rPr sz="25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nível</a:t>
            </a:r>
            <a:r>
              <a:rPr sz="25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5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organizacional</a:t>
            </a:r>
            <a:endParaRPr sz="2500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 algn="l">
              <a:defRPr sz="1800"/>
            </a:pPr>
            <a:endParaRPr sz="2500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 algn="l">
              <a:defRPr sz="1800"/>
            </a:pPr>
            <a:r>
              <a:rPr sz="25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• </a:t>
            </a:r>
            <a:r>
              <a:rPr sz="25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Reuso</a:t>
            </a:r>
            <a:r>
              <a:rPr sz="25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do </a:t>
            </a:r>
            <a:r>
              <a:rPr sz="25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conhecimento</a:t>
            </a:r>
            <a:endParaRPr sz="2500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 algn="l">
              <a:defRPr sz="1800"/>
            </a:pPr>
            <a:r>
              <a:rPr sz="25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	- </a:t>
            </a:r>
            <a:r>
              <a:rPr sz="25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Paradigma</a:t>
            </a:r>
            <a:r>
              <a:rPr sz="25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para </a:t>
            </a:r>
            <a:r>
              <a:rPr sz="25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desenvolver</a:t>
            </a:r>
            <a:r>
              <a:rPr sz="25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com </a:t>
            </a:r>
            <a:r>
              <a:rPr sz="25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alta</a:t>
            </a:r>
            <a:r>
              <a:rPr sz="25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5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qualidade</a:t>
            </a:r>
            <a:r>
              <a:rPr sz="25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e </a:t>
            </a:r>
            <a:r>
              <a:rPr sz="25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custo</a:t>
            </a:r>
            <a:r>
              <a:rPr sz="25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5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reduzido</a:t>
            </a:r>
            <a:endParaRPr sz="2500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 algn="l">
              <a:defRPr sz="1800"/>
            </a:pPr>
            <a:endParaRPr sz="2500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 algn="l">
              <a:defRPr sz="1800"/>
            </a:pPr>
            <a:r>
              <a:rPr sz="25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• </a:t>
            </a:r>
            <a:r>
              <a:rPr sz="25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Análise</a:t>
            </a:r>
            <a:r>
              <a:rPr sz="25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500" i="1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Post Mortem</a:t>
            </a:r>
          </a:p>
          <a:p>
            <a:pPr lvl="0" algn="l">
              <a:defRPr sz="1800"/>
            </a:pPr>
            <a:r>
              <a:rPr sz="25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	- </a:t>
            </a:r>
            <a:r>
              <a:rPr sz="25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Captura</a:t>
            </a:r>
            <a:r>
              <a:rPr sz="25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de </a:t>
            </a:r>
            <a:r>
              <a:rPr sz="25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projetos</a:t>
            </a:r>
            <a:r>
              <a:rPr sz="25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5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já</a:t>
            </a:r>
            <a:r>
              <a:rPr sz="25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5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finalizados</a:t>
            </a:r>
            <a:r>
              <a:rPr sz="25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, </a:t>
            </a:r>
            <a:r>
              <a:rPr sz="25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experiências</a:t>
            </a:r>
            <a:r>
              <a:rPr sz="25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e </a:t>
            </a:r>
            <a:r>
              <a:rPr sz="25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sugestões</a:t>
            </a:r>
            <a:r>
              <a:rPr sz="25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de </a:t>
            </a:r>
            <a:r>
              <a:rPr sz="25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melhorias</a:t>
            </a:r>
            <a:r>
              <a:rPr sz="25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para o </a:t>
            </a:r>
            <a:r>
              <a:rPr sz="25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projeto</a:t>
            </a:r>
            <a:r>
              <a:rPr sz="25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5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atual</a:t>
            </a:r>
            <a:endParaRPr sz="2500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image31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12725" y="212725"/>
            <a:ext cx="8540750" cy="823913"/>
          </a:xfrm>
          <a:prstGeom prst="rect">
            <a:avLst/>
          </a:prstGeom>
          <a:ln w="12700">
            <a:miter lim="400000"/>
          </a:ln>
        </p:spPr>
      </p:pic>
      <p:sp>
        <p:nvSpPr>
          <p:cNvPr id="169" name="Shape 169"/>
          <p:cNvSpPr/>
          <p:nvPr/>
        </p:nvSpPr>
        <p:spPr>
          <a:xfrm>
            <a:off x="571500" y="1928809"/>
            <a:ext cx="8143875" cy="383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8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Rockwell"/>
                <a:ea typeface="Rockwell"/>
                <a:cs typeface="Rockwell"/>
                <a:sym typeface="Rockwell"/>
                <a:hlinkClick r:id="rId3"/>
              </a:defRPr>
            </a:lvl1pPr>
          </a:lstStyle>
          <a:p>
            <a:pPr lvl="0"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 </a:t>
            </a:r>
          </a:p>
        </p:txBody>
      </p:sp>
      <p:sp>
        <p:nvSpPr>
          <p:cNvPr id="170" name="Shape 170"/>
          <p:cNvSpPr/>
          <p:nvPr/>
        </p:nvSpPr>
        <p:spPr>
          <a:xfrm>
            <a:off x="531812" y="1641474"/>
            <a:ext cx="7632701" cy="4155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lvl="0">
              <a:defRPr sz="1800"/>
            </a:pPr>
            <a:r>
              <a:rPr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• </a:t>
            </a:r>
            <a:r>
              <a:rPr sz="26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As </a:t>
            </a:r>
            <a:r>
              <a:rPr sz="26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abordagens</a:t>
            </a:r>
            <a:r>
              <a:rPr sz="26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6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tem</a:t>
            </a:r>
            <a:r>
              <a:rPr sz="26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6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sucesso</a:t>
            </a:r>
            <a:r>
              <a:rPr sz="26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6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em</a:t>
            </a:r>
            <a:r>
              <a:rPr sz="26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6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armazenar</a:t>
            </a:r>
            <a:r>
              <a:rPr sz="26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, </a:t>
            </a:r>
            <a:r>
              <a:rPr sz="26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recuperar</a:t>
            </a:r>
            <a:r>
              <a:rPr sz="26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e </a:t>
            </a:r>
            <a:r>
              <a:rPr sz="26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transferir</a:t>
            </a:r>
            <a:r>
              <a:rPr sz="26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o </a:t>
            </a:r>
            <a:r>
              <a:rPr sz="26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conhecimento</a:t>
            </a:r>
            <a:r>
              <a:rPr sz="26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6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codificado</a:t>
            </a:r>
            <a:endParaRPr sz="2600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defRPr sz="1800"/>
            </a:pPr>
            <a:r>
              <a:rPr sz="26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	- </a:t>
            </a:r>
            <a:r>
              <a:rPr sz="26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Repositório</a:t>
            </a:r>
            <a:r>
              <a:rPr sz="26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de </a:t>
            </a:r>
            <a:r>
              <a:rPr sz="26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documentos</a:t>
            </a:r>
            <a:r>
              <a:rPr sz="26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e dados </a:t>
            </a:r>
            <a:r>
              <a:rPr sz="26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não-estruturados</a:t>
            </a:r>
            <a:endParaRPr sz="2600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defRPr sz="1800"/>
            </a:pPr>
            <a:endParaRPr sz="2600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defRPr sz="1800"/>
            </a:pPr>
            <a:r>
              <a:rPr sz="26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• No </a:t>
            </a:r>
            <a:r>
              <a:rPr sz="26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contexto</a:t>
            </a:r>
            <a:r>
              <a:rPr sz="26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da </a:t>
            </a:r>
            <a:r>
              <a:rPr sz="26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Engenharia</a:t>
            </a:r>
            <a:r>
              <a:rPr sz="26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de Software</a:t>
            </a:r>
          </a:p>
          <a:p>
            <a:pPr lvl="0">
              <a:defRPr sz="1800"/>
            </a:pPr>
            <a:r>
              <a:rPr sz="26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	- </a:t>
            </a:r>
            <a:r>
              <a:rPr sz="26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Repositórios</a:t>
            </a:r>
            <a:r>
              <a:rPr sz="26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6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devem</a:t>
            </a:r>
            <a:r>
              <a:rPr sz="26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ser </a:t>
            </a:r>
            <a:r>
              <a:rPr sz="26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usados</a:t>
            </a:r>
            <a:r>
              <a:rPr sz="26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com </a:t>
            </a:r>
            <a:r>
              <a:rPr sz="26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abordagens</a:t>
            </a:r>
            <a:r>
              <a:rPr sz="26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6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alternativas</a:t>
            </a:r>
            <a:endParaRPr sz="2600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defRPr sz="1800"/>
            </a:pPr>
            <a:r>
              <a:rPr sz="26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	- </a:t>
            </a:r>
            <a:r>
              <a:rPr sz="26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Tecnologia</a:t>
            </a:r>
            <a:r>
              <a:rPr sz="26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6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deve</a:t>
            </a:r>
            <a:r>
              <a:rPr sz="26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6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oferecer</a:t>
            </a:r>
            <a:r>
              <a:rPr sz="26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bases para a </a:t>
            </a:r>
            <a:r>
              <a:rPr sz="26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comunicação</a:t>
            </a:r>
            <a:r>
              <a:rPr sz="26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e </a:t>
            </a:r>
            <a:r>
              <a:rPr sz="26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diálogo</a:t>
            </a:r>
            <a:r>
              <a:rPr sz="26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entre </a:t>
            </a:r>
            <a:r>
              <a:rPr sz="26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os</a:t>
            </a:r>
            <a:r>
              <a:rPr sz="26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6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indivíduos</a:t>
            </a:r>
            <a:endParaRPr sz="2600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image32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12725" y="212725"/>
            <a:ext cx="8540750" cy="823913"/>
          </a:xfrm>
          <a:prstGeom prst="rect">
            <a:avLst/>
          </a:prstGeom>
          <a:ln w="12700">
            <a:miter lim="400000"/>
          </a:ln>
        </p:spPr>
      </p:pic>
      <p:sp>
        <p:nvSpPr>
          <p:cNvPr id="173" name="Shape 173"/>
          <p:cNvSpPr/>
          <p:nvPr/>
        </p:nvSpPr>
        <p:spPr>
          <a:xfrm>
            <a:off x="571500" y="1928809"/>
            <a:ext cx="8143875" cy="383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8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Rockwell"/>
                <a:ea typeface="Rockwell"/>
                <a:cs typeface="Rockwell"/>
                <a:sym typeface="Rockwell"/>
                <a:hlinkClick r:id="rId3"/>
              </a:defRPr>
            </a:lvl1pPr>
          </a:lstStyle>
          <a:p>
            <a:pPr lvl="0"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 </a:t>
            </a:r>
          </a:p>
        </p:txBody>
      </p:sp>
      <p:sp>
        <p:nvSpPr>
          <p:cNvPr id="174" name="Shape 174"/>
          <p:cNvSpPr/>
          <p:nvPr/>
        </p:nvSpPr>
        <p:spPr>
          <a:xfrm>
            <a:off x="571499" y="1857374"/>
            <a:ext cx="8215315" cy="3539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lvl="0" algn="just">
              <a:defRPr sz="1800"/>
            </a:pPr>
            <a:r>
              <a:rPr sz="28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A </a:t>
            </a:r>
            <a:r>
              <a:rPr sz="28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Gestão</a:t>
            </a:r>
            <a:r>
              <a:rPr sz="28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do </a:t>
            </a:r>
            <a:r>
              <a:rPr sz="28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Conhecimento</a:t>
            </a:r>
            <a:r>
              <a:rPr sz="28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8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está</a:t>
            </a:r>
            <a:r>
              <a:rPr sz="28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8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associada</a:t>
            </a:r>
            <a:r>
              <a:rPr sz="28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8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à</a:t>
            </a:r>
            <a:r>
              <a:rPr sz="28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8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evolução</a:t>
            </a:r>
            <a:r>
              <a:rPr sz="28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da </a:t>
            </a:r>
            <a:r>
              <a:rPr sz="28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teoria</a:t>
            </a:r>
            <a:r>
              <a:rPr sz="28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8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organizacional</a:t>
            </a:r>
            <a:r>
              <a:rPr sz="28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, e </a:t>
            </a:r>
            <a:r>
              <a:rPr sz="28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sua</a:t>
            </a:r>
            <a:r>
              <a:rPr sz="28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8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prática</a:t>
            </a:r>
            <a:r>
              <a:rPr sz="28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8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envolve</a:t>
            </a:r>
            <a:r>
              <a:rPr sz="28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8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análise</a:t>
            </a:r>
            <a:r>
              <a:rPr sz="28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de </a:t>
            </a:r>
            <a:r>
              <a:rPr sz="28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aspectos</a:t>
            </a:r>
            <a:r>
              <a:rPr sz="28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8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muito</a:t>
            </a:r>
            <a:r>
              <a:rPr sz="28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8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diversos</a:t>
            </a:r>
            <a:r>
              <a:rPr sz="28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entre </a:t>
            </a:r>
            <a:r>
              <a:rPr sz="28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si</a:t>
            </a:r>
            <a:r>
              <a:rPr sz="28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8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como</a:t>
            </a:r>
            <a:r>
              <a:rPr sz="28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: </a:t>
            </a:r>
            <a:endParaRPr lang="pt-BR" sz="2800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 algn="just">
              <a:defRPr sz="1800"/>
            </a:pPr>
            <a:r>
              <a:rPr sz="28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concepção</a:t>
            </a:r>
            <a:r>
              <a:rPr sz="28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8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sobre</a:t>
            </a:r>
            <a:r>
              <a:rPr sz="28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a </a:t>
            </a:r>
            <a:r>
              <a:rPr sz="28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natureza</a:t>
            </a:r>
            <a:r>
              <a:rPr sz="28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8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humana</a:t>
            </a:r>
            <a:r>
              <a:rPr sz="28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,</a:t>
            </a:r>
            <a:endParaRPr lang="pt-BR" sz="2800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 algn="just">
              <a:defRPr sz="1800"/>
            </a:pPr>
            <a:r>
              <a:rPr sz="28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8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ambiente</a:t>
            </a:r>
            <a:r>
              <a:rPr sz="28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8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econômico</a:t>
            </a:r>
            <a:r>
              <a:rPr sz="28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e social, </a:t>
            </a:r>
            <a:endParaRPr lang="pt-BR" sz="2800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 algn="just">
              <a:defRPr sz="1800"/>
            </a:pPr>
            <a:r>
              <a:rPr sz="28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tecnologias</a:t>
            </a:r>
            <a:r>
              <a:rPr sz="28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8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envolvidas</a:t>
            </a:r>
            <a:r>
              <a:rPr sz="28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, </a:t>
            </a:r>
            <a:endParaRPr lang="pt-BR" sz="2800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 algn="just">
              <a:defRPr sz="1800"/>
            </a:pPr>
            <a:r>
              <a:rPr sz="28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modelos</a:t>
            </a:r>
            <a:r>
              <a:rPr sz="28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8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organizacionais</a:t>
            </a:r>
            <a:r>
              <a:rPr sz="28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e </a:t>
            </a:r>
            <a:r>
              <a:rPr sz="28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práticas</a:t>
            </a:r>
            <a:r>
              <a:rPr sz="28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8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gerenciais</a:t>
            </a:r>
            <a:r>
              <a:rPr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. </a:t>
            </a:r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image32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12725" y="212725"/>
            <a:ext cx="8540750" cy="823913"/>
          </a:xfrm>
          <a:prstGeom prst="rect">
            <a:avLst/>
          </a:prstGeom>
          <a:ln w="12700">
            <a:miter lim="400000"/>
          </a:ln>
        </p:spPr>
      </p:pic>
      <p:sp>
        <p:nvSpPr>
          <p:cNvPr id="177" name="Shape 177"/>
          <p:cNvSpPr/>
          <p:nvPr/>
        </p:nvSpPr>
        <p:spPr>
          <a:xfrm>
            <a:off x="571500" y="1928809"/>
            <a:ext cx="8143875" cy="383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8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Rockwell"/>
                <a:ea typeface="Rockwell"/>
                <a:cs typeface="Rockwell"/>
                <a:sym typeface="Rockwell"/>
                <a:hlinkClick r:id="rId3"/>
              </a:defRPr>
            </a:lvl1pPr>
          </a:lstStyle>
          <a:p>
            <a:pPr lvl="0"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 </a:t>
            </a:r>
          </a:p>
        </p:txBody>
      </p:sp>
      <p:sp>
        <p:nvSpPr>
          <p:cNvPr id="178" name="Shape 178"/>
          <p:cNvSpPr/>
          <p:nvPr/>
        </p:nvSpPr>
        <p:spPr>
          <a:xfrm>
            <a:off x="571499" y="1857374"/>
            <a:ext cx="8215315" cy="414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lvl="0" algn="just">
              <a:defRPr sz="1800"/>
            </a:pPr>
            <a:r>
              <a:rPr sz="24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Entende</a:t>
            </a:r>
            <a:r>
              <a:rPr sz="24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-se, </a:t>
            </a:r>
            <a:r>
              <a:rPr sz="24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assim</a:t>
            </a:r>
            <a:r>
              <a:rPr sz="24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, que </a:t>
            </a:r>
            <a:r>
              <a:rPr sz="24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Gestão</a:t>
            </a:r>
            <a:r>
              <a:rPr sz="24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do </a:t>
            </a:r>
            <a:r>
              <a:rPr sz="24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Conhecimento</a:t>
            </a:r>
            <a:r>
              <a:rPr sz="24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4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não</a:t>
            </a:r>
            <a:r>
              <a:rPr sz="24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se </a:t>
            </a:r>
            <a:r>
              <a:rPr sz="24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restringe</a:t>
            </a:r>
            <a:r>
              <a:rPr sz="24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4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ao</a:t>
            </a:r>
            <a:r>
              <a:rPr sz="24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4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enunciado</a:t>
            </a:r>
            <a:r>
              <a:rPr sz="24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de </a:t>
            </a:r>
            <a:r>
              <a:rPr sz="24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políticas</a:t>
            </a:r>
            <a:r>
              <a:rPr sz="24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, </a:t>
            </a:r>
            <a:r>
              <a:rPr sz="24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diretrizes</a:t>
            </a:r>
            <a:r>
              <a:rPr sz="24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e </a:t>
            </a:r>
            <a:r>
              <a:rPr sz="24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à</a:t>
            </a:r>
            <a:r>
              <a:rPr sz="24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4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adoção</a:t>
            </a:r>
            <a:r>
              <a:rPr sz="24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de </a:t>
            </a:r>
            <a:r>
              <a:rPr sz="24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práticas</a:t>
            </a:r>
            <a:r>
              <a:rPr sz="24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4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gerenciais</a:t>
            </a:r>
            <a:r>
              <a:rPr sz="24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. </a:t>
            </a:r>
            <a:r>
              <a:rPr sz="24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É</a:t>
            </a:r>
            <a:r>
              <a:rPr sz="24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4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mais</a:t>
            </a:r>
            <a:r>
              <a:rPr sz="24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do que </a:t>
            </a:r>
            <a:r>
              <a:rPr sz="24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isso</a:t>
            </a:r>
            <a:r>
              <a:rPr sz="24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, </a:t>
            </a:r>
            <a:r>
              <a:rPr sz="24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envolve</a:t>
            </a:r>
            <a:r>
              <a:rPr sz="24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4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compreensão</a:t>
            </a:r>
            <a:r>
              <a:rPr sz="24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, </a:t>
            </a:r>
            <a:r>
              <a:rPr sz="24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postura</a:t>
            </a:r>
            <a:r>
              <a:rPr sz="24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, </a:t>
            </a:r>
            <a:r>
              <a:rPr sz="24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entendimento</a:t>
            </a:r>
            <a:r>
              <a:rPr sz="24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dos </a:t>
            </a:r>
            <a:r>
              <a:rPr sz="24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processos</a:t>
            </a:r>
            <a:r>
              <a:rPr sz="24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4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humanos</a:t>
            </a:r>
            <a:r>
              <a:rPr sz="24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de </a:t>
            </a:r>
            <a:r>
              <a:rPr sz="24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aprendizado</a:t>
            </a:r>
            <a:r>
              <a:rPr sz="24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, de </a:t>
            </a:r>
            <a:r>
              <a:rPr sz="24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liberdade</a:t>
            </a:r>
            <a:r>
              <a:rPr sz="24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, de </a:t>
            </a:r>
            <a:r>
              <a:rPr sz="24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criação</a:t>
            </a:r>
            <a:r>
              <a:rPr sz="24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e </a:t>
            </a:r>
            <a:r>
              <a:rPr sz="24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aprendizados</a:t>
            </a:r>
            <a:r>
              <a:rPr sz="24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individual e </a:t>
            </a:r>
            <a:r>
              <a:rPr sz="24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coletivo</a:t>
            </a:r>
            <a:r>
              <a:rPr sz="24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4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sendo</a:t>
            </a:r>
            <a:r>
              <a:rPr sz="24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4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assim</a:t>
            </a:r>
            <a:r>
              <a:rPr sz="24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, um </a:t>
            </a:r>
            <a:r>
              <a:rPr sz="24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processo</a:t>
            </a:r>
            <a:r>
              <a:rPr sz="24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4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contínuo</a:t>
            </a:r>
            <a:r>
              <a:rPr sz="24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e </a:t>
            </a:r>
            <a:r>
              <a:rPr sz="24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envolvente</a:t>
            </a:r>
            <a:r>
              <a:rPr sz="24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, que </a:t>
            </a:r>
            <a:r>
              <a:rPr sz="24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transcende</a:t>
            </a:r>
            <a:r>
              <a:rPr sz="24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a </a:t>
            </a:r>
            <a:r>
              <a:rPr sz="24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comportamentos</a:t>
            </a:r>
            <a:r>
              <a:rPr sz="24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4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individuais</a:t>
            </a:r>
            <a:r>
              <a:rPr sz="24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e </a:t>
            </a:r>
            <a:r>
              <a:rPr sz="24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objetiva</a:t>
            </a:r>
            <a:r>
              <a:rPr sz="24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a </a:t>
            </a:r>
            <a:r>
              <a:rPr sz="24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transformação</a:t>
            </a:r>
            <a:r>
              <a:rPr sz="24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da </a:t>
            </a:r>
            <a:r>
              <a:rPr sz="24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organização</a:t>
            </a:r>
            <a:r>
              <a:rPr sz="24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4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em</a:t>
            </a:r>
            <a:r>
              <a:rPr sz="24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um </a:t>
            </a:r>
            <a:r>
              <a:rPr sz="24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ambiente</a:t>
            </a:r>
            <a:r>
              <a:rPr sz="24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4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favorável</a:t>
            </a:r>
            <a:r>
              <a:rPr sz="24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4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às</a:t>
            </a:r>
            <a:r>
              <a:rPr sz="24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4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novas</a:t>
            </a:r>
            <a:r>
              <a:rPr sz="24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4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idéias</a:t>
            </a:r>
            <a:r>
              <a:rPr sz="24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, </a:t>
            </a:r>
            <a:r>
              <a:rPr sz="24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ao</a:t>
            </a:r>
            <a:r>
              <a:rPr sz="24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4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aprendizado</a:t>
            </a:r>
            <a:r>
              <a:rPr sz="24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e </a:t>
            </a:r>
            <a:r>
              <a:rPr sz="24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à</a:t>
            </a:r>
            <a:r>
              <a:rPr sz="24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4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atualização</a:t>
            </a:r>
            <a:r>
              <a:rPr sz="24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4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vinculada</a:t>
            </a:r>
            <a:r>
              <a:rPr sz="24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4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aos</a:t>
            </a:r>
            <a:r>
              <a:rPr sz="24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4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objetivos</a:t>
            </a:r>
            <a:r>
              <a:rPr sz="24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sz="24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estratégicos</a:t>
            </a:r>
            <a:r>
              <a:rPr sz="24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e </a:t>
            </a:r>
            <a:r>
              <a:rPr sz="24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sistêmicos</a:t>
            </a:r>
            <a:r>
              <a:rPr sz="24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 da </a:t>
            </a:r>
            <a:r>
              <a:rPr sz="2400" dirty="0" err="1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empresa</a:t>
            </a:r>
            <a:r>
              <a:rPr sz="24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.</a:t>
            </a:r>
            <a:br>
              <a:rPr sz="2400" dirty="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</a:br>
            <a:endParaRPr sz="2400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600">
                <a:solidFill>
                  <a:srgbClr val="DFE0D4"/>
                </a:solidFill>
              </a:rPr>
              <a:t>34</a:t>
            </a:fld>
            <a:endParaRPr sz="1600">
              <a:solidFill>
                <a:srgbClr val="DFE0D4"/>
              </a:solidFill>
            </a:endParaRPr>
          </a:p>
        </p:txBody>
      </p:sp>
      <p:sp>
        <p:nvSpPr>
          <p:cNvPr id="181" name="Shape 181"/>
          <p:cNvSpPr>
            <a:spLocks noGrp="1"/>
          </p:cNvSpPr>
          <p:nvPr>
            <p:ph type="title" idx="4294967295"/>
          </p:nvPr>
        </p:nvSpPr>
        <p:spPr>
          <a:xfrm>
            <a:off x="1370012" y="389184"/>
            <a:ext cx="7315201" cy="798347"/>
          </a:xfrm>
          <a:prstGeom prst="rect">
            <a:avLst/>
          </a:prstGeom>
        </p:spPr>
        <p:txBody>
          <a:bodyPr/>
          <a:lstStyle>
            <a:lvl1pPr marL="0" indent="0" algn="l" defTabSz="457200"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200" dirty="0" err="1">
                <a:solidFill>
                  <a:srgbClr val="FFFFFF"/>
                </a:solidFill>
              </a:rPr>
              <a:t>Vantagens</a:t>
            </a:r>
            <a:r>
              <a:rPr sz="3200" dirty="0">
                <a:solidFill>
                  <a:srgbClr val="FFFFFF"/>
                </a:solidFill>
              </a:rPr>
              <a:t> da </a:t>
            </a:r>
            <a:r>
              <a:rPr sz="3200" dirty="0" err="1">
                <a:solidFill>
                  <a:srgbClr val="FFFFFF"/>
                </a:solidFill>
              </a:rPr>
              <a:t>gestão</a:t>
            </a:r>
            <a:r>
              <a:rPr sz="3200" dirty="0">
                <a:solidFill>
                  <a:srgbClr val="FFFFFF"/>
                </a:solidFill>
              </a:rPr>
              <a:t> do </a:t>
            </a:r>
            <a:r>
              <a:rPr sz="3200" dirty="0" err="1">
                <a:solidFill>
                  <a:srgbClr val="FFFFFF"/>
                </a:solidFill>
              </a:rPr>
              <a:t>conhecimento</a:t>
            </a:r>
            <a:r>
              <a:rPr sz="3200" dirty="0">
                <a:solidFill>
                  <a:srgbClr val="FFFFFF"/>
                </a:solidFill>
              </a:rPr>
              <a:t>:</a:t>
            </a:r>
          </a:p>
        </p:txBody>
      </p:sp>
      <p:sp>
        <p:nvSpPr>
          <p:cNvPr id="182" name="Shape 182"/>
          <p:cNvSpPr>
            <a:spLocks noGrp="1"/>
          </p:cNvSpPr>
          <p:nvPr>
            <p:ph type="body" idx="4294967295"/>
          </p:nvPr>
        </p:nvSpPr>
        <p:spPr>
          <a:xfrm>
            <a:off x="493712" y="1609824"/>
            <a:ext cx="8191501" cy="4858991"/>
          </a:xfrm>
          <a:prstGeom prst="rect">
            <a:avLst/>
          </a:prstGeom>
        </p:spPr>
        <p:txBody>
          <a:bodyPr/>
          <a:lstStyle/>
          <a:p>
            <a:pPr marL="0" lvl="0" indent="0" algn="ctr" defTabSz="457200">
              <a:buClrTx/>
              <a:buSzTx/>
              <a:buFontTx/>
              <a:buNone/>
              <a:defRPr sz="1800">
                <a:solidFill>
                  <a:srgbClr val="000000"/>
                </a:solidFill>
              </a:defRPr>
            </a:pPr>
            <a:r>
              <a:rPr sz="2100" dirty="0" err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Melhoria</a:t>
            </a:r>
            <a:r>
              <a:rPr sz="21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 </a:t>
            </a:r>
            <a:r>
              <a:rPr sz="2100" dirty="0" err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em</a:t>
            </a:r>
            <a:r>
              <a:rPr sz="21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 </a:t>
            </a:r>
            <a:r>
              <a:rPr sz="2100" dirty="0" err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processos</a:t>
            </a:r>
            <a:r>
              <a:rPr sz="21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;</a:t>
            </a:r>
          </a:p>
          <a:p>
            <a:pPr marL="0" lvl="0" indent="0" algn="ctr" defTabSz="457200">
              <a:buClrTx/>
              <a:buSzTx/>
              <a:buFontTx/>
              <a:buNone/>
              <a:defRPr sz="1800">
                <a:solidFill>
                  <a:srgbClr val="000000"/>
                </a:solidFill>
              </a:defRPr>
            </a:pPr>
            <a:r>
              <a:rPr sz="21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    </a:t>
            </a:r>
            <a:r>
              <a:rPr sz="2100" dirty="0" err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Maior</a:t>
            </a:r>
            <a:r>
              <a:rPr sz="21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 </a:t>
            </a:r>
            <a:r>
              <a:rPr sz="2100" dirty="0" err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competitividade</a:t>
            </a:r>
            <a:r>
              <a:rPr sz="21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;</a:t>
            </a:r>
          </a:p>
          <a:p>
            <a:pPr marL="0" lvl="0" indent="0" algn="ctr" defTabSz="457200">
              <a:buClrTx/>
              <a:buSzTx/>
              <a:buFontTx/>
              <a:buNone/>
              <a:defRPr sz="1800">
                <a:solidFill>
                  <a:srgbClr val="000000"/>
                </a:solidFill>
              </a:defRPr>
            </a:pPr>
            <a:r>
              <a:rPr sz="21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    </a:t>
            </a:r>
            <a:r>
              <a:rPr sz="2100" dirty="0" err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Mais</a:t>
            </a:r>
            <a:r>
              <a:rPr sz="21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 </a:t>
            </a:r>
            <a:r>
              <a:rPr sz="2100" dirty="0" err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agilidade</a:t>
            </a:r>
            <a:r>
              <a:rPr sz="21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 para as </a:t>
            </a:r>
            <a:r>
              <a:rPr sz="2100" dirty="0" err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equipes</a:t>
            </a:r>
            <a:r>
              <a:rPr sz="21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 e </a:t>
            </a:r>
            <a:r>
              <a:rPr sz="2100" dirty="0" err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qualidade</a:t>
            </a:r>
            <a:r>
              <a:rPr sz="21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 para </a:t>
            </a:r>
            <a:r>
              <a:rPr sz="2100" dirty="0" err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os</a:t>
            </a:r>
            <a:r>
              <a:rPr sz="21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 </a:t>
            </a:r>
            <a:r>
              <a:rPr sz="2100" dirty="0" err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produtos</a:t>
            </a:r>
            <a:r>
              <a:rPr sz="21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;</a:t>
            </a:r>
          </a:p>
          <a:p>
            <a:pPr marL="0" lvl="0" indent="0" algn="ctr" defTabSz="457200">
              <a:buClrTx/>
              <a:buSzTx/>
              <a:buFontTx/>
              <a:buNone/>
              <a:defRPr sz="1800">
                <a:solidFill>
                  <a:srgbClr val="000000"/>
                </a:solidFill>
              </a:defRPr>
            </a:pPr>
            <a:r>
              <a:rPr sz="21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    </a:t>
            </a:r>
            <a:r>
              <a:rPr sz="2100" dirty="0" err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Redução</a:t>
            </a:r>
            <a:r>
              <a:rPr sz="21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 de custos, </a:t>
            </a:r>
            <a:r>
              <a:rPr sz="2100" dirty="0" err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principalmente</a:t>
            </a:r>
            <a:r>
              <a:rPr sz="21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 com </a:t>
            </a:r>
            <a:r>
              <a:rPr sz="2100" dirty="0" err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planejamento</a:t>
            </a:r>
            <a:r>
              <a:rPr sz="21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 e </a:t>
            </a:r>
            <a:r>
              <a:rPr sz="2100" dirty="0" err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desenvolvimento</a:t>
            </a:r>
            <a:r>
              <a:rPr sz="21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 (P&amp;D);</a:t>
            </a:r>
          </a:p>
          <a:p>
            <a:pPr marL="0" lvl="0" indent="0" algn="ctr" defTabSz="457200">
              <a:buClrTx/>
              <a:buSzTx/>
              <a:buFontTx/>
              <a:buNone/>
              <a:defRPr sz="1800">
                <a:solidFill>
                  <a:srgbClr val="000000"/>
                </a:solidFill>
              </a:defRPr>
            </a:pPr>
            <a:r>
              <a:rPr sz="21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    </a:t>
            </a:r>
            <a:r>
              <a:rPr sz="2100" dirty="0" err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Redução</a:t>
            </a:r>
            <a:r>
              <a:rPr sz="21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 </a:t>
            </a:r>
            <a:r>
              <a:rPr sz="2100" dirty="0" err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em</a:t>
            </a:r>
            <a:r>
              <a:rPr sz="21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 tempo de </a:t>
            </a:r>
            <a:r>
              <a:rPr sz="2100" dirty="0" err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produção</a:t>
            </a:r>
            <a:r>
              <a:rPr sz="21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;</a:t>
            </a:r>
          </a:p>
          <a:p>
            <a:pPr marL="0" lvl="0" indent="0" algn="ctr" defTabSz="457200">
              <a:buClrTx/>
              <a:buSzTx/>
              <a:buFontTx/>
              <a:buNone/>
              <a:defRPr sz="1800">
                <a:solidFill>
                  <a:srgbClr val="000000"/>
                </a:solidFill>
              </a:defRPr>
            </a:pPr>
            <a:r>
              <a:rPr sz="21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    </a:t>
            </a:r>
            <a:r>
              <a:rPr sz="2100" dirty="0" err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Ações</a:t>
            </a:r>
            <a:r>
              <a:rPr sz="21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 </a:t>
            </a:r>
            <a:r>
              <a:rPr sz="2100" dirty="0" err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mais</a:t>
            </a:r>
            <a:r>
              <a:rPr sz="21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 </a:t>
            </a:r>
            <a:r>
              <a:rPr sz="2100" dirty="0" err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planejadas</a:t>
            </a:r>
            <a:r>
              <a:rPr sz="21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 e </a:t>
            </a:r>
            <a:r>
              <a:rPr sz="2100" dirty="0" err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valorizadas</a:t>
            </a:r>
            <a:r>
              <a:rPr sz="21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;</a:t>
            </a:r>
          </a:p>
          <a:p>
            <a:pPr marL="0" lvl="0" indent="0" algn="ctr" defTabSz="457200">
              <a:buClrTx/>
              <a:buSzTx/>
              <a:buFontTx/>
              <a:buNone/>
              <a:defRPr sz="1800">
                <a:solidFill>
                  <a:srgbClr val="000000"/>
                </a:solidFill>
              </a:defRPr>
            </a:pPr>
            <a:r>
              <a:rPr sz="21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    Forte </a:t>
            </a:r>
            <a:r>
              <a:rPr sz="2100" dirty="0" err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atuação</a:t>
            </a:r>
            <a:r>
              <a:rPr sz="21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 </a:t>
            </a:r>
            <a:r>
              <a:rPr sz="2100" dirty="0" err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na</a:t>
            </a:r>
            <a:r>
              <a:rPr sz="21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 </a:t>
            </a:r>
            <a:r>
              <a:rPr sz="2100" dirty="0" err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inteligência</a:t>
            </a:r>
            <a:r>
              <a:rPr sz="21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 </a:t>
            </a:r>
            <a:r>
              <a:rPr sz="2100" dirty="0" err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empresarial</a:t>
            </a:r>
            <a:r>
              <a:rPr sz="21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, no capital </a:t>
            </a:r>
            <a:r>
              <a:rPr sz="2100" dirty="0" err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intelectual</a:t>
            </a:r>
            <a:r>
              <a:rPr sz="21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 da </a:t>
            </a:r>
            <a:r>
              <a:rPr sz="2100" dirty="0" err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empresa</a:t>
            </a:r>
            <a:r>
              <a:rPr sz="21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;</a:t>
            </a:r>
          </a:p>
          <a:p>
            <a:pPr marL="0" lvl="0" indent="0" algn="ctr" defTabSz="457200">
              <a:buClrTx/>
              <a:buSzTx/>
              <a:buFontTx/>
              <a:buNone/>
              <a:defRPr sz="1800">
                <a:solidFill>
                  <a:srgbClr val="000000"/>
                </a:solidFill>
              </a:defRPr>
            </a:pPr>
            <a:r>
              <a:rPr sz="21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    </a:t>
            </a:r>
            <a:r>
              <a:rPr sz="2100" dirty="0" err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Suporte</a:t>
            </a:r>
            <a:r>
              <a:rPr sz="21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 </a:t>
            </a:r>
            <a:r>
              <a:rPr sz="2100" dirty="0" err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às</a:t>
            </a:r>
            <a:r>
              <a:rPr sz="21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 </a:t>
            </a:r>
            <a:r>
              <a:rPr sz="2100" dirty="0" err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tomadas</a:t>
            </a:r>
            <a:r>
              <a:rPr sz="21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 de </a:t>
            </a:r>
            <a:r>
              <a:rPr sz="2100" dirty="0" err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decisões</a:t>
            </a:r>
            <a:r>
              <a:rPr sz="21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, que </a:t>
            </a:r>
            <a:r>
              <a:rPr sz="2100" dirty="0" err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ficam</a:t>
            </a:r>
            <a:r>
              <a:rPr sz="21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 </a:t>
            </a:r>
            <a:r>
              <a:rPr sz="2100" dirty="0" err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mais</a:t>
            </a:r>
            <a:r>
              <a:rPr sz="21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 </a:t>
            </a:r>
            <a:r>
              <a:rPr sz="2100" dirty="0" err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assertivas</a:t>
            </a:r>
            <a:r>
              <a:rPr sz="21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 com o tempo;</a:t>
            </a:r>
          </a:p>
          <a:p>
            <a:pPr marL="0" lvl="0" indent="0" algn="ctr" defTabSz="457200">
              <a:buClrTx/>
              <a:buSzTx/>
              <a:buFontTx/>
              <a:buNone/>
              <a:defRPr sz="1800">
                <a:solidFill>
                  <a:srgbClr val="000000"/>
                </a:solidFill>
              </a:defRPr>
            </a:pPr>
            <a:r>
              <a:rPr sz="21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    </a:t>
            </a:r>
            <a:r>
              <a:rPr sz="2100" dirty="0" err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Consequentemente</a:t>
            </a:r>
            <a:r>
              <a:rPr sz="21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, </a:t>
            </a:r>
            <a:r>
              <a:rPr sz="2100" dirty="0" err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resultados</a:t>
            </a:r>
            <a:r>
              <a:rPr sz="21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 </a:t>
            </a:r>
            <a:r>
              <a:rPr sz="2100" dirty="0" err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mais</a:t>
            </a:r>
            <a:r>
              <a:rPr sz="21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 </a:t>
            </a:r>
            <a:r>
              <a:rPr sz="2100" dirty="0" err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satisfatórios</a:t>
            </a:r>
            <a:r>
              <a:rPr sz="21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;</a:t>
            </a:r>
          </a:p>
          <a:p>
            <a:pPr marL="0" lvl="0" indent="0" algn="ctr" defTabSz="457200">
              <a:buClrTx/>
              <a:buSzTx/>
              <a:buFontTx/>
              <a:buNone/>
              <a:defRPr sz="1800">
                <a:solidFill>
                  <a:srgbClr val="000000"/>
                </a:solidFill>
              </a:defRPr>
            </a:pPr>
            <a:r>
              <a:rPr sz="21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    </a:t>
            </a:r>
            <a:r>
              <a:rPr sz="2100" dirty="0" err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Equipes</a:t>
            </a:r>
            <a:r>
              <a:rPr sz="21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 </a:t>
            </a:r>
            <a:r>
              <a:rPr sz="2100" dirty="0" err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mais</a:t>
            </a:r>
            <a:r>
              <a:rPr sz="21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 </a:t>
            </a:r>
            <a:r>
              <a:rPr sz="2100" dirty="0" err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unidas</a:t>
            </a:r>
            <a:r>
              <a:rPr sz="21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 a </a:t>
            </a:r>
            <a:r>
              <a:rPr sz="2100" dirty="0" err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partir</a:t>
            </a:r>
            <a:r>
              <a:rPr sz="21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 da </a:t>
            </a:r>
            <a:r>
              <a:rPr sz="2100" dirty="0" err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cultura</a:t>
            </a:r>
            <a:r>
              <a:rPr sz="21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 de </a:t>
            </a:r>
            <a:r>
              <a:rPr sz="2100" dirty="0" err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conhecimento</a:t>
            </a:r>
            <a:r>
              <a:rPr sz="21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 </a:t>
            </a:r>
            <a:r>
              <a:rPr sz="2100" dirty="0" err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compartilhado</a:t>
            </a:r>
            <a:r>
              <a:rPr sz="21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rPr>
              <a:t>.</a:t>
            </a:r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image33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12725" y="212725"/>
            <a:ext cx="8540750" cy="823913"/>
          </a:xfrm>
          <a:prstGeom prst="rect">
            <a:avLst/>
          </a:prstGeom>
          <a:ln w="12700">
            <a:miter lim="400000"/>
          </a:ln>
        </p:spPr>
      </p:pic>
      <p:sp>
        <p:nvSpPr>
          <p:cNvPr id="185" name="Shape 185"/>
          <p:cNvSpPr/>
          <p:nvPr/>
        </p:nvSpPr>
        <p:spPr>
          <a:xfrm>
            <a:off x="571500" y="1928809"/>
            <a:ext cx="8143875" cy="383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8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Rockwell"/>
                <a:ea typeface="Rockwell"/>
                <a:cs typeface="Rockwell"/>
                <a:sym typeface="Rockwell"/>
                <a:hlinkClick r:id="rId3"/>
              </a:defRPr>
            </a:lvl1pPr>
          </a:lstStyle>
          <a:p>
            <a:pPr lvl="0"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 </a:t>
            </a:r>
          </a:p>
        </p:txBody>
      </p:sp>
      <p:sp>
        <p:nvSpPr>
          <p:cNvPr id="186" name="Shape 186"/>
          <p:cNvSpPr/>
          <p:nvPr/>
        </p:nvSpPr>
        <p:spPr>
          <a:xfrm>
            <a:off x="642936" y="1857374"/>
            <a:ext cx="7500940" cy="4257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lvl="0">
              <a:defRPr sz="1800"/>
            </a:pPr>
            <a:r>
              <a:rPr sz="2500" i="1" dirty="0">
                <a:highlight>
                  <a:srgbClr val="FFFF00"/>
                </a:highlight>
                <a:latin typeface="Rockwell"/>
                <a:ea typeface="Rockwell"/>
                <a:cs typeface="Rockwell"/>
                <a:sym typeface="Rockwell"/>
                <a:hlinkClick r:id="rId4"/>
              </a:rPr>
              <a:t>http://www.cgee.org.br/arquivos/pro0202.pdf</a:t>
            </a:r>
            <a:endParaRPr i="1" dirty="0">
              <a:solidFill>
                <a:srgbClr val="FFFFFF"/>
              </a:solidFill>
              <a:highlight>
                <a:srgbClr val="FFFF00"/>
              </a:highlight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defRPr sz="1800"/>
            </a:pPr>
            <a:endParaRPr i="1" dirty="0">
              <a:solidFill>
                <a:srgbClr val="FFFFFF"/>
              </a:solidFill>
              <a:highlight>
                <a:srgbClr val="FFFF00"/>
              </a:highlight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defRPr sz="1800"/>
            </a:pPr>
            <a:endParaRPr i="1" dirty="0">
              <a:solidFill>
                <a:srgbClr val="FFFFFF"/>
              </a:solidFill>
              <a:highlight>
                <a:srgbClr val="FFFF00"/>
              </a:highlight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defRPr sz="1800"/>
            </a:pPr>
            <a:r>
              <a:rPr sz="2400" i="1" dirty="0">
                <a:highlight>
                  <a:srgbClr val="FFFF00"/>
                </a:highlight>
                <a:latin typeface="Rockwell"/>
                <a:ea typeface="Rockwell"/>
                <a:cs typeface="Rockwell"/>
                <a:sym typeface="Rockwell"/>
                <a:hlinkClick r:id="rId5"/>
              </a:rPr>
              <a:t>http://www.espacoacademico.com.br/058/58silvafilho.htm</a:t>
            </a:r>
            <a:endParaRPr i="1" dirty="0">
              <a:solidFill>
                <a:srgbClr val="FFFFFF"/>
              </a:solidFill>
              <a:highlight>
                <a:srgbClr val="FFFF00"/>
              </a:highlight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defRPr sz="1800"/>
            </a:pPr>
            <a:endParaRPr i="1" dirty="0">
              <a:solidFill>
                <a:srgbClr val="FFFFFF"/>
              </a:solidFill>
              <a:highlight>
                <a:srgbClr val="FFFF00"/>
              </a:highlight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defRPr sz="1800"/>
            </a:pPr>
            <a:endParaRPr i="1" dirty="0">
              <a:solidFill>
                <a:srgbClr val="FFFFFF"/>
              </a:solidFill>
              <a:highlight>
                <a:srgbClr val="FFFF00"/>
              </a:highlight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defRPr sz="1800"/>
            </a:pPr>
            <a:r>
              <a:rPr sz="2500" i="1" dirty="0">
                <a:highlight>
                  <a:srgbClr val="FFFF00"/>
                </a:highlight>
                <a:latin typeface="Rockwell"/>
                <a:ea typeface="Rockwell"/>
                <a:cs typeface="Rockwell"/>
                <a:sym typeface="Rockwell"/>
                <a:hlinkClick r:id="rId6"/>
              </a:rPr>
              <a:t>http://www.scielo.br/pdf/ci/v33n2/a15v33n2.pdf</a:t>
            </a:r>
            <a:endParaRPr i="1" dirty="0">
              <a:solidFill>
                <a:srgbClr val="FFFFFF"/>
              </a:solidFill>
              <a:highlight>
                <a:srgbClr val="FFFF00"/>
              </a:highlight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defRPr sz="1800"/>
            </a:pPr>
            <a:endParaRPr i="1" dirty="0">
              <a:solidFill>
                <a:srgbClr val="FFFFFF"/>
              </a:solidFill>
              <a:highlight>
                <a:srgbClr val="FFFF00"/>
              </a:highlight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defRPr sz="1800"/>
            </a:pPr>
            <a:endParaRPr i="1" dirty="0">
              <a:solidFill>
                <a:srgbClr val="FFFFFF"/>
              </a:solidFill>
              <a:highlight>
                <a:srgbClr val="FFFF00"/>
              </a:highlight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defRPr sz="1800"/>
            </a:pPr>
            <a:r>
              <a:rPr sz="2600" i="1" dirty="0">
                <a:highlight>
                  <a:srgbClr val="FFFF00"/>
                </a:highlight>
                <a:latin typeface="Rockwell"/>
                <a:ea typeface="Rockwell"/>
                <a:cs typeface="Rockwell"/>
                <a:sym typeface="Rockwell"/>
                <a:hlinkClick r:id="rId7"/>
              </a:rPr>
              <a:t>http://www.sbgc.org.br/</a:t>
            </a:r>
            <a:endParaRPr i="1" dirty="0">
              <a:solidFill>
                <a:srgbClr val="FFFFFF"/>
              </a:solidFill>
              <a:highlight>
                <a:srgbClr val="FFFF00"/>
              </a:highlight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defRPr sz="1800"/>
            </a:pPr>
            <a:endParaRPr i="1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lvl="0">
              <a:defRPr sz="1800"/>
            </a:pPr>
            <a:endParaRPr i="1" dirty="0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72A376"/>
      </a:lt1>
      <a:dk2>
        <a:srgbClr val="A7A7A7"/>
      </a:dk2>
      <a:lt2>
        <a:srgbClr val="535353"/>
      </a:lt2>
      <a:accent1>
        <a:srgbClr val="72A376"/>
      </a:accent1>
      <a:accent2>
        <a:srgbClr val="B0CCB0"/>
      </a:accent2>
      <a:accent3>
        <a:srgbClr val="AAAAAA"/>
      </a:accent3>
      <a:accent4>
        <a:srgbClr val="DADADA"/>
      </a:accent4>
      <a:accent5>
        <a:srgbClr val="BBCDBC"/>
      </a:accent5>
      <a:accent6>
        <a:srgbClr val="9FB99F"/>
      </a:accent6>
      <a:hlink>
        <a:srgbClr val="0000FF"/>
      </a:hlink>
      <a:folHlink>
        <a:srgbClr val="FF00FF"/>
      </a:folHlink>
    </a:clrScheme>
    <a:fontScheme name="Default">
      <a:majorFont>
        <a:latin typeface="Avenir Roman"/>
        <a:ea typeface="Avenir Roman"/>
        <a:cs typeface="Avenir Roman"/>
      </a:majorFont>
      <a:minorFont>
        <a:latin typeface="Helvetica"/>
        <a:ea typeface="Helvetica"/>
        <a:cs typeface="Helvetica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72A376"/>
        </a:solidFill>
        <a:ln w="25400" cap="flat">
          <a:solidFill>
            <a:srgbClr val="72A376"/>
          </a:solidFill>
          <a:prstDash val="solid"/>
          <a:bevel/>
        </a:ln>
        <a:effectLst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72A376"/>
          </a:solidFill>
          <a:prstDash val="solid"/>
          <a:bevel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72A376"/>
      </a:accent1>
      <a:accent2>
        <a:srgbClr val="B0CCB0"/>
      </a:accent2>
      <a:accent3>
        <a:srgbClr val="AAAAAA"/>
      </a:accent3>
      <a:accent4>
        <a:srgbClr val="DADADA"/>
      </a:accent4>
      <a:accent5>
        <a:srgbClr val="BBCDBC"/>
      </a:accent5>
      <a:accent6>
        <a:srgbClr val="9FB99F"/>
      </a:accent6>
      <a:hlink>
        <a:srgbClr val="0000FF"/>
      </a:hlink>
      <a:folHlink>
        <a:srgbClr val="FF00FF"/>
      </a:folHlink>
    </a:clrScheme>
    <a:fontScheme name="Default">
      <a:majorFont>
        <a:latin typeface="Avenir Roman"/>
        <a:ea typeface="Avenir Roman"/>
        <a:cs typeface="Avenir Roman"/>
      </a:majorFont>
      <a:minorFont>
        <a:latin typeface="Helvetica"/>
        <a:ea typeface="Helvetica"/>
        <a:cs typeface="Helvetica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72A376"/>
        </a:solidFill>
        <a:ln w="25400" cap="flat">
          <a:solidFill>
            <a:srgbClr val="72A376"/>
          </a:solidFill>
          <a:prstDash val="solid"/>
          <a:bevel/>
        </a:ln>
        <a:effectLst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72A376"/>
          </a:solidFill>
          <a:prstDash val="solid"/>
          <a:bevel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1877</Words>
  <Application>Microsoft Macintosh PowerPoint</Application>
  <PresentationFormat>Apresentação na tela (4:3)</PresentationFormat>
  <Paragraphs>264</Paragraphs>
  <Slides>35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44" baseType="lpstr">
      <vt:lpstr>Arial</vt:lpstr>
      <vt:lpstr>Avenir Roman</vt:lpstr>
      <vt:lpstr>Calibri</vt:lpstr>
      <vt:lpstr>Helvetica</vt:lpstr>
      <vt:lpstr>Rockwell</vt:lpstr>
      <vt:lpstr>Times New Roman</vt:lpstr>
      <vt:lpstr>Trebuchet MS</vt:lpstr>
      <vt:lpstr>Wingdings 2</vt:lpstr>
      <vt:lpstr>Default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Vantagens da gestão do conhecimento: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EDGARD ALEXANDRE ROMANATO</cp:lastModifiedBy>
  <cp:revision>5</cp:revision>
  <dcterms:modified xsi:type="dcterms:W3CDTF">2022-04-01T16:39:57Z</dcterms:modified>
</cp:coreProperties>
</file>