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5"/>
  </p:normalViewPr>
  <p:slideViewPr>
    <p:cSldViewPr snapToGrid="0" snapToObjects="1">
      <p:cViewPr>
        <p:scale>
          <a:sx n="87" d="100"/>
          <a:sy n="87" d="100"/>
        </p:scale>
        <p:origin x="144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5EBBB5-5123-2C40-932A-54A40A1578AC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64766BFC-2A5B-CA46-BA2B-B6907C24B500}" type="pres">
      <dgm:prSet presAssocID="{925EBBB5-5123-2C40-932A-54A40A1578AC}" presName="diagram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456DDB06-51AE-214C-9927-949CCCCE35BC}" type="presOf" srcId="{925EBBB5-5123-2C40-932A-54A40A1578AC}" destId="{64766BFC-2A5B-CA46-BA2B-B6907C24B500}" srcOrd="0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A1B60-7ED0-F747-B8DB-BF4DAE118B2B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66B27-DDF1-E643-8FBB-F195924B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76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66B27-DDF1-E643-8FBB-F195924B40B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39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82180-8295-514D-93D9-21B3D339C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E5B14F-84CE-334A-A48C-A1DAB572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CA355-F979-9946-8220-A7A1E5DF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025E0-76E0-1248-A58C-8217DE0B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E43C92-D1C0-BE42-BE65-07DADEB4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2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A79E7-680B-AE43-A984-159DC7B8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CF148-A0D9-7147-8606-8C0039AC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0D868-3720-3C40-8F7E-2C5D89B3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7284F0-46BC-074B-AF11-1BB1AD1EE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07B410-AA8C-E44A-91E4-EB3E71A9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13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D037-BDE0-F048-BB21-A6F244A9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AC8997-22A3-CF46-BFA7-59E8EADC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186F4-83A0-EB40-9641-0F3DEFA8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614C5-6D0D-8E40-9570-574D45DC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FD7DA-D737-CC4F-8A25-82A302F9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93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AC064-A5D5-8E4C-98DF-E1B5BF406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E63DF-C8C2-BE4F-A1B6-AFD0484B8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C7297D-A731-DC4D-AAFA-FD902086E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D64B5A-70BC-814C-AB13-3BB7181A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F0B96E-5FF2-6847-8E0C-1C6D1B3B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DB912B-1E0E-BB43-9211-74EF159F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96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1A5D6-2214-7241-8DF4-041A6A41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8CCCE1-108A-1E49-B79B-BE5FD4A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410C61-C4E3-7942-B591-1EA65489B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69C531-C8BC-5E4B-B7AB-DD5C37A24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F6E8EC8-C349-6A4B-94DB-888FDF33F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F3B8C3-7BA5-AA4D-A9B8-CDD70ACB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6D74F3-1512-264C-ADA5-D9C714B6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20374E-6C2C-FD4C-9BB1-E0510C23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20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0AC45-73CA-A649-8D11-12390E59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F1D6F2-A0B9-4D44-9A2A-D2AC9BCB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3DDC80-4624-B245-BA54-25F0DACD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EFD38C-8B9B-6841-B717-0E627900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38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DBCD89-C60F-C64A-B8C4-4503E601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7540FC-C0C2-E84D-9A4D-8C3898B7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D16EF0-015B-D943-9E92-8DC35AE7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74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44A9F-CFB7-AA43-8F67-5CA134E5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3AB85-D551-BD42-9396-AF742EE9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1F8C18-52B7-824B-B4CF-D767EF53B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E4DB04-7F92-6749-8862-8385E597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8B9F08-E707-554C-B787-2B47E968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DF808-AF8D-B54C-AEA8-0345B366D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34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3E04F-5FF7-E649-ADDC-569F87DE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7F5B1A-A3C1-AB47-A948-3F6D73503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B98266-B36E-7449-B48D-4D74363E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AB8E5B-210C-864D-BF11-6BD7F283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3A4B64-A972-F747-87E0-0D2E1A97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CBA8F8-5D3A-874A-995D-2588C5B5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89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E770E-82BA-1043-ACCC-857FCA23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9FA401-9B14-124B-8ACC-838B20C96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01D5C-25CB-BF4E-92C0-BF7262DD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1CC6D1-7CBB-DD4C-87A6-FAA0F6C5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8366B0-7A7F-204C-95D6-506F379D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88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319A34-50F0-4845-93A0-03481A6ED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4C66B-E73D-5A41-BA00-4B5382B16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85A5-42B3-6749-A1D7-D3D5828B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27E8B7-E29A-584C-9D3B-66EC64DE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5153C-E59B-8448-B60F-C345584E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9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87E7F0-A988-8E4C-BFCF-7FDCB32C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7FE4B0-73A8-8E48-B0FF-03E0E6D7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D16D8B-2C5E-124C-AB0C-3C384A888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61B1C-3E14-2A4C-937D-1B94A26AECCD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100249-7EF8-8542-B011-5F67A2603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2DED2E-30D9-A643-9A1E-06A42CFC9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43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75EA524-FCDD-5644-BD42-1F6AFE9B9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486018"/>
              </p:ext>
            </p:extLst>
          </p:nvPr>
        </p:nvGraphicFramePr>
        <p:xfrm>
          <a:off x="124326" y="1600200"/>
          <a:ext cx="11943348" cy="5051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E66CB5B-AA50-984E-B604-9E312D650003}"/>
              </a:ext>
            </a:extLst>
          </p:cNvPr>
          <p:cNvCxnSpPr>
            <a:cxnSpLocks/>
          </p:cNvCxnSpPr>
          <p:nvPr/>
        </p:nvCxnSpPr>
        <p:spPr>
          <a:xfrm>
            <a:off x="1307306" y="1985963"/>
            <a:ext cx="433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E493CA8-0259-1349-88D0-249048021765}"/>
              </a:ext>
            </a:extLst>
          </p:cNvPr>
          <p:cNvSpPr/>
          <p:nvPr/>
        </p:nvSpPr>
        <p:spPr>
          <a:xfrm>
            <a:off x="124326" y="1600200"/>
            <a:ext cx="1182980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1740694" y="1600200"/>
            <a:ext cx="1524000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NOVOS</a:t>
            </a: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456FC1BB-6B7E-BD45-A891-B09FD7E02D5D}"/>
              </a:ext>
            </a:extLst>
          </p:cNvPr>
          <p:cNvSpPr/>
          <p:nvPr/>
        </p:nvSpPr>
        <p:spPr>
          <a:xfrm>
            <a:off x="4034972" y="1600200"/>
            <a:ext cx="2264228" cy="7715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5F73B90-34EB-1144-A1E2-6F97B270D57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4694" y="1976662"/>
            <a:ext cx="770278" cy="9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DF6FF1A-96E6-8D4D-8ED0-A7A3CA234D0F}"/>
              </a:ext>
            </a:extLst>
          </p:cNvPr>
          <p:cNvSpPr txBox="1"/>
          <p:nvPr/>
        </p:nvSpPr>
        <p:spPr>
          <a:xfrm>
            <a:off x="4238171" y="1600200"/>
            <a:ext cx="2101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DEPARTAMENTO DE 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VENDAS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07EF13-1408-DA4F-AF68-E66496097CD3}"/>
              </a:ext>
            </a:extLst>
          </p:cNvPr>
          <p:cNvSpPr txBox="1"/>
          <p:nvPr/>
        </p:nvSpPr>
        <p:spPr>
          <a:xfrm>
            <a:off x="5834743" y="1985961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CD9FEC-FA0A-9F49-BEEA-1E349F06D15A}"/>
              </a:ext>
            </a:extLst>
          </p:cNvPr>
          <p:cNvSpPr/>
          <p:nvPr/>
        </p:nvSpPr>
        <p:spPr>
          <a:xfrm>
            <a:off x="9153351" y="2724368"/>
            <a:ext cx="1758489" cy="801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PENDENTES POR CREDITO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Arredondado 28">
            <a:extLst>
              <a:ext uri="{FF2B5EF4-FFF2-40B4-BE49-F238E27FC236}">
                <a16:creationId xmlns:a16="http://schemas.microsoft.com/office/drawing/2014/main" id="{0DC1AA04-13C4-0742-BABF-2F6211E0083D}"/>
              </a:ext>
            </a:extLst>
          </p:cNvPr>
          <p:cNvSpPr/>
          <p:nvPr/>
        </p:nvSpPr>
        <p:spPr>
          <a:xfrm>
            <a:off x="7029519" y="1577294"/>
            <a:ext cx="2760067" cy="8011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 DE CREDITO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/>
          <p:nvPr/>
        </p:nvCxnSpPr>
        <p:spPr>
          <a:xfrm>
            <a:off x="8175171" y="2192118"/>
            <a:ext cx="914400" cy="914400"/>
          </a:xfrm>
          <a:prstGeom prst="bentConnector3">
            <a:avLst>
              <a:gd name="adj1" fmla="val 6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>
            <a:extLst>
              <a:ext uri="{FF2B5EF4-FFF2-40B4-BE49-F238E27FC236}">
                <a16:creationId xmlns:a16="http://schemas.microsoft.com/office/drawing/2014/main" id="{1CF4F97F-6FC9-CD4D-A78F-31C335786235}"/>
              </a:ext>
            </a:extLst>
          </p:cNvPr>
          <p:cNvSpPr/>
          <p:nvPr/>
        </p:nvSpPr>
        <p:spPr>
          <a:xfrm>
            <a:off x="4247767" y="2741054"/>
            <a:ext cx="1927254" cy="784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PEDIDOS PENDENTES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5CDD702-33C7-8847-A10A-DBFBBA710AFE}"/>
              </a:ext>
            </a:extLst>
          </p:cNvPr>
          <p:cNvCxnSpPr>
            <a:cxnSpLocks/>
          </p:cNvCxnSpPr>
          <p:nvPr/>
        </p:nvCxnSpPr>
        <p:spPr>
          <a:xfrm>
            <a:off x="5196840" y="2378421"/>
            <a:ext cx="0" cy="345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 flipH="1">
            <a:off x="5212080" y="3429000"/>
            <a:ext cx="14554" cy="90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do 62">
            <a:extLst>
              <a:ext uri="{FF2B5EF4-FFF2-40B4-BE49-F238E27FC236}">
                <a16:creationId xmlns:a16="http://schemas.microsoft.com/office/drawing/2014/main" id="{04B7D1B1-3A20-0B45-BBE2-F153D54265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3276" y="2911109"/>
            <a:ext cx="2025493" cy="7809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7B1C174B-84C3-F045-90D5-14F3AACEB337}"/>
              </a:ext>
            </a:extLst>
          </p:cNvPr>
          <p:cNvSpPr/>
          <p:nvPr/>
        </p:nvSpPr>
        <p:spPr>
          <a:xfrm>
            <a:off x="3052916" y="4314355"/>
            <a:ext cx="4794198" cy="77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CONSISTENCIA DOS PEDIDOS DO DIA</a:t>
            </a:r>
          </a:p>
        </p:txBody>
      </p:sp>
      <p:cxnSp>
        <p:nvCxnSpPr>
          <p:cNvPr id="71" name="Conector Angulado 70">
            <a:extLst>
              <a:ext uri="{FF2B5EF4-FFF2-40B4-BE49-F238E27FC236}">
                <a16:creationId xmlns:a16="http://schemas.microsoft.com/office/drawing/2014/main" id="{0B556F25-CFE9-944D-A6BD-8087B6F685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47114" y="3402350"/>
            <a:ext cx="1441627" cy="13691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1266A0E9-50C1-6441-8FF7-85788668A2BA}"/>
              </a:ext>
            </a:extLst>
          </p:cNvPr>
          <p:cNvSpPr/>
          <p:nvPr/>
        </p:nvSpPr>
        <p:spPr>
          <a:xfrm>
            <a:off x="2466727" y="5507547"/>
            <a:ext cx="1771444" cy="986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 CERTOS OK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ADC21184-E312-5840-9E29-A538B690DD24}"/>
              </a:ext>
            </a:extLst>
          </p:cNvPr>
          <p:cNvSpPr/>
          <p:nvPr/>
        </p:nvSpPr>
        <p:spPr>
          <a:xfrm>
            <a:off x="6704898" y="5550989"/>
            <a:ext cx="1771445" cy="77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COM PROBLEMA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A3A9D90D-D611-FB47-85F3-E13DDD23554A}"/>
              </a:ext>
            </a:extLst>
          </p:cNvPr>
          <p:cNvCxnSpPr>
            <a:cxnSpLocks/>
          </p:cNvCxnSpPr>
          <p:nvPr/>
        </p:nvCxnSpPr>
        <p:spPr>
          <a:xfrm>
            <a:off x="3480619" y="5121786"/>
            <a:ext cx="0" cy="34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7069478" y="5121786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47979F2-AB2A-3547-AB43-103D6D94379A}"/>
              </a:ext>
            </a:extLst>
          </p:cNvPr>
          <p:cNvCxnSpPr>
            <a:cxnSpLocks/>
          </p:cNvCxnSpPr>
          <p:nvPr/>
        </p:nvCxnSpPr>
        <p:spPr>
          <a:xfrm>
            <a:off x="8476343" y="5928852"/>
            <a:ext cx="1114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sca 7">
            <a:extLst>
              <a:ext uri="{FF2B5EF4-FFF2-40B4-BE49-F238E27FC236}">
                <a16:creationId xmlns:a16="http://schemas.microsoft.com/office/drawing/2014/main" id="{46FAE797-9D27-2140-AC24-1A9D3AEA4E13}"/>
              </a:ext>
            </a:extLst>
          </p:cNvPr>
          <p:cNvSpPr/>
          <p:nvPr/>
        </p:nvSpPr>
        <p:spPr>
          <a:xfrm>
            <a:off x="9565559" y="5225093"/>
            <a:ext cx="1230258" cy="1292263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67B521-0BAE-284E-807B-A3608504B849}"/>
              </a:ext>
            </a:extLst>
          </p:cNvPr>
          <p:cNvSpPr txBox="1"/>
          <p:nvPr/>
        </p:nvSpPr>
        <p:spPr>
          <a:xfrm>
            <a:off x="10043652" y="5678128"/>
            <a:ext cx="353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887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4786166" y="1399065"/>
            <a:ext cx="2283308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OK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/>
          <p:nvPr/>
        </p:nvCxnSpPr>
        <p:spPr>
          <a:xfrm>
            <a:off x="7010400" y="2943803"/>
            <a:ext cx="914400" cy="914400"/>
          </a:xfrm>
          <a:prstGeom prst="bentConnector3">
            <a:avLst>
              <a:gd name="adj1" fmla="val 6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>
            <a:off x="6096000" y="2192118"/>
            <a:ext cx="0" cy="4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A3A9D90D-D611-FB47-85F3-E13DDD23554A}"/>
              </a:ext>
            </a:extLst>
          </p:cNvPr>
          <p:cNvCxnSpPr>
            <a:cxnSpLocks/>
          </p:cNvCxnSpPr>
          <p:nvPr/>
        </p:nvCxnSpPr>
        <p:spPr>
          <a:xfrm>
            <a:off x="9158748" y="4152688"/>
            <a:ext cx="0" cy="34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6096000" y="3341560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75D652D8-0D35-E540-800B-5F886D449227}"/>
              </a:ext>
            </a:extLst>
          </p:cNvPr>
          <p:cNvSpPr/>
          <p:nvPr/>
        </p:nvSpPr>
        <p:spPr>
          <a:xfrm>
            <a:off x="5132444" y="2649318"/>
            <a:ext cx="1877956" cy="75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CONSISTE CREDITO</a:t>
            </a:r>
          </a:p>
        </p:txBody>
      </p:sp>
      <p:sp>
        <p:nvSpPr>
          <p:cNvPr id="94" name="Retângulo Arredondado 93">
            <a:extLst>
              <a:ext uri="{FF2B5EF4-FFF2-40B4-BE49-F238E27FC236}">
                <a16:creationId xmlns:a16="http://schemas.microsoft.com/office/drawing/2014/main" id="{A3D7D85B-1FF1-0642-AEDA-CD48B9CFD217}"/>
              </a:ext>
            </a:extLst>
          </p:cNvPr>
          <p:cNvSpPr/>
          <p:nvPr/>
        </p:nvSpPr>
        <p:spPr>
          <a:xfrm>
            <a:off x="7905050" y="3388838"/>
            <a:ext cx="2560907" cy="763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PENDENTES POR  FALTA DE CREDITO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5F494D75-5ADB-134D-9727-F520263E1F17}"/>
              </a:ext>
            </a:extLst>
          </p:cNvPr>
          <p:cNvSpPr/>
          <p:nvPr/>
        </p:nvSpPr>
        <p:spPr>
          <a:xfrm>
            <a:off x="5165822" y="3770763"/>
            <a:ext cx="18445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BAIXA OS ESTOQUES</a:t>
            </a:r>
          </a:p>
        </p:txBody>
      </p:sp>
      <p:sp>
        <p:nvSpPr>
          <p:cNvPr id="96" name="Rosca 95">
            <a:extLst>
              <a:ext uri="{FF2B5EF4-FFF2-40B4-BE49-F238E27FC236}">
                <a16:creationId xmlns:a16="http://schemas.microsoft.com/office/drawing/2014/main" id="{4E21E61C-CB05-0145-A5F9-C6BF430C5CA5}"/>
              </a:ext>
            </a:extLst>
          </p:cNvPr>
          <p:cNvSpPr/>
          <p:nvPr/>
        </p:nvSpPr>
        <p:spPr>
          <a:xfrm>
            <a:off x="8657304" y="4499030"/>
            <a:ext cx="1047136" cy="914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E4F440D3-B2E2-1E49-9E41-AAB5A8D83E57}"/>
              </a:ext>
            </a:extLst>
          </p:cNvPr>
          <p:cNvSpPr/>
          <p:nvPr/>
        </p:nvSpPr>
        <p:spPr>
          <a:xfrm>
            <a:off x="1961537" y="3770763"/>
            <a:ext cx="20795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PENDENTES POR FALTA DE ESTOQUE</a:t>
            </a:r>
          </a:p>
        </p:txBody>
      </p:sp>
      <p:cxnSp>
        <p:nvCxnSpPr>
          <p:cNvPr id="99" name="Conector de Seta Reta 98">
            <a:extLst>
              <a:ext uri="{FF2B5EF4-FFF2-40B4-BE49-F238E27FC236}">
                <a16:creationId xmlns:a16="http://schemas.microsoft.com/office/drawing/2014/main" id="{59069676-BF91-6A4E-94F5-B13D4B51F4E9}"/>
              </a:ext>
            </a:extLst>
          </p:cNvPr>
          <p:cNvCxnSpPr>
            <a:cxnSpLocks/>
          </p:cNvCxnSpPr>
          <p:nvPr/>
        </p:nvCxnSpPr>
        <p:spPr>
          <a:xfrm flipH="1">
            <a:off x="4041059" y="4152688"/>
            <a:ext cx="1124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>
            <a:extLst>
              <a:ext uri="{FF2B5EF4-FFF2-40B4-BE49-F238E27FC236}">
                <a16:creationId xmlns:a16="http://schemas.microsoft.com/office/drawing/2014/main" id="{04F37722-4404-CF47-8871-5DF75CA4F076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3001298" y="4685163"/>
            <a:ext cx="0" cy="62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13EE3181-D41C-0F47-9F44-C6202873817C}"/>
              </a:ext>
            </a:extLst>
          </p:cNvPr>
          <p:cNvSpPr/>
          <p:nvPr/>
        </p:nvSpPr>
        <p:spPr>
          <a:xfrm>
            <a:off x="2168013" y="5309419"/>
            <a:ext cx="187304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 DE LOGISTICA</a:t>
            </a:r>
          </a:p>
        </p:txBody>
      </p:sp>
      <p:cxnSp>
        <p:nvCxnSpPr>
          <p:cNvPr id="109" name="Conector Angulado 108">
            <a:extLst>
              <a:ext uri="{FF2B5EF4-FFF2-40B4-BE49-F238E27FC236}">
                <a16:creationId xmlns:a16="http://schemas.microsoft.com/office/drawing/2014/main" id="{F2560A83-4837-BD42-934E-4CF34CA77A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1919" y="4347334"/>
            <a:ext cx="1108587" cy="6284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sca 111">
            <a:extLst>
              <a:ext uri="{FF2B5EF4-FFF2-40B4-BE49-F238E27FC236}">
                <a16:creationId xmlns:a16="http://schemas.microsoft.com/office/drawing/2014/main" id="{1A1A9BDC-6A14-B346-91B6-A9F35E83AC89}"/>
              </a:ext>
            </a:extLst>
          </p:cNvPr>
          <p:cNvSpPr/>
          <p:nvPr/>
        </p:nvSpPr>
        <p:spPr>
          <a:xfrm>
            <a:off x="132751" y="4499030"/>
            <a:ext cx="995494" cy="99280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58C9985-9DF4-C84D-8417-0F8959C277BB}"/>
              </a:ext>
            </a:extLst>
          </p:cNvPr>
          <p:cNvCxnSpPr>
            <a:cxnSpLocks/>
          </p:cNvCxnSpPr>
          <p:nvPr/>
        </p:nvCxnSpPr>
        <p:spPr>
          <a:xfrm>
            <a:off x="6061590" y="4685163"/>
            <a:ext cx="0" cy="62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ângulo com Canto Arredondado do Mesmo Lado 116">
            <a:extLst>
              <a:ext uri="{FF2B5EF4-FFF2-40B4-BE49-F238E27FC236}">
                <a16:creationId xmlns:a16="http://schemas.microsoft.com/office/drawing/2014/main" id="{0C5119A1-2FDF-C149-8621-A1304CAC3664}"/>
              </a:ext>
            </a:extLst>
          </p:cNvPr>
          <p:cNvSpPr/>
          <p:nvPr/>
        </p:nvSpPr>
        <p:spPr>
          <a:xfrm>
            <a:off x="5165807" y="5309419"/>
            <a:ext cx="1844577" cy="91440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 OK PARA FATURAMENTO</a:t>
            </a:r>
          </a:p>
        </p:txBody>
      </p:sp>
    </p:spTree>
    <p:extLst>
      <p:ext uri="{BB962C8B-B14F-4D97-AF65-F5344CB8AC3E}">
        <p14:creationId xmlns:p14="http://schemas.microsoft.com/office/powerpoint/2010/main" val="76682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4786166" y="1399065"/>
            <a:ext cx="2283308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OK PARA FATURAMENTO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>
            <a:cxnSpLocks/>
          </p:cNvCxnSpPr>
          <p:nvPr/>
        </p:nvCxnSpPr>
        <p:spPr>
          <a:xfrm>
            <a:off x="6145157" y="3564007"/>
            <a:ext cx="2703875" cy="663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>
            <a:off x="6096000" y="2192118"/>
            <a:ext cx="0" cy="4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6145157" y="3349405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75D652D8-0D35-E540-800B-5F886D449227}"/>
              </a:ext>
            </a:extLst>
          </p:cNvPr>
          <p:cNvSpPr/>
          <p:nvPr/>
        </p:nvSpPr>
        <p:spPr>
          <a:xfrm>
            <a:off x="5132444" y="2649318"/>
            <a:ext cx="1877956" cy="75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ARQUIVO DE  NOTAS FISCAIS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5F494D75-5ADB-134D-9727-F520263E1F17}"/>
              </a:ext>
            </a:extLst>
          </p:cNvPr>
          <p:cNvSpPr/>
          <p:nvPr/>
        </p:nvSpPr>
        <p:spPr>
          <a:xfrm>
            <a:off x="5165822" y="3770763"/>
            <a:ext cx="18445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EMISSAO DAS NOTAS FISCAIS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58C9985-9DF4-C84D-8417-0F8959C277BB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6071422" y="4685163"/>
            <a:ext cx="16689" cy="36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ângulo com Canto Arredondado do Mesmo Lado 116">
            <a:extLst>
              <a:ext uri="{FF2B5EF4-FFF2-40B4-BE49-F238E27FC236}">
                <a16:creationId xmlns:a16="http://schemas.microsoft.com/office/drawing/2014/main" id="{0C5119A1-2FDF-C149-8621-A1304CAC3664}"/>
              </a:ext>
            </a:extLst>
          </p:cNvPr>
          <p:cNvSpPr/>
          <p:nvPr/>
        </p:nvSpPr>
        <p:spPr>
          <a:xfrm>
            <a:off x="5208122" y="5053576"/>
            <a:ext cx="1844577" cy="91440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3033FC-4F58-4744-BFCB-8D28DD3BD7A9}"/>
              </a:ext>
            </a:extLst>
          </p:cNvPr>
          <p:cNvSpPr/>
          <p:nvPr/>
        </p:nvSpPr>
        <p:spPr>
          <a:xfrm>
            <a:off x="8849031" y="3778608"/>
            <a:ext cx="2104091" cy="914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EMISSAO DO ROMANEIO E ROTAS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6F2A80-1BEA-C249-9FCD-F653D264E9A6}"/>
              </a:ext>
            </a:extLst>
          </p:cNvPr>
          <p:cNvSpPr txBox="1"/>
          <p:nvPr/>
        </p:nvSpPr>
        <p:spPr>
          <a:xfrm>
            <a:off x="5208122" y="5172026"/>
            <a:ext cx="1802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DEPOSITOS REGIONAIS</a:t>
            </a:r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9C76ABD1-C787-FC4C-A053-30DCDD2F8BA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69477" y="4544714"/>
            <a:ext cx="1779555" cy="10154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E5FC0237-576B-6E46-8720-6887D06A56EF}"/>
              </a:ext>
            </a:extLst>
          </p:cNvPr>
          <p:cNvSpPr/>
          <p:nvPr/>
        </p:nvSpPr>
        <p:spPr>
          <a:xfrm>
            <a:off x="3229896" y="5053576"/>
            <a:ext cx="155627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CARREGA CAMINHOES</a:t>
            </a:r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182678FC-B962-0842-8B69-B15BC930E2F1}"/>
              </a:ext>
            </a:extLst>
          </p:cNvPr>
          <p:cNvSpPr/>
          <p:nvPr/>
        </p:nvSpPr>
        <p:spPr>
          <a:xfrm>
            <a:off x="929148" y="5053576"/>
            <a:ext cx="1694123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CLIENTES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1A184FBC-EEDF-354E-8744-A20709467E24}"/>
              </a:ext>
            </a:extLst>
          </p:cNvPr>
          <p:cNvCxnSpPr>
            <a:cxnSpLocks/>
          </p:cNvCxnSpPr>
          <p:nvPr/>
        </p:nvCxnSpPr>
        <p:spPr>
          <a:xfrm flipH="1">
            <a:off x="4779287" y="5560142"/>
            <a:ext cx="613504" cy="8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EB1B232-A4B6-A541-8058-5F57A5CEC693}"/>
              </a:ext>
            </a:extLst>
          </p:cNvPr>
          <p:cNvCxnSpPr>
            <a:cxnSpLocks/>
            <a:stCxn id="18" idx="1"/>
            <a:endCxn id="38" idx="3"/>
          </p:cNvCxnSpPr>
          <p:nvPr/>
        </p:nvCxnSpPr>
        <p:spPr>
          <a:xfrm flipH="1">
            <a:off x="2623271" y="5510777"/>
            <a:ext cx="606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120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92</Words>
  <Application>Microsoft Macintosh PowerPoint</Application>
  <PresentationFormat>Widescreen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FLUXO DO FATURAMENTO</vt:lpstr>
      <vt:lpstr>FLUXO DO FATURAMENTO</vt:lpstr>
      <vt:lpstr>FLUXO DO FATURAMENTO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FATURAMENTO</dc:title>
  <dc:creator>EDGARD ALEXANDRE ROMANATO</dc:creator>
  <cp:lastModifiedBy>EDGARD ALEXANDRE ROMANATO</cp:lastModifiedBy>
  <cp:revision>1</cp:revision>
  <dcterms:created xsi:type="dcterms:W3CDTF">2022-05-16T17:47:23Z</dcterms:created>
  <dcterms:modified xsi:type="dcterms:W3CDTF">2022-05-16T19:41:54Z</dcterms:modified>
</cp:coreProperties>
</file>