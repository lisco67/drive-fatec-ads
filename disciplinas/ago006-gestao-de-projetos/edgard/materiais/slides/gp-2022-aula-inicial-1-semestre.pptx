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6" r:id="rId12"/>
    <p:sldId id="267" r:id="rId13"/>
    <p:sldId id="268" r:id="rId14"/>
  </p:sldIdLst>
  <p:sldSz cx="9144000" cy="6858000" type="screen4x3"/>
  <p:notesSz cx="6858000" cy="9144000"/>
  <p:defaultTextStyle>
    <a:lvl1pPr>
      <a:defRPr sz="2400">
        <a:solidFill>
          <a:srgbClr val="3333FF"/>
        </a:solidFill>
        <a:latin typeface="+mn-lt"/>
        <a:ea typeface="+mn-ea"/>
        <a:cs typeface="+mn-cs"/>
        <a:sym typeface="Helvetica"/>
      </a:defRPr>
    </a:lvl1pPr>
    <a:lvl2pPr>
      <a:defRPr sz="2400">
        <a:solidFill>
          <a:srgbClr val="3333FF"/>
        </a:solidFill>
        <a:latin typeface="+mn-lt"/>
        <a:ea typeface="+mn-ea"/>
        <a:cs typeface="+mn-cs"/>
        <a:sym typeface="Helvetica"/>
      </a:defRPr>
    </a:lvl2pPr>
    <a:lvl3pPr>
      <a:defRPr sz="2400">
        <a:solidFill>
          <a:srgbClr val="3333FF"/>
        </a:solidFill>
        <a:latin typeface="+mn-lt"/>
        <a:ea typeface="+mn-ea"/>
        <a:cs typeface="+mn-cs"/>
        <a:sym typeface="Helvetica"/>
      </a:defRPr>
    </a:lvl3pPr>
    <a:lvl4pPr>
      <a:defRPr sz="2400">
        <a:solidFill>
          <a:srgbClr val="3333FF"/>
        </a:solidFill>
        <a:latin typeface="+mn-lt"/>
        <a:ea typeface="+mn-ea"/>
        <a:cs typeface="+mn-cs"/>
        <a:sym typeface="Helvetica"/>
      </a:defRPr>
    </a:lvl4pPr>
    <a:lvl5pPr>
      <a:defRPr sz="2400">
        <a:solidFill>
          <a:srgbClr val="3333FF"/>
        </a:solidFill>
        <a:latin typeface="+mn-lt"/>
        <a:ea typeface="+mn-ea"/>
        <a:cs typeface="+mn-cs"/>
        <a:sym typeface="Helvetica"/>
      </a:defRPr>
    </a:lvl5pPr>
    <a:lvl6pPr>
      <a:defRPr sz="2400">
        <a:solidFill>
          <a:srgbClr val="3333FF"/>
        </a:solidFill>
        <a:latin typeface="+mn-lt"/>
        <a:ea typeface="+mn-ea"/>
        <a:cs typeface="+mn-cs"/>
        <a:sym typeface="Helvetica"/>
      </a:defRPr>
    </a:lvl6pPr>
    <a:lvl7pPr>
      <a:defRPr sz="2400">
        <a:solidFill>
          <a:srgbClr val="3333FF"/>
        </a:solidFill>
        <a:latin typeface="+mn-lt"/>
        <a:ea typeface="+mn-ea"/>
        <a:cs typeface="+mn-cs"/>
        <a:sym typeface="Helvetica"/>
      </a:defRPr>
    </a:lvl7pPr>
    <a:lvl8pPr>
      <a:defRPr sz="2400">
        <a:solidFill>
          <a:srgbClr val="3333FF"/>
        </a:solidFill>
        <a:latin typeface="+mn-lt"/>
        <a:ea typeface="+mn-ea"/>
        <a:cs typeface="+mn-cs"/>
        <a:sym typeface="Helvetica"/>
      </a:defRPr>
    </a:lvl8pPr>
    <a:lvl9pPr>
      <a:defRPr sz="2400">
        <a:solidFill>
          <a:srgbClr val="3333FF"/>
        </a:solidFill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F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Ref idx="minor">
          <a:srgbClr val="3333FF"/>
        </a:fontRef>
        <a:srgbClr val="3333FF"/>
      </a:tcTxStyle>
      <a:tcStyle>
        <a:tcBdr>
          <a:left>
            <a:ln w="12700" cap="flat">
              <a:solidFill>
                <a:srgbClr val="FFFFCC"/>
              </a:solidFill>
              <a:prstDash val="solid"/>
              <a:bevel/>
            </a:ln>
          </a:left>
          <a:right>
            <a:ln w="12700" cap="flat">
              <a:solidFill>
                <a:srgbClr val="FFFFCC"/>
              </a:solidFill>
              <a:prstDash val="solid"/>
              <a:bevel/>
            </a:ln>
          </a:right>
          <a:top>
            <a:ln w="12700" cap="flat">
              <a:solidFill>
                <a:srgbClr val="FFFFCC"/>
              </a:solidFill>
              <a:prstDash val="solid"/>
              <a:bevel/>
            </a:ln>
          </a:top>
          <a:bottom>
            <a:ln w="12700" cap="flat">
              <a:solidFill>
                <a:srgbClr val="FFFFCC"/>
              </a:solidFill>
              <a:prstDash val="solid"/>
              <a:bevel/>
            </a:ln>
          </a:bottom>
          <a:insideH>
            <a:ln w="12700" cap="flat">
              <a:solidFill>
                <a:srgbClr val="FFFFCC"/>
              </a:solidFill>
              <a:prstDash val="solid"/>
              <a:bevel/>
            </a:ln>
          </a:insideH>
          <a:insideV>
            <a:ln w="12700" cap="flat">
              <a:solidFill>
                <a:srgbClr val="FFFFCC"/>
              </a:solidFill>
              <a:prstDash val="solid"/>
              <a:bevel/>
            </a:ln>
          </a:insideV>
        </a:tcBdr>
        <a:fill>
          <a:solidFill>
            <a:srgbClr val="CAECEC"/>
          </a:solidFill>
        </a:fill>
      </a:tcStyle>
    </a:wholeTbl>
    <a:band2H>
      <a:tcTxStyle/>
      <a:tcStyle>
        <a:tcBdr/>
        <a:fill>
          <a:solidFill>
            <a:srgbClr val="E6F6F6"/>
          </a:solidFill>
        </a:fill>
      </a:tcStyle>
    </a:band2H>
    <a:firstCol>
      <a:tcTxStyle b="on" i="on">
        <a:fontRef idx="minor">
          <a:srgbClr val="FFFFCC"/>
        </a:fontRef>
        <a:srgbClr val="FFFFCC"/>
      </a:tcTxStyle>
      <a:tcStyle>
        <a:tcBdr>
          <a:left>
            <a:ln w="12700" cap="flat">
              <a:solidFill>
                <a:srgbClr val="FFFFCC"/>
              </a:solidFill>
              <a:prstDash val="solid"/>
              <a:bevel/>
            </a:ln>
          </a:left>
          <a:right>
            <a:ln w="12700" cap="flat">
              <a:solidFill>
                <a:srgbClr val="FFFFCC"/>
              </a:solidFill>
              <a:prstDash val="solid"/>
              <a:bevel/>
            </a:ln>
          </a:right>
          <a:top>
            <a:ln w="12700" cap="flat">
              <a:solidFill>
                <a:srgbClr val="FFFFCC"/>
              </a:solidFill>
              <a:prstDash val="solid"/>
              <a:bevel/>
            </a:ln>
          </a:top>
          <a:bottom>
            <a:ln w="12700" cap="flat">
              <a:solidFill>
                <a:srgbClr val="FFFFCC"/>
              </a:solidFill>
              <a:prstDash val="solid"/>
              <a:bevel/>
            </a:ln>
          </a:bottom>
          <a:insideH>
            <a:ln w="12700" cap="flat">
              <a:solidFill>
                <a:srgbClr val="FFFFCC"/>
              </a:solidFill>
              <a:prstDash val="solid"/>
              <a:bevel/>
            </a:ln>
          </a:insideH>
          <a:insideV>
            <a:ln w="12700" cap="flat">
              <a:solidFill>
                <a:srgbClr val="FFFFCC"/>
              </a:solidFill>
              <a:prstDash val="solid"/>
              <a:bevel/>
            </a:ln>
          </a:insideV>
        </a:tcBdr>
        <a:fill>
          <a:solidFill>
            <a:srgbClr val="00CCCC"/>
          </a:solidFill>
        </a:fill>
      </a:tcStyle>
    </a:firstCol>
    <a:lastRow>
      <a:tcTxStyle b="on" i="on">
        <a:fontRef idx="minor">
          <a:srgbClr val="FFFFCC"/>
        </a:fontRef>
        <a:srgbClr val="FFFFCC"/>
      </a:tcTxStyle>
      <a:tcStyle>
        <a:tcBdr>
          <a:left>
            <a:ln w="12700" cap="flat">
              <a:solidFill>
                <a:srgbClr val="FFFFCC"/>
              </a:solidFill>
              <a:prstDash val="solid"/>
              <a:bevel/>
            </a:ln>
          </a:left>
          <a:right>
            <a:ln w="12700" cap="flat">
              <a:solidFill>
                <a:srgbClr val="FFFFCC"/>
              </a:solidFill>
              <a:prstDash val="solid"/>
              <a:bevel/>
            </a:ln>
          </a:right>
          <a:top>
            <a:ln w="38100" cap="flat">
              <a:solidFill>
                <a:srgbClr val="FFFFCC"/>
              </a:solidFill>
              <a:prstDash val="solid"/>
              <a:bevel/>
            </a:ln>
          </a:top>
          <a:bottom>
            <a:ln w="12700" cap="flat">
              <a:solidFill>
                <a:srgbClr val="FFFFCC"/>
              </a:solidFill>
              <a:prstDash val="solid"/>
              <a:bevel/>
            </a:ln>
          </a:bottom>
          <a:insideH>
            <a:ln w="12700" cap="flat">
              <a:solidFill>
                <a:srgbClr val="FFFFCC"/>
              </a:solidFill>
              <a:prstDash val="solid"/>
              <a:bevel/>
            </a:ln>
          </a:insideH>
          <a:insideV>
            <a:ln w="12700" cap="flat">
              <a:solidFill>
                <a:srgbClr val="FFFFCC"/>
              </a:solidFill>
              <a:prstDash val="solid"/>
              <a:bevel/>
            </a:ln>
          </a:insideV>
        </a:tcBdr>
        <a:fill>
          <a:solidFill>
            <a:srgbClr val="00CCCC"/>
          </a:solidFill>
        </a:fill>
      </a:tcStyle>
    </a:lastRow>
    <a:firstRow>
      <a:tcTxStyle b="on" i="on">
        <a:fontRef idx="minor">
          <a:srgbClr val="FFFFCC"/>
        </a:fontRef>
        <a:srgbClr val="FFFFCC"/>
      </a:tcTxStyle>
      <a:tcStyle>
        <a:tcBdr>
          <a:left>
            <a:ln w="12700" cap="flat">
              <a:solidFill>
                <a:srgbClr val="FFFFCC"/>
              </a:solidFill>
              <a:prstDash val="solid"/>
              <a:bevel/>
            </a:ln>
          </a:left>
          <a:right>
            <a:ln w="12700" cap="flat">
              <a:solidFill>
                <a:srgbClr val="FFFFCC"/>
              </a:solidFill>
              <a:prstDash val="solid"/>
              <a:bevel/>
            </a:ln>
          </a:right>
          <a:top>
            <a:ln w="12700" cap="flat">
              <a:solidFill>
                <a:srgbClr val="FFFFCC"/>
              </a:solidFill>
              <a:prstDash val="solid"/>
              <a:bevel/>
            </a:ln>
          </a:top>
          <a:bottom>
            <a:ln w="38100" cap="flat">
              <a:solidFill>
                <a:srgbClr val="FFFFCC"/>
              </a:solidFill>
              <a:prstDash val="solid"/>
              <a:bevel/>
            </a:ln>
          </a:bottom>
          <a:insideH>
            <a:ln w="12700" cap="flat">
              <a:solidFill>
                <a:srgbClr val="FFFFCC"/>
              </a:solidFill>
              <a:prstDash val="solid"/>
              <a:bevel/>
            </a:ln>
          </a:insideH>
          <a:insideV>
            <a:ln w="12700" cap="flat">
              <a:solidFill>
                <a:srgbClr val="FFFFCC"/>
              </a:solidFill>
              <a:prstDash val="solid"/>
              <a:bevel/>
            </a:ln>
          </a:insideV>
        </a:tcBdr>
        <a:fill>
          <a:solidFill>
            <a:srgbClr val="00CCCC"/>
          </a:solidFill>
        </a:fill>
      </a:tcStyle>
    </a:firstRow>
  </a:tblStyle>
  <a:tblStyle styleId="{C7B018BB-80A7-4F77-B60F-C8B233D01FF8}" styleName="">
    <a:tblBg/>
    <a:wholeTbl>
      <a:tcTxStyle b="on" i="on">
        <a:fontRef idx="minor">
          <a:srgbClr val="3333FF"/>
        </a:fontRef>
        <a:srgbClr val="3333FF"/>
      </a:tcTxStyle>
      <a:tcStyle>
        <a:tcBdr>
          <a:left>
            <a:ln w="12700" cap="flat">
              <a:solidFill>
                <a:srgbClr val="FFFFCC"/>
              </a:solidFill>
              <a:prstDash val="solid"/>
              <a:bevel/>
            </a:ln>
          </a:left>
          <a:right>
            <a:ln w="12700" cap="flat">
              <a:solidFill>
                <a:srgbClr val="FFFFCC"/>
              </a:solidFill>
              <a:prstDash val="solid"/>
              <a:bevel/>
            </a:ln>
          </a:right>
          <a:top>
            <a:ln w="12700" cap="flat">
              <a:solidFill>
                <a:srgbClr val="FFFFCC"/>
              </a:solidFill>
              <a:prstDash val="solid"/>
              <a:bevel/>
            </a:ln>
          </a:top>
          <a:bottom>
            <a:ln w="12700" cap="flat">
              <a:solidFill>
                <a:srgbClr val="FFFFCC"/>
              </a:solidFill>
              <a:prstDash val="solid"/>
              <a:bevel/>
            </a:ln>
          </a:bottom>
          <a:insideH>
            <a:ln w="12700" cap="flat">
              <a:solidFill>
                <a:srgbClr val="FFFFCC"/>
              </a:solidFill>
              <a:prstDash val="solid"/>
              <a:bevel/>
            </a:ln>
          </a:insideH>
          <a:insideV>
            <a:ln w="12700" cap="flat">
              <a:solidFill>
                <a:srgbClr val="FFFFCC"/>
              </a:solidFill>
              <a:prstDash val="solid"/>
              <a:bevel/>
            </a:ln>
          </a:insideV>
        </a:tcBdr>
        <a:fill>
          <a:solidFill>
            <a:srgbClr val="E2E2FF"/>
          </a:solidFill>
        </a:fill>
      </a:tcStyle>
    </a:wholeTbl>
    <a:band2H>
      <a:tcTxStyle/>
      <a:tcStyle>
        <a:tcBdr/>
        <a:fill>
          <a:solidFill>
            <a:srgbClr val="F1F1FF"/>
          </a:solidFill>
        </a:fill>
      </a:tcStyle>
    </a:band2H>
    <a:firstCol>
      <a:tcTxStyle b="on" i="on">
        <a:fontRef idx="minor">
          <a:srgbClr val="FFFFCC"/>
        </a:fontRef>
        <a:srgbClr val="FFFFCC"/>
      </a:tcTxStyle>
      <a:tcStyle>
        <a:tcBdr>
          <a:left>
            <a:ln w="12700" cap="flat">
              <a:solidFill>
                <a:srgbClr val="FFFFCC"/>
              </a:solidFill>
              <a:prstDash val="solid"/>
              <a:bevel/>
            </a:ln>
          </a:left>
          <a:right>
            <a:ln w="12700" cap="flat">
              <a:solidFill>
                <a:srgbClr val="FFFFCC"/>
              </a:solidFill>
              <a:prstDash val="solid"/>
              <a:bevel/>
            </a:ln>
          </a:right>
          <a:top>
            <a:ln w="12700" cap="flat">
              <a:solidFill>
                <a:srgbClr val="FFFFCC"/>
              </a:solidFill>
              <a:prstDash val="solid"/>
              <a:bevel/>
            </a:ln>
          </a:top>
          <a:bottom>
            <a:ln w="12700" cap="flat">
              <a:solidFill>
                <a:srgbClr val="FFFFCC"/>
              </a:solidFill>
              <a:prstDash val="solid"/>
              <a:bevel/>
            </a:ln>
          </a:bottom>
          <a:insideH>
            <a:ln w="12700" cap="flat">
              <a:solidFill>
                <a:srgbClr val="FFFFCC"/>
              </a:solidFill>
              <a:prstDash val="solid"/>
              <a:bevel/>
            </a:ln>
          </a:insideH>
          <a:insideV>
            <a:ln w="12700" cap="flat">
              <a:solidFill>
                <a:srgbClr val="FFFFCC"/>
              </a:solidFill>
              <a:prstDash val="solid"/>
              <a:bevel/>
            </a:ln>
          </a:insideV>
        </a:tcBdr>
        <a:fill>
          <a:solidFill>
            <a:srgbClr val="ADADFF"/>
          </a:solidFill>
        </a:fill>
      </a:tcStyle>
    </a:firstCol>
    <a:lastRow>
      <a:tcTxStyle b="on" i="on">
        <a:fontRef idx="minor">
          <a:srgbClr val="FFFFCC"/>
        </a:fontRef>
        <a:srgbClr val="FFFFCC"/>
      </a:tcTxStyle>
      <a:tcStyle>
        <a:tcBdr>
          <a:left>
            <a:ln w="12700" cap="flat">
              <a:solidFill>
                <a:srgbClr val="FFFFCC"/>
              </a:solidFill>
              <a:prstDash val="solid"/>
              <a:bevel/>
            </a:ln>
          </a:left>
          <a:right>
            <a:ln w="12700" cap="flat">
              <a:solidFill>
                <a:srgbClr val="FFFFCC"/>
              </a:solidFill>
              <a:prstDash val="solid"/>
              <a:bevel/>
            </a:ln>
          </a:right>
          <a:top>
            <a:ln w="38100" cap="flat">
              <a:solidFill>
                <a:srgbClr val="FFFFCC"/>
              </a:solidFill>
              <a:prstDash val="solid"/>
              <a:bevel/>
            </a:ln>
          </a:top>
          <a:bottom>
            <a:ln w="12700" cap="flat">
              <a:solidFill>
                <a:srgbClr val="FFFFCC"/>
              </a:solidFill>
              <a:prstDash val="solid"/>
              <a:bevel/>
            </a:ln>
          </a:bottom>
          <a:insideH>
            <a:ln w="12700" cap="flat">
              <a:solidFill>
                <a:srgbClr val="FFFFCC"/>
              </a:solidFill>
              <a:prstDash val="solid"/>
              <a:bevel/>
            </a:ln>
          </a:insideH>
          <a:insideV>
            <a:ln w="12700" cap="flat">
              <a:solidFill>
                <a:srgbClr val="FFFFCC"/>
              </a:solidFill>
              <a:prstDash val="solid"/>
              <a:bevel/>
            </a:ln>
          </a:insideV>
        </a:tcBdr>
        <a:fill>
          <a:solidFill>
            <a:srgbClr val="ADADFF"/>
          </a:solidFill>
        </a:fill>
      </a:tcStyle>
    </a:lastRow>
    <a:firstRow>
      <a:tcTxStyle b="on" i="on">
        <a:fontRef idx="minor">
          <a:srgbClr val="FFFFCC"/>
        </a:fontRef>
        <a:srgbClr val="FFFFCC"/>
      </a:tcTxStyle>
      <a:tcStyle>
        <a:tcBdr>
          <a:left>
            <a:ln w="12700" cap="flat">
              <a:solidFill>
                <a:srgbClr val="FFFFCC"/>
              </a:solidFill>
              <a:prstDash val="solid"/>
              <a:bevel/>
            </a:ln>
          </a:left>
          <a:right>
            <a:ln w="12700" cap="flat">
              <a:solidFill>
                <a:srgbClr val="FFFFCC"/>
              </a:solidFill>
              <a:prstDash val="solid"/>
              <a:bevel/>
            </a:ln>
          </a:right>
          <a:top>
            <a:ln w="12700" cap="flat">
              <a:solidFill>
                <a:srgbClr val="FFFFCC"/>
              </a:solidFill>
              <a:prstDash val="solid"/>
              <a:bevel/>
            </a:ln>
          </a:top>
          <a:bottom>
            <a:ln w="38100" cap="flat">
              <a:solidFill>
                <a:srgbClr val="FFFFCC"/>
              </a:solidFill>
              <a:prstDash val="solid"/>
              <a:bevel/>
            </a:ln>
          </a:bottom>
          <a:insideH>
            <a:ln w="12700" cap="flat">
              <a:solidFill>
                <a:srgbClr val="FFFFCC"/>
              </a:solidFill>
              <a:prstDash val="solid"/>
              <a:bevel/>
            </a:ln>
          </a:insideH>
          <a:insideV>
            <a:ln w="12700" cap="flat">
              <a:solidFill>
                <a:srgbClr val="FFFFCC"/>
              </a:solidFill>
              <a:prstDash val="solid"/>
              <a:bevel/>
            </a:ln>
          </a:insideV>
        </a:tcBdr>
        <a:fill>
          <a:solidFill>
            <a:srgbClr val="ADADFF"/>
          </a:solidFill>
        </a:fill>
      </a:tcStyle>
    </a:firstRow>
  </a:tblStyle>
  <a:tblStyle styleId="{EEE7283C-3CF3-47DC-8721-378D4A62B228}" styleName="">
    <a:tblBg/>
    <a:wholeTbl>
      <a:tcTxStyle b="on" i="on">
        <a:fontRef idx="minor">
          <a:srgbClr val="3333FF"/>
        </a:fontRef>
        <a:srgbClr val="3333FF"/>
      </a:tcTxStyle>
      <a:tcStyle>
        <a:tcBdr>
          <a:left>
            <a:ln w="12700" cap="flat">
              <a:solidFill>
                <a:srgbClr val="FFFFCC"/>
              </a:solidFill>
              <a:prstDash val="solid"/>
              <a:bevel/>
            </a:ln>
          </a:left>
          <a:right>
            <a:ln w="12700" cap="flat">
              <a:solidFill>
                <a:srgbClr val="FFFFCC"/>
              </a:solidFill>
              <a:prstDash val="solid"/>
              <a:bevel/>
            </a:ln>
          </a:right>
          <a:top>
            <a:ln w="12700" cap="flat">
              <a:solidFill>
                <a:srgbClr val="FFFFCC"/>
              </a:solidFill>
              <a:prstDash val="solid"/>
              <a:bevel/>
            </a:ln>
          </a:top>
          <a:bottom>
            <a:ln w="12700" cap="flat">
              <a:solidFill>
                <a:srgbClr val="FFFFCC"/>
              </a:solidFill>
              <a:prstDash val="solid"/>
              <a:bevel/>
            </a:ln>
          </a:bottom>
          <a:insideH>
            <a:ln w="12700" cap="flat">
              <a:solidFill>
                <a:srgbClr val="FFFFCC"/>
              </a:solidFill>
              <a:prstDash val="solid"/>
              <a:bevel/>
            </a:ln>
          </a:insideH>
          <a:insideV>
            <a:ln w="12700" cap="flat">
              <a:solidFill>
                <a:srgbClr val="FFFFCC"/>
              </a:solidFill>
              <a:prstDash val="solid"/>
              <a:bevel/>
            </a:ln>
          </a:insideV>
        </a:tcBdr>
        <a:fill>
          <a:solidFill>
            <a:srgbClr val="D1D1F6"/>
          </a:solidFill>
        </a:fill>
      </a:tcStyle>
    </a:wholeTbl>
    <a:band2H>
      <a:tcTxStyle/>
      <a:tcStyle>
        <a:tcBdr/>
        <a:fill>
          <a:solidFill>
            <a:srgbClr val="E9E9FA"/>
          </a:solidFill>
        </a:fill>
      </a:tcStyle>
    </a:band2H>
    <a:firstCol>
      <a:tcTxStyle b="on" i="on">
        <a:fontRef idx="minor">
          <a:srgbClr val="FFFFCC"/>
        </a:fontRef>
        <a:srgbClr val="FFFFCC"/>
      </a:tcTxStyle>
      <a:tcStyle>
        <a:tcBdr>
          <a:left>
            <a:ln w="12700" cap="flat">
              <a:solidFill>
                <a:srgbClr val="FFFFCC"/>
              </a:solidFill>
              <a:prstDash val="solid"/>
              <a:bevel/>
            </a:ln>
          </a:left>
          <a:right>
            <a:ln w="12700" cap="flat">
              <a:solidFill>
                <a:srgbClr val="FFFFCC"/>
              </a:solidFill>
              <a:prstDash val="solid"/>
              <a:bevel/>
            </a:ln>
          </a:right>
          <a:top>
            <a:ln w="12700" cap="flat">
              <a:solidFill>
                <a:srgbClr val="FFFFCC"/>
              </a:solidFill>
              <a:prstDash val="solid"/>
              <a:bevel/>
            </a:ln>
          </a:top>
          <a:bottom>
            <a:ln w="12700" cap="flat">
              <a:solidFill>
                <a:srgbClr val="FFFFCC"/>
              </a:solidFill>
              <a:prstDash val="solid"/>
              <a:bevel/>
            </a:ln>
          </a:bottom>
          <a:insideH>
            <a:ln w="12700" cap="flat">
              <a:solidFill>
                <a:srgbClr val="FFFFCC"/>
              </a:solidFill>
              <a:prstDash val="solid"/>
              <a:bevel/>
            </a:ln>
          </a:insideH>
          <a:insideV>
            <a:ln w="12700" cap="flat">
              <a:solidFill>
                <a:srgbClr val="FFFFCC"/>
              </a:solidFill>
              <a:prstDash val="solid"/>
              <a:bevel/>
            </a:ln>
          </a:insideV>
        </a:tcBdr>
        <a:fill>
          <a:solidFill>
            <a:srgbClr val="5C5CE7"/>
          </a:solidFill>
        </a:fill>
      </a:tcStyle>
    </a:firstCol>
    <a:lastRow>
      <a:tcTxStyle b="on" i="on">
        <a:fontRef idx="minor">
          <a:srgbClr val="FFFFCC"/>
        </a:fontRef>
        <a:srgbClr val="FFFFCC"/>
      </a:tcTxStyle>
      <a:tcStyle>
        <a:tcBdr>
          <a:left>
            <a:ln w="12700" cap="flat">
              <a:solidFill>
                <a:srgbClr val="FFFFCC"/>
              </a:solidFill>
              <a:prstDash val="solid"/>
              <a:bevel/>
            </a:ln>
          </a:left>
          <a:right>
            <a:ln w="12700" cap="flat">
              <a:solidFill>
                <a:srgbClr val="FFFFCC"/>
              </a:solidFill>
              <a:prstDash val="solid"/>
              <a:bevel/>
            </a:ln>
          </a:right>
          <a:top>
            <a:ln w="38100" cap="flat">
              <a:solidFill>
                <a:srgbClr val="FFFFCC"/>
              </a:solidFill>
              <a:prstDash val="solid"/>
              <a:bevel/>
            </a:ln>
          </a:top>
          <a:bottom>
            <a:ln w="12700" cap="flat">
              <a:solidFill>
                <a:srgbClr val="FFFFCC"/>
              </a:solidFill>
              <a:prstDash val="solid"/>
              <a:bevel/>
            </a:ln>
          </a:bottom>
          <a:insideH>
            <a:ln w="12700" cap="flat">
              <a:solidFill>
                <a:srgbClr val="FFFFCC"/>
              </a:solidFill>
              <a:prstDash val="solid"/>
              <a:bevel/>
            </a:ln>
          </a:insideH>
          <a:insideV>
            <a:ln w="12700" cap="flat">
              <a:solidFill>
                <a:srgbClr val="FFFFCC"/>
              </a:solidFill>
              <a:prstDash val="solid"/>
              <a:bevel/>
            </a:ln>
          </a:insideV>
        </a:tcBdr>
        <a:fill>
          <a:solidFill>
            <a:srgbClr val="5C5CE7"/>
          </a:solidFill>
        </a:fill>
      </a:tcStyle>
    </a:lastRow>
    <a:firstRow>
      <a:tcTxStyle b="on" i="on">
        <a:fontRef idx="minor">
          <a:srgbClr val="FFFFCC"/>
        </a:fontRef>
        <a:srgbClr val="FFFFCC"/>
      </a:tcTxStyle>
      <a:tcStyle>
        <a:tcBdr>
          <a:left>
            <a:ln w="12700" cap="flat">
              <a:solidFill>
                <a:srgbClr val="FFFFCC"/>
              </a:solidFill>
              <a:prstDash val="solid"/>
              <a:bevel/>
            </a:ln>
          </a:left>
          <a:right>
            <a:ln w="12700" cap="flat">
              <a:solidFill>
                <a:srgbClr val="FFFFCC"/>
              </a:solidFill>
              <a:prstDash val="solid"/>
              <a:bevel/>
            </a:ln>
          </a:right>
          <a:top>
            <a:ln w="12700" cap="flat">
              <a:solidFill>
                <a:srgbClr val="FFFFCC"/>
              </a:solidFill>
              <a:prstDash val="solid"/>
              <a:bevel/>
            </a:ln>
          </a:top>
          <a:bottom>
            <a:ln w="38100" cap="flat">
              <a:solidFill>
                <a:srgbClr val="FFFFCC"/>
              </a:solidFill>
              <a:prstDash val="solid"/>
              <a:bevel/>
            </a:ln>
          </a:bottom>
          <a:insideH>
            <a:ln w="12700" cap="flat">
              <a:solidFill>
                <a:srgbClr val="FFFFCC"/>
              </a:solidFill>
              <a:prstDash val="solid"/>
              <a:bevel/>
            </a:ln>
          </a:insideH>
          <a:insideV>
            <a:ln w="12700" cap="flat">
              <a:solidFill>
                <a:srgbClr val="FFFFCC"/>
              </a:solidFill>
              <a:prstDash val="solid"/>
              <a:bevel/>
            </a:ln>
          </a:insideV>
        </a:tcBdr>
        <a:fill>
          <a:solidFill>
            <a:srgbClr val="5C5CE7"/>
          </a:solidFill>
        </a:fill>
      </a:tcStyle>
    </a:firstRow>
  </a:tblStyle>
  <a:tblStyle styleId="{CF821DB8-F4EB-4A41-A1BA-3FCAFE7338EE}" styleName="">
    <a:tblBg/>
    <a:wholeTbl>
      <a:tcTxStyle b="on" i="on">
        <a:fontRef idx="minor">
          <a:srgbClr val="3333FF"/>
        </a:fontRef>
        <a:srgbClr val="3333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FF"/>
          </a:solidFill>
        </a:fill>
      </a:tcStyle>
    </a:wholeTbl>
    <a:band2H>
      <a:tcTxStyle/>
      <a:tcStyle>
        <a:tcBdr/>
        <a:fill>
          <a:solidFill>
            <a:srgbClr val="FFFFCC"/>
          </a:solidFill>
        </a:fill>
      </a:tcStyle>
    </a:band2H>
    <a:firstCol>
      <a:tcTxStyle b="on" i="on">
        <a:fontRef idx="minor">
          <a:srgbClr val="FFFFCC"/>
        </a:fontRef>
        <a:srgbClr val="FFFFC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CCCC"/>
          </a:solidFill>
        </a:fill>
      </a:tcStyle>
    </a:firstCol>
    <a:lastRow>
      <a:tcTxStyle b="on" i="on">
        <a:fontRef idx="minor">
          <a:srgbClr val="3333FF"/>
        </a:fontRef>
        <a:srgbClr val="3333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3333FF"/>
              </a:solidFill>
              <a:prstDash val="solid"/>
              <a:bevel/>
            </a:ln>
          </a:top>
          <a:bottom>
            <a:ln w="25400" cap="flat">
              <a:solidFill>
                <a:srgbClr val="3333FF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CC"/>
          </a:solidFill>
        </a:fill>
      </a:tcStyle>
    </a:lastRow>
    <a:firstRow>
      <a:tcTxStyle b="on" i="on">
        <a:fontRef idx="minor">
          <a:srgbClr val="FFFFCC"/>
        </a:fontRef>
        <a:srgbClr val="FFFFC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3333FF"/>
              </a:solidFill>
              <a:prstDash val="solid"/>
              <a:bevel/>
            </a:ln>
          </a:top>
          <a:bottom>
            <a:ln w="25400" cap="flat">
              <a:solidFill>
                <a:srgbClr val="3333FF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CCCC"/>
          </a:solidFill>
        </a:fill>
      </a:tcStyle>
    </a:firstRow>
  </a:tblStyle>
  <a:tblStyle styleId="{33BA23B1-9221-436E-865A-0063620EA4FD}" styleName="">
    <a:tblBg/>
    <a:wholeTbl>
      <a:tcTxStyle b="on" i="on">
        <a:fontRef idx="minor">
          <a:srgbClr val="3333FF"/>
        </a:fontRef>
        <a:srgbClr val="3333FF"/>
      </a:tcTxStyle>
      <a:tcStyle>
        <a:tcBdr>
          <a:left>
            <a:ln w="12700" cap="flat">
              <a:solidFill>
                <a:srgbClr val="FFFFCC"/>
              </a:solidFill>
              <a:prstDash val="solid"/>
              <a:bevel/>
            </a:ln>
          </a:left>
          <a:right>
            <a:ln w="12700" cap="flat">
              <a:solidFill>
                <a:srgbClr val="FFFFCC"/>
              </a:solidFill>
              <a:prstDash val="solid"/>
              <a:bevel/>
            </a:ln>
          </a:right>
          <a:top>
            <a:ln w="12700" cap="flat">
              <a:solidFill>
                <a:srgbClr val="FFFFCC"/>
              </a:solidFill>
              <a:prstDash val="solid"/>
              <a:bevel/>
            </a:ln>
          </a:top>
          <a:bottom>
            <a:ln w="12700" cap="flat">
              <a:solidFill>
                <a:srgbClr val="FFFFCC"/>
              </a:solidFill>
              <a:prstDash val="solid"/>
              <a:bevel/>
            </a:ln>
          </a:bottom>
          <a:insideH>
            <a:ln w="12700" cap="flat">
              <a:solidFill>
                <a:srgbClr val="FFFFCC"/>
              </a:solidFill>
              <a:prstDash val="solid"/>
              <a:bevel/>
            </a:ln>
          </a:insideH>
          <a:insideV>
            <a:ln w="12700" cap="flat">
              <a:solidFill>
                <a:srgbClr val="FFFFCC"/>
              </a:solidFill>
              <a:prstDash val="solid"/>
              <a:bevel/>
            </a:ln>
          </a:insideV>
        </a:tcBdr>
        <a:fill>
          <a:solidFill>
            <a:srgbClr val="CCCCFF"/>
          </a:solidFill>
        </a:fill>
      </a:tcStyle>
    </a:wholeTbl>
    <a:band2H>
      <a:tcTxStyle/>
      <a:tcStyle>
        <a:tcBdr/>
        <a:fill>
          <a:solidFill>
            <a:srgbClr val="E7E7FF"/>
          </a:solidFill>
        </a:fill>
      </a:tcStyle>
    </a:band2H>
    <a:firstCol>
      <a:tcTxStyle b="on" i="on">
        <a:fontRef idx="minor">
          <a:srgbClr val="FFFFCC"/>
        </a:fontRef>
        <a:srgbClr val="FFFFCC"/>
      </a:tcTxStyle>
      <a:tcStyle>
        <a:tcBdr>
          <a:left>
            <a:ln w="12700" cap="flat">
              <a:solidFill>
                <a:srgbClr val="FFFFCC"/>
              </a:solidFill>
              <a:prstDash val="solid"/>
              <a:bevel/>
            </a:ln>
          </a:left>
          <a:right>
            <a:ln w="12700" cap="flat">
              <a:solidFill>
                <a:srgbClr val="FFFFCC"/>
              </a:solidFill>
              <a:prstDash val="solid"/>
              <a:bevel/>
            </a:ln>
          </a:right>
          <a:top>
            <a:ln w="12700" cap="flat">
              <a:solidFill>
                <a:srgbClr val="FFFFCC"/>
              </a:solidFill>
              <a:prstDash val="solid"/>
              <a:bevel/>
            </a:ln>
          </a:top>
          <a:bottom>
            <a:ln w="12700" cap="flat">
              <a:solidFill>
                <a:srgbClr val="FFFFCC"/>
              </a:solidFill>
              <a:prstDash val="solid"/>
              <a:bevel/>
            </a:ln>
          </a:bottom>
          <a:insideH>
            <a:ln w="12700" cap="flat">
              <a:solidFill>
                <a:srgbClr val="FFFFCC"/>
              </a:solidFill>
              <a:prstDash val="solid"/>
              <a:bevel/>
            </a:ln>
          </a:insideH>
          <a:insideV>
            <a:ln w="12700" cap="flat">
              <a:solidFill>
                <a:srgbClr val="FFFFCC"/>
              </a:solidFill>
              <a:prstDash val="solid"/>
              <a:bevel/>
            </a:ln>
          </a:insideV>
        </a:tcBdr>
        <a:fill>
          <a:solidFill>
            <a:srgbClr val="3333FF"/>
          </a:solidFill>
        </a:fill>
      </a:tcStyle>
    </a:firstCol>
    <a:lastRow>
      <a:tcTxStyle b="on" i="on">
        <a:fontRef idx="minor">
          <a:srgbClr val="FFFFCC"/>
        </a:fontRef>
        <a:srgbClr val="FFFFCC"/>
      </a:tcTxStyle>
      <a:tcStyle>
        <a:tcBdr>
          <a:left>
            <a:ln w="12700" cap="flat">
              <a:solidFill>
                <a:srgbClr val="FFFFCC"/>
              </a:solidFill>
              <a:prstDash val="solid"/>
              <a:bevel/>
            </a:ln>
          </a:left>
          <a:right>
            <a:ln w="12700" cap="flat">
              <a:solidFill>
                <a:srgbClr val="FFFFCC"/>
              </a:solidFill>
              <a:prstDash val="solid"/>
              <a:bevel/>
            </a:ln>
          </a:right>
          <a:top>
            <a:ln w="38100" cap="flat">
              <a:solidFill>
                <a:srgbClr val="FFFFCC"/>
              </a:solidFill>
              <a:prstDash val="solid"/>
              <a:bevel/>
            </a:ln>
          </a:top>
          <a:bottom>
            <a:ln w="12700" cap="flat">
              <a:solidFill>
                <a:srgbClr val="FFFFCC"/>
              </a:solidFill>
              <a:prstDash val="solid"/>
              <a:bevel/>
            </a:ln>
          </a:bottom>
          <a:insideH>
            <a:ln w="12700" cap="flat">
              <a:solidFill>
                <a:srgbClr val="FFFFCC"/>
              </a:solidFill>
              <a:prstDash val="solid"/>
              <a:bevel/>
            </a:ln>
          </a:insideH>
          <a:insideV>
            <a:ln w="12700" cap="flat">
              <a:solidFill>
                <a:srgbClr val="FFFFCC"/>
              </a:solidFill>
              <a:prstDash val="solid"/>
              <a:bevel/>
            </a:ln>
          </a:insideV>
        </a:tcBdr>
        <a:fill>
          <a:solidFill>
            <a:srgbClr val="3333FF"/>
          </a:solidFill>
        </a:fill>
      </a:tcStyle>
    </a:lastRow>
    <a:firstRow>
      <a:tcTxStyle b="on" i="on">
        <a:fontRef idx="minor">
          <a:srgbClr val="FFFFCC"/>
        </a:fontRef>
        <a:srgbClr val="FFFFCC"/>
      </a:tcTxStyle>
      <a:tcStyle>
        <a:tcBdr>
          <a:left>
            <a:ln w="12700" cap="flat">
              <a:solidFill>
                <a:srgbClr val="FFFFCC"/>
              </a:solidFill>
              <a:prstDash val="solid"/>
              <a:bevel/>
            </a:ln>
          </a:left>
          <a:right>
            <a:ln w="12700" cap="flat">
              <a:solidFill>
                <a:srgbClr val="FFFFCC"/>
              </a:solidFill>
              <a:prstDash val="solid"/>
              <a:bevel/>
            </a:ln>
          </a:right>
          <a:top>
            <a:ln w="12700" cap="flat">
              <a:solidFill>
                <a:srgbClr val="FFFFCC"/>
              </a:solidFill>
              <a:prstDash val="solid"/>
              <a:bevel/>
            </a:ln>
          </a:top>
          <a:bottom>
            <a:ln w="38100" cap="flat">
              <a:solidFill>
                <a:srgbClr val="FFFFCC"/>
              </a:solidFill>
              <a:prstDash val="solid"/>
              <a:bevel/>
            </a:ln>
          </a:bottom>
          <a:insideH>
            <a:ln w="12700" cap="flat">
              <a:solidFill>
                <a:srgbClr val="FFFFCC"/>
              </a:solidFill>
              <a:prstDash val="solid"/>
              <a:bevel/>
            </a:ln>
          </a:insideH>
          <a:insideV>
            <a:ln w="12700" cap="flat">
              <a:solidFill>
                <a:srgbClr val="FFFFCC"/>
              </a:solidFill>
              <a:prstDash val="solid"/>
              <a:bevel/>
            </a:ln>
          </a:insideV>
        </a:tcBdr>
        <a:fill>
          <a:solidFill>
            <a:srgbClr val="3333FF"/>
          </a:solidFill>
        </a:fill>
      </a:tcStyle>
    </a:firstRow>
  </a:tblStyle>
  <a:tblStyle styleId="{2708684C-4D16-4618-839F-0558EEFCDFE6}" styleName="">
    <a:tblBg/>
    <a:wholeTbl>
      <a:tcTxStyle b="on" i="on">
        <a:fontRef idx="minor">
          <a:srgbClr val="FFFFCC"/>
        </a:fontRef>
        <a:srgbClr val="FFFFCC"/>
      </a:tcTxStyle>
      <a:tcStyle>
        <a:tcBdr>
          <a:left>
            <a:ln w="12700" cap="flat">
              <a:solidFill>
                <a:srgbClr val="FFFFCC"/>
              </a:solidFill>
              <a:prstDash val="solid"/>
              <a:bevel/>
            </a:ln>
          </a:left>
          <a:right>
            <a:ln w="12700" cap="flat">
              <a:solidFill>
                <a:srgbClr val="FFFFCC"/>
              </a:solidFill>
              <a:prstDash val="solid"/>
              <a:bevel/>
            </a:ln>
          </a:right>
          <a:top>
            <a:ln w="12700" cap="flat">
              <a:solidFill>
                <a:srgbClr val="FFFFCC"/>
              </a:solidFill>
              <a:prstDash val="solid"/>
              <a:bevel/>
            </a:ln>
          </a:top>
          <a:bottom>
            <a:ln w="12700" cap="flat">
              <a:solidFill>
                <a:srgbClr val="FFFFCC"/>
              </a:solidFill>
              <a:prstDash val="solid"/>
              <a:bevel/>
            </a:ln>
          </a:bottom>
          <a:insideH>
            <a:ln w="12700" cap="flat">
              <a:solidFill>
                <a:srgbClr val="FFFFCC"/>
              </a:solidFill>
              <a:prstDash val="solid"/>
              <a:bevel/>
            </a:ln>
          </a:insideH>
          <a:insideV>
            <a:ln w="12700" cap="flat">
              <a:solidFill>
                <a:srgbClr val="FFFFCC"/>
              </a:solidFill>
              <a:prstDash val="solid"/>
              <a:bevel/>
            </a:ln>
          </a:insideV>
        </a:tcBdr>
        <a:fill>
          <a:solidFill>
            <a:srgbClr val="FFFFCC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Ref idx="minor">
          <a:srgbClr val="FFFFCC"/>
        </a:fontRef>
        <a:srgbClr val="FFFFCC"/>
      </a:tcTxStyle>
      <a:tcStyle>
        <a:tcBdr>
          <a:left>
            <a:ln w="12700" cap="flat">
              <a:solidFill>
                <a:srgbClr val="FFFFCC"/>
              </a:solidFill>
              <a:prstDash val="solid"/>
              <a:bevel/>
            </a:ln>
          </a:left>
          <a:right>
            <a:ln w="12700" cap="flat">
              <a:solidFill>
                <a:srgbClr val="FFFFCC"/>
              </a:solidFill>
              <a:prstDash val="solid"/>
              <a:bevel/>
            </a:ln>
          </a:right>
          <a:top>
            <a:ln w="12700" cap="flat">
              <a:solidFill>
                <a:srgbClr val="FFFFCC"/>
              </a:solidFill>
              <a:prstDash val="solid"/>
              <a:bevel/>
            </a:ln>
          </a:top>
          <a:bottom>
            <a:ln w="12700" cap="flat">
              <a:solidFill>
                <a:srgbClr val="FFFFCC"/>
              </a:solidFill>
              <a:prstDash val="solid"/>
              <a:bevel/>
            </a:ln>
          </a:bottom>
          <a:insideH>
            <a:ln w="12700" cap="flat">
              <a:solidFill>
                <a:srgbClr val="FFFFCC"/>
              </a:solidFill>
              <a:prstDash val="solid"/>
              <a:bevel/>
            </a:ln>
          </a:insideH>
          <a:insideV>
            <a:ln w="12700" cap="flat">
              <a:solidFill>
                <a:srgbClr val="FFFFCC"/>
              </a:solidFill>
              <a:prstDash val="solid"/>
              <a:bevel/>
            </a:ln>
          </a:insideV>
        </a:tcBdr>
        <a:fill>
          <a:solidFill>
            <a:srgbClr val="FFFFCC">
              <a:alpha val="20000"/>
            </a:srgbClr>
          </a:solidFill>
        </a:fill>
      </a:tcStyle>
    </a:firstCol>
    <a:lastRow>
      <a:tcTxStyle b="on" i="on">
        <a:fontRef idx="minor">
          <a:srgbClr val="FFFFCC"/>
        </a:fontRef>
        <a:srgbClr val="FFFFCC"/>
      </a:tcTxStyle>
      <a:tcStyle>
        <a:tcBdr>
          <a:left>
            <a:ln w="12700" cap="flat">
              <a:solidFill>
                <a:srgbClr val="FFFFCC"/>
              </a:solidFill>
              <a:prstDash val="solid"/>
              <a:bevel/>
            </a:ln>
          </a:left>
          <a:right>
            <a:ln w="12700" cap="flat">
              <a:solidFill>
                <a:srgbClr val="FFFFCC"/>
              </a:solidFill>
              <a:prstDash val="solid"/>
              <a:bevel/>
            </a:ln>
          </a:right>
          <a:top>
            <a:ln w="50800" cap="flat">
              <a:solidFill>
                <a:srgbClr val="FFFFCC"/>
              </a:solidFill>
              <a:prstDash val="solid"/>
              <a:bevel/>
            </a:ln>
          </a:top>
          <a:bottom>
            <a:ln w="12700" cap="flat">
              <a:solidFill>
                <a:srgbClr val="FFFFCC"/>
              </a:solidFill>
              <a:prstDash val="solid"/>
              <a:bevel/>
            </a:ln>
          </a:bottom>
          <a:insideH>
            <a:ln w="12700" cap="flat">
              <a:solidFill>
                <a:srgbClr val="FFFFCC"/>
              </a:solidFill>
              <a:prstDash val="solid"/>
              <a:bevel/>
            </a:ln>
          </a:insideH>
          <a:insideV>
            <a:ln w="12700" cap="flat">
              <a:solidFill>
                <a:srgbClr val="FFFFCC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Ref idx="minor">
          <a:srgbClr val="FFFFCC"/>
        </a:fontRef>
        <a:srgbClr val="FFFFCC"/>
      </a:tcTxStyle>
      <a:tcStyle>
        <a:tcBdr>
          <a:left>
            <a:ln w="12700" cap="flat">
              <a:solidFill>
                <a:srgbClr val="FFFFCC"/>
              </a:solidFill>
              <a:prstDash val="solid"/>
              <a:bevel/>
            </a:ln>
          </a:left>
          <a:right>
            <a:ln w="12700" cap="flat">
              <a:solidFill>
                <a:srgbClr val="FFFFCC"/>
              </a:solidFill>
              <a:prstDash val="solid"/>
              <a:bevel/>
            </a:ln>
          </a:right>
          <a:top>
            <a:ln w="12700" cap="flat">
              <a:solidFill>
                <a:srgbClr val="FFFFCC"/>
              </a:solidFill>
              <a:prstDash val="solid"/>
              <a:bevel/>
            </a:ln>
          </a:top>
          <a:bottom>
            <a:ln w="25400" cap="flat">
              <a:solidFill>
                <a:srgbClr val="FFFFCC"/>
              </a:solidFill>
              <a:prstDash val="solid"/>
              <a:bevel/>
            </a:ln>
          </a:bottom>
          <a:insideH>
            <a:ln w="12700" cap="flat">
              <a:solidFill>
                <a:srgbClr val="FFFFCC"/>
              </a:solidFill>
              <a:prstDash val="solid"/>
              <a:bevel/>
            </a:ln>
          </a:insideH>
          <a:insideV>
            <a:ln w="12700" cap="flat">
              <a:solidFill>
                <a:srgbClr val="FFFFCC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2"/>
  </p:normalViewPr>
  <p:slideViewPr>
    <p:cSldViewPr snapToGrid="0" snapToObjects="1">
      <p:cViewPr varScale="1">
        <p:scale>
          <a:sx n="106" d="100"/>
          <a:sy n="106" d="100"/>
        </p:scale>
        <p:origin x="1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72" name="Shape 7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1pPr>
    <a:lvl2pPr indent="2286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2pPr>
    <a:lvl3pPr indent="4572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3pPr>
    <a:lvl4pPr indent="6858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4pPr>
    <a:lvl5pPr indent="9144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5pPr>
    <a:lvl6pPr indent="11430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6pPr>
    <a:lvl7pPr indent="13716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7pPr>
    <a:lvl8pPr indent="16002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8pPr>
    <a:lvl9pPr indent="18288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90" name="Shape 9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lnSpc>
                <a:spcPct val="100000"/>
              </a:lnSpc>
              <a:spcBef>
                <a:spcPts val="4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lvl="0">
              <a:defRPr sz="1800"/>
            </a:pPr>
            <a:r>
              <a:rPr sz="1200"/>
              <a:t>Alisealise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96" name="Shape 9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lnSpc>
                <a:spcPct val="100000"/>
              </a:lnSpc>
              <a:spcBef>
                <a:spcPts val="4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lvl="0">
              <a:defRPr sz="1800"/>
            </a:pPr>
            <a:r>
              <a:rPr sz="1200"/>
              <a:t>Alisealise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9"/>
          <p:cNvGrpSpPr/>
          <p:nvPr/>
        </p:nvGrpSpPr>
        <p:grpSpPr>
          <a:xfrm>
            <a:off x="0" y="0"/>
            <a:ext cx="1085850" cy="6854825"/>
            <a:chOff x="0" y="0"/>
            <a:chExt cx="1085850" cy="6854825"/>
          </a:xfrm>
        </p:grpSpPr>
        <p:sp>
          <p:nvSpPr>
            <p:cNvPr id="38" name="Shape 38"/>
            <p:cNvSpPr/>
            <p:nvPr/>
          </p:nvSpPr>
          <p:spPr>
            <a:xfrm>
              <a:off x="0" y="0"/>
              <a:ext cx="1085850" cy="6854825"/>
            </a:xfrm>
            <a:prstGeom prst="rect">
              <a:avLst/>
            </a:prstGeom>
            <a:gradFill flip="none" rotWithShape="1">
              <a:gsLst>
                <a:gs pos="0">
                  <a:srgbClr val="000000"/>
                </a:gs>
                <a:gs pos="100000">
                  <a:srgbClr val="3333F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457200">
                <a:defRPr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76194" y="163510"/>
              <a:ext cx="152407" cy="6550033"/>
              <a:chOff x="-1" y="0"/>
              <a:chExt cx="152406" cy="6550031"/>
            </a:xfrm>
          </p:grpSpPr>
          <p:sp>
            <p:nvSpPr>
              <p:cNvPr id="39" name="Shape 39"/>
              <p:cNvSpPr/>
              <p:nvPr/>
            </p:nvSpPr>
            <p:spPr>
              <a:xfrm>
                <a:off x="-2" y="1590675"/>
                <a:ext cx="152408" cy="153992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0" name="Shape 40"/>
              <p:cNvSpPr/>
              <p:nvPr/>
            </p:nvSpPr>
            <p:spPr>
              <a:xfrm>
                <a:off x="-2" y="1820862"/>
                <a:ext cx="152408" cy="153992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1" name="Shape 41"/>
              <p:cNvSpPr/>
              <p:nvPr/>
            </p:nvSpPr>
            <p:spPr>
              <a:xfrm>
                <a:off x="-2" y="2047875"/>
                <a:ext cx="152408" cy="153992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2" name="Shape 42"/>
              <p:cNvSpPr/>
              <p:nvPr/>
            </p:nvSpPr>
            <p:spPr>
              <a:xfrm>
                <a:off x="-2" y="2278062"/>
                <a:ext cx="152408" cy="153992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3" name="Shape 43"/>
              <p:cNvSpPr/>
              <p:nvPr/>
            </p:nvSpPr>
            <p:spPr>
              <a:xfrm>
                <a:off x="-2" y="2508250"/>
                <a:ext cx="152408" cy="150817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4" name="Shape 44"/>
              <p:cNvSpPr/>
              <p:nvPr/>
            </p:nvSpPr>
            <p:spPr>
              <a:xfrm>
                <a:off x="-2" y="2735263"/>
                <a:ext cx="152408" cy="152404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5" name="Shape 45"/>
              <p:cNvSpPr/>
              <p:nvPr/>
            </p:nvSpPr>
            <p:spPr>
              <a:xfrm>
                <a:off x="-2" y="2965451"/>
                <a:ext cx="152408" cy="152404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6" name="Shape 46"/>
              <p:cNvSpPr/>
              <p:nvPr/>
            </p:nvSpPr>
            <p:spPr>
              <a:xfrm>
                <a:off x="-2" y="3195638"/>
                <a:ext cx="152408" cy="149230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7" name="Shape 47"/>
              <p:cNvSpPr/>
              <p:nvPr/>
            </p:nvSpPr>
            <p:spPr>
              <a:xfrm>
                <a:off x="-2" y="3422651"/>
                <a:ext cx="152408" cy="152404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8" name="Shape 48"/>
              <p:cNvSpPr/>
              <p:nvPr/>
            </p:nvSpPr>
            <p:spPr>
              <a:xfrm>
                <a:off x="-2" y="3652838"/>
                <a:ext cx="152408" cy="152405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9" name="Shape 49"/>
              <p:cNvSpPr/>
              <p:nvPr/>
            </p:nvSpPr>
            <p:spPr>
              <a:xfrm>
                <a:off x="-2" y="3883026"/>
                <a:ext cx="152408" cy="149229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0" name="Shape 50"/>
              <p:cNvSpPr/>
              <p:nvPr/>
            </p:nvSpPr>
            <p:spPr>
              <a:xfrm>
                <a:off x="-2" y="4108451"/>
                <a:ext cx="152408" cy="153992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1" name="Shape 51"/>
              <p:cNvSpPr/>
              <p:nvPr/>
            </p:nvSpPr>
            <p:spPr>
              <a:xfrm>
                <a:off x="-2" y="4338638"/>
                <a:ext cx="152408" cy="153992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2" name="Shape 52"/>
              <p:cNvSpPr/>
              <p:nvPr/>
            </p:nvSpPr>
            <p:spPr>
              <a:xfrm>
                <a:off x="-2" y="4565651"/>
                <a:ext cx="152408" cy="153992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3" name="Shape 53"/>
              <p:cNvSpPr/>
              <p:nvPr/>
            </p:nvSpPr>
            <p:spPr>
              <a:xfrm>
                <a:off x="-2" y="4795838"/>
                <a:ext cx="152408" cy="153992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4" name="Shape 54"/>
              <p:cNvSpPr/>
              <p:nvPr/>
            </p:nvSpPr>
            <p:spPr>
              <a:xfrm>
                <a:off x="-2" y="5026027"/>
                <a:ext cx="152408" cy="150817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5" name="Shape 55"/>
              <p:cNvSpPr/>
              <p:nvPr/>
            </p:nvSpPr>
            <p:spPr>
              <a:xfrm>
                <a:off x="-2" y="5253039"/>
                <a:ext cx="152408" cy="153992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6" name="Shape 56"/>
              <p:cNvSpPr/>
              <p:nvPr/>
            </p:nvSpPr>
            <p:spPr>
              <a:xfrm>
                <a:off x="-2" y="5483228"/>
                <a:ext cx="152408" cy="153992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7" name="Shape 57"/>
              <p:cNvSpPr/>
              <p:nvPr/>
            </p:nvSpPr>
            <p:spPr>
              <a:xfrm>
                <a:off x="-2" y="5713415"/>
                <a:ext cx="152408" cy="150817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8" name="Shape 58"/>
              <p:cNvSpPr/>
              <p:nvPr/>
            </p:nvSpPr>
            <p:spPr>
              <a:xfrm>
                <a:off x="-2" y="5940428"/>
                <a:ext cx="152408" cy="153992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9" name="Shape 59"/>
              <p:cNvSpPr/>
              <p:nvPr/>
            </p:nvSpPr>
            <p:spPr>
              <a:xfrm>
                <a:off x="-2" y="6170615"/>
                <a:ext cx="152408" cy="152405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60" name="Shape 60"/>
              <p:cNvSpPr/>
              <p:nvPr/>
            </p:nvSpPr>
            <p:spPr>
              <a:xfrm>
                <a:off x="-2" y="6399215"/>
                <a:ext cx="152408" cy="150817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61" name="Shape 61"/>
              <p:cNvSpPr/>
              <p:nvPr/>
            </p:nvSpPr>
            <p:spPr>
              <a:xfrm>
                <a:off x="-2" y="-1"/>
                <a:ext cx="152408" cy="149229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62" name="Shape 62"/>
              <p:cNvSpPr/>
              <p:nvPr/>
            </p:nvSpPr>
            <p:spPr>
              <a:xfrm>
                <a:off x="-2" y="227012"/>
                <a:ext cx="152408" cy="152405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63" name="Shape 63"/>
              <p:cNvSpPr/>
              <p:nvPr/>
            </p:nvSpPr>
            <p:spPr>
              <a:xfrm>
                <a:off x="-2" y="457200"/>
                <a:ext cx="152408" cy="152404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64" name="Shape 64"/>
              <p:cNvSpPr/>
              <p:nvPr/>
            </p:nvSpPr>
            <p:spPr>
              <a:xfrm>
                <a:off x="-2" y="685800"/>
                <a:ext cx="152408" cy="150817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65" name="Shape 65"/>
              <p:cNvSpPr/>
              <p:nvPr/>
            </p:nvSpPr>
            <p:spPr>
              <a:xfrm>
                <a:off x="-2" y="912812"/>
                <a:ext cx="152408" cy="153992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66" name="Shape 66"/>
              <p:cNvSpPr/>
              <p:nvPr/>
            </p:nvSpPr>
            <p:spPr>
              <a:xfrm>
                <a:off x="-2" y="1143000"/>
                <a:ext cx="152408" cy="153992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67" name="Shape 67"/>
              <p:cNvSpPr/>
              <p:nvPr/>
            </p:nvSpPr>
            <p:spPr>
              <a:xfrm>
                <a:off x="-2" y="1373187"/>
                <a:ext cx="152408" cy="150817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</p:grpSp>
      <p:sp>
        <p:nvSpPr>
          <p:cNvPr id="70" name="Shape 7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3333FF"/>
            </a:gs>
            <a:gs pos="100000">
              <a:srgbClr val="000000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3"/>
          <p:cNvGrpSpPr/>
          <p:nvPr/>
        </p:nvGrpSpPr>
        <p:grpSpPr>
          <a:xfrm>
            <a:off x="0" y="0"/>
            <a:ext cx="1085850" cy="6854825"/>
            <a:chOff x="0" y="0"/>
            <a:chExt cx="1085850" cy="6854825"/>
          </a:xfrm>
        </p:grpSpPr>
        <p:sp>
          <p:nvSpPr>
            <p:cNvPr id="2" name="Shape 2"/>
            <p:cNvSpPr/>
            <p:nvPr/>
          </p:nvSpPr>
          <p:spPr>
            <a:xfrm>
              <a:off x="0" y="0"/>
              <a:ext cx="1085850" cy="6854825"/>
            </a:xfrm>
            <a:prstGeom prst="rect">
              <a:avLst/>
            </a:prstGeom>
            <a:gradFill flip="none" rotWithShape="1">
              <a:gsLst>
                <a:gs pos="0">
                  <a:srgbClr val="000000"/>
                </a:gs>
                <a:gs pos="100000">
                  <a:srgbClr val="3333F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457200">
                <a:defRPr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76194" y="161920"/>
              <a:ext cx="152407" cy="6553210"/>
              <a:chOff x="-1" y="0"/>
              <a:chExt cx="152406" cy="6553209"/>
            </a:xfrm>
          </p:grpSpPr>
          <p:sp>
            <p:nvSpPr>
              <p:cNvPr id="3" name="Shape 3"/>
              <p:cNvSpPr/>
              <p:nvPr/>
            </p:nvSpPr>
            <p:spPr>
              <a:xfrm>
                <a:off x="-2" y="1592263"/>
                <a:ext cx="152408" cy="153992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" name="Shape 4"/>
              <p:cNvSpPr/>
              <p:nvPr/>
            </p:nvSpPr>
            <p:spPr>
              <a:xfrm>
                <a:off x="-2" y="1822451"/>
                <a:ext cx="152408" cy="152403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" name="Shape 5"/>
              <p:cNvSpPr/>
              <p:nvPr/>
            </p:nvSpPr>
            <p:spPr>
              <a:xfrm>
                <a:off x="-2" y="2049462"/>
                <a:ext cx="152408" cy="153992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6" name="Shape 6"/>
              <p:cNvSpPr/>
              <p:nvPr/>
            </p:nvSpPr>
            <p:spPr>
              <a:xfrm>
                <a:off x="-2" y="2279651"/>
                <a:ext cx="152408" cy="152403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7" name="Shape 7"/>
              <p:cNvSpPr/>
              <p:nvPr/>
            </p:nvSpPr>
            <p:spPr>
              <a:xfrm>
                <a:off x="-2" y="2509837"/>
                <a:ext cx="152408" cy="150817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8" name="Shape 8"/>
              <p:cNvSpPr/>
              <p:nvPr/>
            </p:nvSpPr>
            <p:spPr>
              <a:xfrm>
                <a:off x="-2" y="2736851"/>
                <a:ext cx="152408" cy="153991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9" name="Shape 9"/>
              <p:cNvSpPr/>
              <p:nvPr/>
            </p:nvSpPr>
            <p:spPr>
              <a:xfrm>
                <a:off x="-2" y="2967039"/>
                <a:ext cx="152408" cy="152405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0" name="Shape 10"/>
              <p:cNvSpPr/>
              <p:nvPr/>
            </p:nvSpPr>
            <p:spPr>
              <a:xfrm>
                <a:off x="-2" y="3195639"/>
                <a:ext cx="152408" cy="152405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1" name="Shape 11"/>
              <p:cNvSpPr/>
              <p:nvPr/>
            </p:nvSpPr>
            <p:spPr>
              <a:xfrm>
                <a:off x="-2" y="3424240"/>
                <a:ext cx="152408" cy="152405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2" name="Shape 12"/>
              <p:cNvSpPr/>
              <p:nvPr/>
            </p:nvSpPr>
            <p:spPr>
              <a:xfrm>
                <a:off x="-2" y="3652840"/>
                <a:ext cx="152408" cy="153992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3" name="Shape 13"/>
              <p:cNvSpPr/>
              <p:nvPr/>
            </p:nvSpPr>
            <p:spPr>
              <a:xfrm>
                <a:off x="-2" y="3883028"/>
                <a:ext cx="152408" cy="150816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4" name="Shape 14"/>
              <p:cNvSpPr/>
              <p:nvPr/>
            </p:nvSpPr>
            <p:spPr>
              <a:xfrm>
                <a:off x="-2" y="4111628"/>
                <a:ext cx="152408" cy="152403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5" name="Shape 15"/>
              <p:cNvSpPr/>
              <p:nvPr/>
            </p:nvSpPr>
            <p:spPr>
              <a:xfrm>
                <a:off x="-2" y="4340228"/>
                <a:ext cx="152408" cy="153991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6" name="Shape 16"/>
              <p:cNvSpPr/>
              <p:nvPr/>
            </p:nvSpPr>
            <p:spPr>
              <a:xfrm>
                <a:off x="-2" y="4568828"/>
                <a:ext cx="152408" cy="152403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7" name="Shape 17"/>
              <p:cNvSpPr/>
              <p:nvPr/>
            </p:nvSpPr>
            <p:spPr>
              <a:xfrm>
                <a:off x="-2" y="4797428"/>
                <a:ext cx="152408" cy="153991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8" name="Shape 18"/>
              <p:cNvSpPr/>
              <p:nvPr/>
            </p:nvSpPr>
            <p:spPr>
              <a:xfrm>
                <a:off x="-2" y="5027615"/>
                <a:ext cx="152408" cy="150817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9" name="Shape 19"/>
              <p:cNvSpPr/>
              <p:nvPr/>
            </p:nvSpPr>
            <p:spPr>
              <a:xfrm>
                <a:off x="-2" y="5254628"/>
                <a:ext cx="152408" cy="153991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0" name="Shape 20"/>
              <p:cNvSpPr/>
              <p:nvPr/>
            </p:nvSpPr>
            <p:spPr>
              <a:xfrm>
                <a:off x="-2" y="5484816"/>
                <a:ext cx="152408" cy="152405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1" name="Shape 21"/>
              <p:cNvSpPr/>
              <p:nvPr/>
            </p:nvSpPr>
            <p:spPr>
              <a:xfrm>
                <a:off x="-2" y="5715004"/>
                <a:ext cx="152408" cy="150816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2" name="Shape 22"/>
              <p:cNvSpPr/>
              <p:nvPr/>
            </p:nvSpPr>
            <p:spPr>
              <a:xfrm>
                <a:off x="-2" y="5942016"/>
                <a:ext cx="152408" cy="153992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3" name="Shape 23"/>
              <p:cNvSpPr/>
              <p:nvPr/>
            </p:nvSpPr>
            <p:spPr>
              <a:xfrm>
                <a:off x="-2" y="6172204"/>
                <a:ext cx="152408" cy="152403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4" name="Shape 24"/>
              <p:cNvSpPr/>
              <p:nvPr/>
            </p:nvSpPr>
            <p:spPr>
              <a:xfrm>
                <a:off x="-2" y="6399217"/>
                <a:ext cx="152408" cy="153992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5" name="Shape 25"/>
              <p:cNvSpPr/>
              <p:nvPr/>
            </p:nvSpPr>
            <p:spPr>
              <a:xfrm>
                <a:off x="-2" y="-1"/>
                <a:ext cx="152408" cy="152404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6" name="Shape 26"/>
              <p:cNvSpPr/>
              <p:nvPr/>
            </p:nvSpPr>
            <p:spPr>
              <a:xfrm>
                <a:off x="-2" y="228599"/>
                <a:ext cx="152408" cy="152404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7" name="Shape 27"/>
              <p:cNvSpPr/>
              <p:nvPr/>
            </p:nvSpPr>
            <p:spPr>
              <a:xfrm>
                <a:off x="-2" y="458787"/>
                <a:ext cx="152408" cy="152405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8" name="Shape 28"/>
              <p:cNvSpPr/>
              <p:nvPr/>
            </p:nvSpPr>
            <p:spPr>
              <a:xfrm>
                <a:off x="-2" y="687387"/>
                <a:ext cx="152408" cy="150817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9" name="Shape 29"/>
              <p:cNvSpPr/>
              <p:nvPr/>
            </p:nvSpPr>
            <p:spPr>
              <a:xfrm>
                <a:off x="-2" y="915987"/>
                <a:ext cx="152408" cy="152405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0" name="Shape 30"/>
              <p:cNvSpPr/>
              <p:nvPr/>
            </p:nvSpPr>
            <p:spPr>
              <a:xfrm>
                <a:off x="-2" y="1144588"/>
                <a:ext cx="152408" cy="153992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1" name="Shape 31"/>
              <p:cNvSpPr/>
              <p:nvPr/>
            </p:nvSpPr>
            <p:spPr>
              <a:xfrm>
                <a:off x="-2" y="1374776"/>
                <a:ext cx="152408" cy="150816"/>
              </a:xfrm>
              <a:prstGeom prst="rect">
                <a:avLst/>
              </a:prstGeom>
              <a:solidFill>
                <a:srgbClr val="3333FF">
                  <a:alpha val="50195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defTabSz="457200">
                  <a:defRPr sz="1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</p:grpSp>
      <p:sp>
        <p:nvSpPr>
          <p:cNvPr id="34" name="Shape 34"/>
          <p:cNvSpPr>
            <a:spLocks noGrp="1"/>
          </p:cNvSpPr>
          <p:nvPr>
            <p:ph type="sldNum" sz="quarter" idx="2"/>
          </p:nvPr>
        </p:nvSpPr>
        <p:spPr>
          <a:xfrm>
            <a:off x="7010400" y="6333137"/>
            <a:ext cx="1905000" cy="287722"/>
          </a:xfrm>
          <a:prstGeom prst="rect">
            <a:avLst/>
          </a:prstGeom>
          <a:ln w="12700">
            <a:miter lim="400000"/>
          </a:ln>
        </p:spPr>
        <p:txBody>
          <a:bodyPr lIns="46037" tIns="46037" rIns="46037" bIns="46037" anchor="ctr">
            <a:spAutoFit/>
          </a:bodyPr>
          <a:lstStyle>
            <a:lvl1pPr algn="r" defTabSz="457200">
              <a:defRPr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algn="ctr">
        <a:defRPr sz="4400">
          <a:solidFill>
            <a:srgbClr val="00FFFF"/>
          </a:solidFill>
          <a:latin typeface="Times New Roman"/>
          <a:ea typeface="Times New Roman"/>
          <a:cs typeface="Times New Roman"/>
          <a:sym typeface="Times New Roman"/>
        </a:defRPr>
      </a:lvl1pPr>
      <a:lvl2pPr algn="ctr">
        <a:defRPr sz="4400">
          <a:solidFill>
            <a:srgbClr val="00FFFF"/>
          </a:solidFill>
          <a:latin typeface="Times New Roman"/>
          <a:ea typeface="Times New Roman"/>
          <a:cs typeface="Times New Roman"/>
          <a:sym typeface="Times New Roman"/>
        </a:defRPr>
      </a:lvl2pPr>
      <a:lvl3pPr algn="ctr">
        <a:defRPr sz="4400">
          <a:solidFill>
            <a:srgbClr val="00FFFF"/>
          </a:solidFill>
          <a:latin typeface="Times New Roman"/>
          <a:ea typeface="Times New Roman"/>
          <a:cs typeface="Times New Roman"/>
          <a:sym typeface="Times New Roman"/>
        </a:defRPr>
      </a:lvl3pPr>
      <a:lvl4pPr algn="ctr">
        <a:defRPr sz="4400">
          <a:solidFill>
            <a:srgbClr val="00FFFF"/>
          </a:solidFill>
          <a:latin typeface="Times New Roman"/>
          <a:ea typeface="Times New Roman"/>
          <a:cs typeface="Times New Roman"/>
          <a:sym typeface="Times New Roman"/>
        </a:defRPr>
      </a:lvl4pPr>
      <a:lvl5pPr algn="ctr">
        <a:defRPr sz="4400">
          <a:solidFill>
            <a:srgbClr val="00FFFF"/>
          </a:solidFill>
          <a:latin typeface="Times New Roman"/>
          <a:ea typeface="Times New Roman"/>
          <a:cs typeface="Times New Roman"/>
          <a:sym typeface="Times New Roman"/>
        </a:defRPr>
      </a:lvl5pPr>
      <a:lvl6pPr algn="ctr">
        <a:defRPr sz="4400">
          <a:solidFill>
            <a:srgbClr val="00FFFF"/>
          </a:solidFill>
          <a:latin typeface="Times New Roman"/>
          <a:ea typeface="Times New Roman"/>
          <a:cs typeface="Times New Roman"/>
          <a:sym typeface="Times New Roman"/>
        </a:defRPr>
      </a:lvl6pPr>
      <a:lvl7pPr algn="ctr">
        <a:defRPr sz="4400">
          <a:solidFill>
            <a:srgbClr val="00FFFF"/>
          </a:solidFill>
          <a:latin typeface="Times New Roman"/>
          <a:ea typeface="Times New Roman"/>
          <a:cs typeface="Times New Roman"/>
          <a:sym typeface="Times New Roman"/>
        </a:defRPr>
      </a:lvl7pPr>
      <a:lvl8pPr algn="ctr">
        <a:defRPr sz="4400">
          <a:solidFill>
            <a:srgbClr val="00FFFF"/>
          </a:solidFill>
          <a:latin typeface="Times New Roman"/>
          <a:ea typeface="Times New Roman"/>
          <a:cs typeface="Times New Roman"/>
          <a:sym typeface="Times New Roman"/>
        </a:defRPr>
      </a:lvl8pPr>
      <a:lvl9pPr algn="ctr">
        <a:defRPr sz="4400">
          <a:solidFill>
            <a:srgbClr val="00FFFF"/>
          </a:solidFill>
          <a:latin typeface="Times New Roman"/>
          <a:ea typeface="Times New Roman"/>
          <a:cs typeface="Times New Roman"/>
          <a:sym typeface="Times New Roman"/>
        </a:defRPr>
      </a:lvl9pPr>
    </p:titleStyle>
    <p:bodyStyle>
      <a:lvl1pPr marL="342900" indent="-342900">
        <a:spcBef>
          <a:spcPts val="700"/>
        </a:spcBef>
        <a:buClr>
          <a:srgbClr val="00FFFF"/>
        </a:buClr>
        <a:buSzPct val="75000"/>
        <a:buFont typeface="Wingdings"/>
        <a:buChar char="–"/>
        <a:defRPr sz="3200">
          <a:solidFill>
            <a:srgbClr val="FFFFFF"/>
          </a:solidFill>
          <a:latin typeface="Times New Roman"/>
          <a:ea typeface="Times New Roman"/>
          <a:cs typeface="Times New Roman"/>
          <a:sym typeface="Times New Roman"/>
        </a:defRPr>
      </a:lvl1pPr>
      <a:lvl2pPr marL="965200" indent="-508000">
        <a:spcBef>
          <a:spcPts val="700"/>
        </a:spcBef>
        <a:buClr>
          <a:srgbClr val="00FFFF"/>
        </a:buClr>
        <a:buSzPct val="60000"/>
        <a:buFont typeface="Wingdings"/>
        <a:buChar char="◆"/>
        <a:defRPr sz="3200">
          <a:solidFill>
            <a:srgbClr val="FFFFFF"/>
          </a:solidFill>
          <a:latin typeface="Times New Roman"/>
          <a:ea typeface="Times New Roman"/>
          <a:cs typeface="Times New Roman"/>
          <a:sym typeface="Times New Roman"/>
        </a:defRPr>
      </a:lvl2pPr>
      <a:lvl3pPr marL="1320800" indent="-406400">
        <a:spcBef>
          <a:spcPts val="700"/>
        </a:spcBef>
        <a:buClr>
          <a:srgbClr val="00FFFF"/>
        </a:buClr>
        <a:buSzPct val="60000"/>
        <a:buFont typeface="Wingdings"/>
        <a:buChar char="⧫"/>
        <a:defRPr sz="3200">
          <a:solidFill>
            <a:srgbClr val="FFFFFF"/>
          </a:solidFill>
          <a:latin typeface="Times New Roman"/>
          <a:ea typeface="Times New Roman"/>
          <a:cs typeface="Times New Roman"/>
          <a:sym typeface="Times New Roman"/>
        </a:defRPr>
      </a:lvl3pPr>
      <a:lvl4pPr marL="1778000" indent="-406400">
        <a:spcBef>
          <a:spcPts val="700"/>
        </a:spcBef>
        <a:buClr>
          <a:srgbClr val="00FFFF"/>
        </a:buClr>
        <a:buSzPct val="100000"/>
        <a:buFont typeface="Wingdings"/>
        <a:buChar char="•"/>
        <a:defRPr sz="3200">
          <a:solidFill>
            <a:srgbClr val="FFFFFF"/>
          </a:solidFill>
          <a:latin typeface="Times New Roman"/>
          <a:ea typeface="Times New Roman"/>
          <a:cs typeface="Times New Roman"/>
          <a:sym typeface="Times New Roman"/>
        </a:defRPr>
      </a:lvl4pPr>
      <a:lvl5pPr marL="2235200" indent="-406400">
        <a:spcBef>
          <a:spcPts val="700"/>
        </a:spcBef>
        <a:buClr>
          <a:srgbClr val="00FFFF"/>
        </a:buClr>
        <a:buSzPct val="100000"/>
        <a:buFont typeface="Wingdings"/>
        <a:buChar char="–"/>
        <a:defRPr sz="3200">
          <a:solidFill>
            <a:srgbClr val="FFFFFF"/>
          </a:solidFill>
          <a:latin typeface="Times New Roman"/>
          <a:ea typeface="Times New Roman"/>
          <a:cs typeface="Times New Roman"/>
          <a:sym typeface="Times New Roman"/>
        </a:defRPr>
      </a:lvl5pPr>
      <a:lvl6pPr marL="2692400" indent="-406400">
        <a:spcBef>
          <a:spcPts val="700"/>
        </a:spcBef>
        <a:buClr>
          <a:srgbClr val="00FFFF"/>
        </a:buClr>
        <a:buSzPct val="100000"/>
        <a:buFont typeface="Wingdings"/>
        <a:buChar char="•"/>
        <a:defRPr sz="3200">
          <a:solidFill>
            <a:srgbClr val="FFFFFF"/>
          </a:solidFill>
          <a:latin typeface="Times New Roman"/>
          <a:ea typeface="Times New Roman"/>
          <a:cs typeface="Times New Roman"/>
          <a:sym typeface="Times New Roman"/>
        </a:defRPr>
      </a:lvl6pPr>
      <a:lvl7pPr marL="3149600" indent="-406400">
        <a:spcBef>
          <a:spcPts val="700"/>
        </a:spcBef>
        <a:buClr>
          <a:srgbClr val="00FFFF"/>
        </a:buClr>
        <a:buSzPct val="100000"/>
        <a:buFont typeface="Wingdings"/>
        <a:buChar char="•"/>
        <a:defRPr sz="3200">
          <a:solidFill>
            <a:srgbClr val="FFFFFF"/>
          </a:solidFill>
          <a:latin typeface="Times New Roman"/>
          <a:ea typeface="Times New Roman"/>
          <a:cs typeface="Times New Roman"/>
          <a:sym typeface="Times New Roman"/>
        </a:defRPr>
      </a:lvl7pPr>
      <a:lvl8pPr marL="3606800" indent="-406400">
        <a:spcBef>
          <a:spcPts val="700"/>
        </a:spcBef>
        <a:buClr>
          <a:srgbClr val="00FFFF"/>
        </a:buClr>
        <a:buSzPct val="100000"/>
        <a:buFont typeface="Wingdings"/>
        <a:buChar char="•"/>
        <a:defRPr sz="3200">
          <a:solidFill>
            <a:srgbClr val="FFFFFF"/>
          </a:solidFill>
          <a:latin typeface="Times New Roman"/>
          <a:ea typeface="Times New Roman"/>
          <a:cs typeface="Times New Roman"/>
          <a:sym typeface="Times New Roman"/>
        </a:defRPr>
      </a:lvl8pPr>
      <a:lvl9pPr marL="4064000" indent="-406400">
        <a:spcBef>
          <a:spcPts val="700"/>
        </a:spcBef>
        <a:buClr>
          <a:srgbClr val="00FFFF"/>
        </a:buClr>
        <a:buSzPct val="100000"/>
        <a:buFont typeface="Wingdings"/>
        <a:buChar char="•"/>
        <a:defRPr sz="3200">
          <a:solidFill>
            <a:srgbClr val="FFFFFF"/>
          </a:solidFill>
          <a:latin typeface="Times New Roman"/>
          <a:ea typeface="Times New Roman"/>
          <a:cs typeface="Times New Roman"/>
          <a:sym typeface="Times New Roman"/>
        </a:defRPr>
      </a:lvl9pPr>
    </p:bodyStyle>
    <p:otherStyle>
      <a:lvl1pPr algn="r" defTabSz="457200">
        <a:defRPr sz="1400">
          <a:solidFill>
            <a:schemeClr val="tx1"/>
          </a:solidFill>
          <a:latin typeface="+mn-lt"/>
          <a:ea typeface="+mn-ea"/>
          <a:cs typeface="+mn-cs"/>
          <a:sym typeface="Times New Roman"/>
        </a:defRPr>
      </a:lvl1pPr>
      <a:lvl2pPr algn="r" defTabSz="457200">
        <a:defRPr sz="1400">
          <a:solidFill>
            <a:schemeClr val="tx1"/>
          </a:solidFill>
          <a:latin typeface="+mn-lt"/>
          <a:ea typeface="+mn-ea"/>
          <a:cs typeface="+mn-cs"/>
          <a:sym typeface="Times New Roman"/>
        </a:defRPr>
      </a:lvl2pPr>
      <a:lvl3pPr algn="r" defTabSz="457200">
        <a:defRPr sz="1400">
          <a:solidFill>
            <a:schemeClr val="tx1"/>
          </a:solidFill>
          <a:latin typeface="+mn-lt"/>
          <a:ea typeface="+mn-ea"/>
          <a:cs typeface="+mn-cs"/>
          <a:sym typeface="Times New Roman"/>
        </a:defRPr>
      </a:lvl3pPr>
      <a:lvl4pPr algn="r" defTabSz="457200">
        <a:defRPr sz="1400">
          <a:solidFill>
            <a:schemeClr val="tx1"/>
          </a:solidFill>
          <a:latin typeface="+mn-lt"/>
          <a:ea typeface="+mn-ea"/>
          <a:cs typeface="+mn-cs"/>
          <a:sym typeface="Times New Roman"/>
        </a:defRPr>
      </a:lvl4pPr>
      <a:lvl5pPr algn="r" defTabSz="457200">
        <a:defRPr sz="1400">
          <a:solidFill>
            <a:schemeClr val="tx1"/>
          </a:solidFill>
          <a:latin typeface="+mn-lt"/>
          <a:ea typeface="+mn-ea"/>
          <a:cs typeface="+mn-cs"/>
          <a:sym typeface="Times New Roman"/>
        </a:defRPr>
      </a:lvl5pPr>
      <a:lvl6pPr algn="r" defTabSz="457200">
        <a:defRPr sz="1400">
          <a:solidFill>
            <a:schemeClr val="tx1"/>
          </a:solidFill>
          <a:latin typeface="+mn-lt"/>
          <a:ea typeface="+mn-ea"/>
          <a:cs typeface="+mn-cs"/>
          <a:sym typeface="Times New Roman"/>
        </a:defRPr>
      </a:lvl6pPr>
      <a:lvl7pPr algn="r" defTabSz="457200">
        <a:defRPr sz="1400">
          <a:solidFill>
            <a:schemeClr val="tx1"/>
          </a:solidFill>
          <a:latin typeface="+mn-lt"/>
          <a:ea typeface="+mn-ea"/>
          <a:cs typeface="+mn-cs"/>
          <a:sym typeface="Times New Roman"/>
        </a:defRPr>
      </a:lvl7pPr>
      <a:lvl8pPr algn="r" defTabSz="457200">
        <a:defRPr sz="1400">
          <a:solidFill>
            <a:schemeClr val="tx1"/>
          </a:solidFill>
          <a:latin typeface="+mn-lt"/>
          <a:ea typeface="+mn-ea"/>
          <a:cs typeface="+mn-cs"/>
          <a:sym typeface="Times New Roman"/>
        </a:defRPr>
      </a:lvl8pPr>
      <a:lvl9pPr algn="r" defTabSz="457200">
        <a:defRPr sz="1400">
          <a:solidFill>
            <a:schemeClr val="tx1"/>
          </a:solidFill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>
            <a:spLocks noGrp="1"/>
          </p:cNvSpPr>
          <p:nvPr>
            <p:ph type="title" idx="4294967295"/>
          </p:nvPr>
        </p:nvSpPr>
        <p:spPr>
          <a:xfrm>
            <a:off x="1143000" y="2286000"/>
            <a:ext cx="77724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00FFFF"/>
                </a:solidFill>
              </a:rPr>
              <a:t>GESTAO DE PROJETOS</a:t>
            </a:r>
          </a:p>
        </p:txBody>
      </p:sp>
      <p:sp>
        <p:nvSpPr>
          <p:cNvPr id="75" name="Shape 75"/>
          <p:cNvSpPr>
            <a:spLocks noGrp="1"/>
          </p:cNvSpPr>
          <p:nvPr>
            <p:ph type="body" idx="4294967295"/>
          </p:nvPr>
        </p:nvSpPr>
        <p:spPr>
          <a:xfrm>
            <a:off x="827086" y="3886198"/>
            <a:ext cx="8066090" cy="2351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6037" tIns="46037" rIns="46037" bIns="46037">
            <a:normAutofit/>
          </a:bodyPr>
          <a:lstStyle/>
          <a:p>
            <a:pPr marL="0" lvl="0" indent="0" algn="ctr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lang="pt-BR"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1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º SEMESTRE 2021</a:t>
            </a:r>
            <a:endParaRPr dirty="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0" indent="0" algn="ctr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AULA INICIAL</a:t>
            </a:r>
            <a:endParaRPr dirty="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0" indent="0" algn="ctr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GESTAO DE PROJETOS</a:t>
            </a:r>
          </a:p>
        </p:txBody>
      </p:sp>
      <p:sp>
        <p:nvSpPr>
          <p:cNvPr id="76" name="Shape 76"/>
          <p:cNvSpPr>
            <a:spLocks noGrp="1"/>
          </p:cNvSpPr>
          <p:nvPr>
            <p:ph type="sldNum" sz="quarter" idx="2"/>
          </p:nvPr>
        </p:nvSpPr>
        <p:spPr>
          <a:xfrm>
            <a:off x="7010400" y="6189274"/>
            <a:ext cx="1905000" cy="28772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400">
                <a:solidFill>
                  <a:srgbClr val="FFFFFF"/>
                </a:solidFill>
              </a:rPr>
              <a:t>1</a:t>
            </a:fld>
            <a:endParaRPr sz="1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/>
          </p:cNvSpPr>
          <p:nvPr>
            <p:ph type="title" idx="4294967295"/>
          </p:nvPr>
        </p:nvSpPr>
        <p:spPr>
          <a:xfrm>
            <a:off x="1143000" y="609597"/>
            <a:ext cx="7772400" cy="1143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00FFFF"/>
                </a:solidFill>
              </a:rPr>
              <a:t>GESTAO DE PROJETOS</a:t>
            </a:r>
          </a:p>
        </p:txBody>
      </p:sp>
      <p:sp>
        <p:nvSpPr>
          <p:cNvPr id="79" name="Shape 79"/>
          <p:cNvSpPr>
            <a:spLocks noGrp="1"/>
          </p:cNvSpPr>
          <p:nvPr>
            <p:ph type="body" idx="4294967295"/>
          </p:nvPr>
        </p:nvSpPr>
        <p:spPr>
          <a:xfrm>
            <a:off x="1169987" y="1946275"/>
            <a:ext cx="7772401" cy="411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OBJETIVOS:</a:t>
            </a:r>
            <a:endParaRPr sz="280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TRANSMITIR OS CONHECIMENTOS INICIAIS NECESSÁRIOS, PARA O TRABALHO  NUMA ÁREA DE INFORMÁTICA.</a:t>
            </a:r>
            <a:endParaRPr sz="280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FALAR UM POUCO DE MERCADO,  JOGO DE CINTURA E DESEMPENHO NO TRABALHO </a:t>
            </a:r>
          </a:p>
        </p:txBody>
      </p:sp>
      <p:sp>
        <p:nvSpPr>
          <p:cNvPr id="80" name="Shape 80"/>
          <p:cNvSpPr>
            <a:spLocks noGrp="1"/>
          </p:cNvSpPr>
          <p:nvPr>
            <p:ph type="sldNum" sz="quarter" idx="2"/>
          </p:nvPr>
        </p:nvSpPr>
        <p:spPr>
          <a:xfrm>
            <a:off x="7010400" y="6189274"/>
            <a:ext cx="1905000" cy="28772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400">
                <a:solidFill>
                  <a:srgbClr val="FFFFFF"/>
                </a:solidFill>
              </a:rPr>
              <a:t>2</a:t>
            </a:fld>
            <a:endParaRPr sz="1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1" build="p" bldLvl="5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>
            <a:spLocks noGrp="1"/>
          </p:cNvSpPr>
          <p:nvPr>
            <p:ph type="title" idx="4294967295"/>
          </p:nvPr>
        </p:nvSpPr>
        <p:spPr>
          <a:xfrm>
            <a:off x="1143000" y="304800"/>
            <a:ext cx="7772400" cy="106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00FFFF"/>
                </a:solidFill>
              </a:rPr>
              <a:t>GESTAO DE PROJETOS</a:t>
            </a:r>
          </a:p>
        </p:txBody>
      </p:sp>
      <p:sp>
        <p:nvSpPr>
          <p:cNvPr id="83" name="Shape 83"/>
          <p:cNvSpPr>
            <a:spLocks noGrp="1"/>
          </p:cNvSpPr>
          <p:nvPr>
            <p:ph type="body" idx="4294967295"/>
          </p:nvPr>
        </p:nvSpPr>
        <p:spPr>
          <a:xfrm>
            <a:off x="685799" y="1295400"/>
            <a:ext cx="8256590" cy="533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Roteiro De Aulas:</a:t>
            </a:r>
            <a:endParaRPr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Horário – 19,30h, (Ou Seja, O Aluno Terá No Maximo 30 Minutos Para Atraso.) DEPENDE DA CONCORDANCIA DA CLASSE.</a:t>
            </a:r>
            <a:endParaRPr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>
                <a:effectLst>
                  <a:outerShdw blurRad="12700" dist="25400" dir="2700000" rotWithShape="0">
                    <a:srgbClr val="000000"/>
                  </a:outerShdw>
                </a:effectLst>
              </a:rPr>
              <a:t>(</a:t>
            </a:r>
            <a:r>
              <a:rPr sz="32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Tipo – Expositiva/Interativa. Após A Exposição Serão Feitas Perguntas Sobre A Matéria . </a:t>
            </a:r>
          </a:p>
        </p:txBody>
      </p:sp>
      <p:sp>
        <p:nvSpPr>
          <p:cNvPr id="84" name="Shape 84"/>
          <p:cNvSpPr>
            <a:spLocks noGrp="1"/>
          </p:cNvSpPr>
          <p:nvPr>
            <p:ph type="sldNum" sz="quarter" idx="2"/>
          </p:nvPr>
        </p:nvSpPr>
        <p:spPr>
          <a:xfrm>
            <a:off x="7010400" y="6189274"/>
            <a:ext cx="1905000" cy="28772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400">
                <a:solidFill>
                  <a:srgbClr val="FFFFFF"/>
                </a:solidFill>
              </a:rPr>
              <a:t>3</a:t>
            </a:fld>
            <a:endParaRPr sz="1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/>
          </p:cNvSpPr>
          <p:nvPr>
            <p:ph type="title" idx="4294967295"/>
          </p:nvPr>
        </p:nvSpPr>
        <p:spPr>
          <a:xfrm>
            <a:off x="1143000" y="304800"/>
            <a:ext cx="7772400" cy="106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00FFFF"/>
                </a:solidFill>
              </a:rPr>
              <a:t>GESTAO DE PROJETOS</a:t>
            </a:r>
          </a:p>
        </p:txBody>
      </p:sp>
      <p:sp>
        <p:nvSpPr>
          <p:cNvPr id="87" name="Shape 87"/>
          <p:cNvSpPr>
            <a:spLocks noGrp="1"/>
          </p:cNvSpPr>
          <p:nvPr>
            <p:ph type="body" idx="4294967295"/>
          </p:nvPr>
        </p:nvSpPr>
        <p:spPr>
          <a:xfrm>
            <a:off x="685799" y="1295400"/>
            <a:ext cx="8256590" cy="533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0" lvl="0" indent="0">
              <a:buNone/>
              <a:defRPr sz="1800">
                <a:solidFill>
                  <a:srgbClr val="000000"/>
                </a:solidFill>
              </a:defRPr>
            </a:pP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Roteiro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De Aulas:</a:t>
            </a:r>
            <a:endParaRPr dirty="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Vamos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ver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praticas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, que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devem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ser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utilizadas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no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dia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a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dia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das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empresas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e que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tragam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3200" dirty="0" err="1">
                <a:solidFill>
                  <a:schemeClr val="bg1">
                    <a:lumMod val="90000"/>
                  </a:schemeClr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resultados</a:t>
            </a:r>
            <a:r>
              <a:rPr sz="3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.</a:t>
            </a:r>
            <a:endParaRPr dirty="0">
              <a:solidFill>
                <a:schemeClr val="tx1">
                  <a:lumMod val="90000"/>
                  <a:lumOff val="10000"/>
                </a:schemeClr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Não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adianta saber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programação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,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nem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mesmo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analise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, se a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pessoa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não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souber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para que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esta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utilizando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essa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ferramenta.</a:t>
            </a:r>
            <a:endParaRPr dirty="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0" indent="0">
              <a:spcBef>
                <a:spcPts val="8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A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grande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maioria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dos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alunos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pensa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pequeno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ou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nem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pensa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e as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empresas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não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querem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robôs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e sim </a:t>
            </a: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conhecimento</a:t>
            </a:r>
            <a:r>
              <a:rPr sz="36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.</a:t>
            </a:r>
          </a:p>
        </p:txBody>
      </p:sp>
      <p:sp>
        <p:nvSpPr>
          <p:cNvPr id="88" name="Shape 88"/>
          <p:cNvSpPr>
            <a:spLocks noGrp="1"/>
          </p:cNvSpPr>
          <p:nvPr>
            <p:ph type="sldNum" sz="quarter" idx="2"/>
          </p:nvPr>
        </p:nvSpPr>
        <p:spPr>
          <a:xfrm>
            <a:off x="7010400" y="6189274"/>
            <a:ext cx="1905000" cy="28772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400">
                <a:solidFill>
                  <a:srgbClr val="FFFFFF"/>
                </a:solidFill>
              </a:rPr>
              <a:t>4</a:t>
            </a:fld>
            <a:endParaRPr sz="1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/>
          </p:cNvSpPr>
          <p:nvPr>
            <p:ph type="title" idx="4294967295"/>
          </p:nvPr>
        </p:nvSpPr>
        <p:spPr>
          <a:xfrm>
            <a:off x="1143000" y="304800"/>
            <a:ext cx="7772400" cy="106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00FFFF"/>
                </a:solidFill>
              </a:rPr>
              <a:t>GESTAO DE PROJETOS</a:t>
            </a:r>
          </a:p>
        </p:txBody>
      </p:sp>
      <p:sp>
        <p:nvSpPr>
          <p:cNvPr id="93" name="Shape 93"/>
          <p:cNvSpPr>
            <a:spLocks noGrp="1"/>
          </p:cNvSpPr>
          <p:nvPr>
            <p:ph type="body" idx="4294967295"/>
          </p:nvPr>
        </p:nvSpPr>
        <p:spPr>
          <a:xfrm>
            <a:off x="685799" y="1295400"/>
            <a:ext cx="8256590" cy="533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1083732" lvl="0" indent="-1083732">
              <a:buChar char="■"/>
              <a:defRPr sz="1800">
                <a:solidFill>
                  <a:srgbClr val="000000"/>
                </a:solidFill>
              </a:defRPr>
            </a:pPr>
            <a:endParaRPr sz="250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Qual a diferença entre T.I. e S.I.?</a:t>
            </a:r>
            <a:endParaRPr sz="280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endParaRPr sz="280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T.I. = Todo software e  hardware encontrado na empresa.</a:t>
            </a:r>
            <a:endParaRPr sz="280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endParaRPr sz="280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S.I. = Bem mais complexo, devem conter informações sobre pessoas, locais, ambiente e devem auxiliar na tomada de decisões, na coordenação e no controle da organização. (Apesar de ser uma parte de T.I.)</a:t>
            </a:r>
          </a:p>
        </p:txBody>
      </p:sp>
      <p:sp>
        <p:nvSpPr>
          <p:cNvPr id="94" name="Shape 94"/>
          <p:cNvSpPr>
            <a:spLocks noGrp="1"/>
          </p:cNvSpPr>
          <p:nvPr>
            <p:ph type="sldNum" sz="quarter" idx="2"/>
          </p:nvPr>
        </p:nvSpPr>
        <p:spPr>
          <a:xfrm>
            <a:off x="7010400" y="6235312"/>
            <a:ext cx="1905000" cy="19565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20623">
              <a:defRPr sz="12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200">
                <a:solidFill>
                  <a:srgbClr val="FFFFFF"/>
                </a:solidFill>
              </a:rPr>
              <a:t>5</a:t>
            </a:fld>
            <a:endParaRPr sz="12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>
            <a:spLocks noGrp="1"/>
          </p:cNvSpPr>
          <p:nvPr>
            <p:ph type="sldNum" sz="quarter" idx="2"/>
          </p:nvPr>
        </p:nvSpPr>
        <p:spPr>
          <a:xfrm>
            <a:off x="7010400" y="6333137"/>
            <a:ext cx="1905000" cy="28772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400">
                <a:solidFill>
                  <a:srgbClr val="FFFFFF"/>
                </a:solidFill>
              </a:rPr>
              <a:t>6</a:t>
            </a:fld>
            <a:endParaRPr sz="1400">
              <a:solidFill>
                <a:srgbClr val="FFFFFF"/>
              </a:solidFill>
            </a:endParaRPr>
          </a:p>
        </p:txBody>
      </p:sp>
      <p:sp>
        <p:nvSpPr>
          <p:cNvPr id="99" name="Shape 99"/>
          <p:cNvSpPr>
            <a:spLocks noGrp="1"/>
          </p:cNvSpPr>
          <p:nvPr>
            <p:ph type="body" idx="4294967295"/>
          </p:nvPr>
        </p:nvSpPr>
        <p:spPr>
          <a:xfrm>
            <a:off x="1288966" y="1446165"/>
            <a:ext cx="7855034" cy="4641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3200" dirty="0">
                <a:solidFill>
                  <a:srgbClr val="FFFFFF"/>
                </a:solidFill>
              </a:rPr>
              <a:t>EMPRESA????</a:t>
            </a:r>
            <a:endParaRPr dirty="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Por que as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Empresas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estão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investindo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tanto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em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tecnologia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?</a:t>
            </a:r>
            <a:endParaRPr sz="2800" dirty="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Para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atingir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6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objetivos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organizacionais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, que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são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:</a:t>
            </a:r>
            <a:endParaRPr sz="2800" dirty="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lang="pt-BR"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1)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Excelência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Operacional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, </a:t>
            </a:r>
            <a:r>
              <a:rPr lang="pt-BR" sz="2800" dirty="0"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lang="pt-BR"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2)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Novos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Produtos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,</a:t>
            </a:r>
            <a:endParaRPr lang="pt-BR" sz="2800" dirty="0">
              <a:solidFill>
                <a:srgbClr val="FFFFFF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lang="pt-BR"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3)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Serviços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E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Modelos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De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Negocio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, </a:t>
            </a:r>
            <a:r>
              <a:rPr lang="pt-BR"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4)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Melhor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Relacionamento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Com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Clientes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E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Fornecedores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,</a:t>
            </a:r>
            <a:endParaRPr lang="pt-BR" sz="2800" dirty="0">
              <a:solidFill>
                <a:srgbClr val="FFFFFF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lang="pt-BR"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5)</a:t>
            </a:r>
            <a:r>
              <a:rPr lang="pt-BR" sz="2800" dirty="0"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Melhor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Tomada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De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Decisões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, </a:t>
            </a:r>
            <a:r>
              <a:rPr lang="pt-BR"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lang="pt-BR"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6)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Vantagem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Competitiva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E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Sobrevivência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.</a:t>
            </a:r>
          </a:p>
        </p:txBody>
      </p:sp>
      <p:sp>
        <p:nvSpPr>
          <p:cNvPr id="100" name="Shape 100"/>
          <p:cNvSpPr>
            <a:spLocks noGrp="1"/>
          </p:cNvSpPr>
          <p:nvPr>
            <p:ph type="title" idx="4294967295"/>
          </p:nvPr>
        </p:nvSpPr>
        <p:spPr>
          <a:xfrm>
            <a:off x="1370012" y="769937"/>
            <a:ext cx="7315201" cy="676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 defTabSz="850391"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0FFFF"/>
                </a:solidFill>
              </a:rPr>
              <a:t>GESTAO DE PROJETOS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/>
          </p:cNvSpPr>
          <p:nvPr>
            <p:ph type="title" idx="4294967295"/>
          </p:nvPr>
        </p:nvSpPr>
        <p:spPr>
          <a:xfrm>
            <a:off x="1143000" y="304800"/>
            <a:ext cx="7772400" cy="106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00FFFF"/>
                </a:solidFill>
              </a:rPr>
              <a:t>GESTAO DE PROJETOS</a:t>
            </a:r>
          </a:p>
        </p:txBody>
      </p:sp>
      <p:sp>
        <p:nvSpPr>
          <p:cNvPr id="103" name="Shape 103"/>
          <p:cNvSpPr>
            <a:spLocks noGrp="1"/>
          </p:cNvSpPr>
          <p:nvPr>
            <p:ph type="body" idx="4294967295"/>
          </p:nvPr>
        </p:nvSpPr>
        <p:spPr>
          <a:xfrm>
            <a:off x="685799" y="1295400"/>
            <a:ext cx="8256590" cy="533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32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Roteiro</a:t>
            </a:r>
            <a:r>
              <a:rPr sz="3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De Aulas:</a:t>
            </a:r>
            <a:endParaRPr dirty="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Vamos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falar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muito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de um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sistema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de FATURAMENTO de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uma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empresa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, pois eh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esse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sistema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que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mostra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para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empresa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sua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posição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no mercado.</a:t>
            </a:r>
            <a:endParaRPr sz="2800" dirty="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Hoje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poucas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empresas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mantém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equipes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de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desenvolvimento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interno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,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optando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sempre por um software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ou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ate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uma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aplicação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de mercado, que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satisfaça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suas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necessidades</a:t>
            </a:r>
            <a:r>
              <a:rPr lang="pt-BR"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, porem normalmente o faturamento eh desenvolvido internamente, para ser utilizado mais facilmente pelos usuários.</a:t>
            </a:r>
            <a:endParaRPr sz="2800" dirty="0">
              <a:solidFill>
                <a:srgbClr val="FFFFFF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</p:txBody>
      </p:sp>
      <p:sp>
        <p:nvSpPr>
          <p:cNvPr id="104" name="Shape 104"/>
          <p:cNvSpPr>
            <a:spLocks noGrp="1"/>
          </p:cNvSpPr>
          <p:nvPr>
            <p:ph type="sldNum" sz="quarter" idx="2"/>
          </p:nvPr>
        </p:nvSpPr>
        <p:spPr>
          <a:xfrm>
            <a:off x="7010400" y="6189274"/>
            <a:ext cx="1905000" cy="28772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400">
                <a:solidFill>
                  <a:srgbClr val="FFFFFF"/>
                </a:solidFill>
              </a:rPr>
              <a:t>7</a:t>
            </a:fld>
            <a:endParaRPr sz="1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/>
          </p:cNvSpPr>
          <p:nvPr>
            <p:ph type="title" idx="4294967295"/>
          </p:nvPr>
        </p:nvSpPr>
        <p:spPr>
          <a:xfrm>
            <a:off x="1143000" y="304800"/>
            <a:ext cx="7772400" cy="106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00FFFF"/>
                </a:solidFill>
              </a:rPr>
              <a:t>GESTAO DE PROJETOS</a:t>
            </a:r>
          </a:p>
        </p:txBody>
      </p:sp>
      <p:sp>
        <p:nvSpPr>
          <p:cNvPr id="107" name="Shape 107"/>
          <p:cNvSpPr>
            <a:spLocks noGrp="1"/>
          </p:cNvSpPr>
          <p:nvPr>
            <p:ph type="body" idx="4294967295"/>
          </p:nvPr>
        </p:nvSpPr>
        <p:spPr>
          <a:xfrm>
            <a:off x="685799" y="1295400"/>
            <a:ext cx="8256590" cy="533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0" lvl="0" indent="0">
              <a:buNone/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EXEMPLO DE SOFTARE ATUAL.</a:t>
            </a:r>
            <a:endParaRPr sz="2800" dirty="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2" indent="1257300">
              <a:spcBef>
                <a:spcPts val="4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ERP – Muita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gente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diz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conhecer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esse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sistema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, inclusive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algumas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pessoas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o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chamam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de SAP, que eh a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empresa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alemã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que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fabrica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esse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software.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Esse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pacote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custa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de 20 a 30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milhões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de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dólares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e o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preco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varia de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acordo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com o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numero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de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módulos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adquiridos</a:t>
            </a: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. PERGUNTA :</a:t>
            </a:r>
            <a:endParaRPr sz="2800" dirty="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2" indent="800100">
              <a:spcBef>
                <a:spcPts val="4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POR QUE UMA EMPRESA INVESTE TANTO DINHEIRO NUM SOFTWARE?</a:t>
            </a:r>
          </a:p>
        </p:txBody>
      </p:sp>
      <p:sp>
        <p:nvSpPr>
          <p:cNvPr id="108" name="Shape 108"/>
          <p:cNvSpPr>
            <a:spLocks noGrp="1"/>
          </p:cNvSpPr>
          <p:nvPr>
            <p:ph type="sldNum" sz="quarter" idx="2"/>
          </p:nvPr>
        </p:nvSpPr>
        <p:spPr>
          <a:xfrm>
            <a:off x="7010400" y="6189274"/>
            <a:ext cx="1905000" cy="28772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400">
                <a:solidFill>
                  <a:srgbClr val="FFFFFF"/>
                </a:solidFill>
              </a:rPr>
              <a:t>8</a:t>
            </a:fld>
            <a:endParaRPr sz="1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title" idx="4294967295"/>
          </p:nvPr>
        </p:nvSpPr>
        <p:spPr>
          <a:xfrm>
            <a:off x="1143000" y="304800"/>
            <a:ext cx="7772400" cy="106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00FFFF"/>
                </a:solidFill>
              </a:rPr>
              <a:t>GESTAO DE PROJETOS</a:t>
            </a:r>
          </a:p>
        </p:txBody>
      </p:sp>
      <p:sp>
        <p:nvSpPr>
          <p:cNvPr id="111" name="Shape 111"/>
          <p:cNvSpPr>
            <a:spLocks noGrp="1"/>
          </p:cNvSpPr>
          <p:nvPr>
            <p:ph type="body" idx="4294967295"/>
          </p:nvPr>
        </p:nvSpPr>
        <p:spPr>
          <a:xfrm>
            <a:off x="685799" y="1295400"/>
            <a:ext cx="8256590" cy="533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1444977" lvl="0" indent="-1444977">
              <a:spcBef>
                <a:spcPts val="500"/>
              </a:spcBef>
              <a:buFontTx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PORQUE EH NEGOCIO.</a:t>
            </a:r>
            <a:endParaRPr sz="2200" dirty="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1444977" lvl="0" indent="-1444977">
              <a:spcBef>
                <a:spcPts val="500"/>
              </a:spcBef>
              <a:buFontTx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PARA ESTAR NA FRENTE DOS CONCORRENTES.</a:t>
            </a:r>
            <a:endParaRPr sz="2200" dirty="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1444977" lvl="0" indent="-1444977">
              <a:spcBef>
                <a:spcPts val="500"/>
              </a:spcBef>
              <a:buFontTx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PARA SABER COM MAIS AGILIDADE SUA POSIÇÃO NO MERCADO.</a:t>
            </a:r>
            <a:endParaRPr sz="2200" dirty="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1444977" lvl="0" indent="-1444977">
              <a:spcBef>
                <a:spcPts val="500"/>
              </a:spcBef>
              <a:buFontTx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PARA SABER Q</a:t>
            </a:r>
            <a:r>
              <a:rPr lang="pt-BR" sz="2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UANTO VAI ENTRAR DE DINHEIRO</a:t>
            </a:r>
            <a:r>
              <a:rPr sz="2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EM VARIOS PAISES.</a:t>
            </a:r>
            <a:endParaRPr sz="2200" dirty="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1444977" lvl="0" indent="-1444977">
              <a:spcBef>
                <a:spcPts val="500"/>
              </a:spcBef>
              <a:buFontTx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PARA PODER INVESTIR FINANCEIRAMENTE EM OUTROS NEGÓCIOS.</a:t>
            </a:r>
            <a:endParaRPr sz="2200" dirty="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1444977" lvl="0" indent="-1444977">
              <a:spcBef>
                <a:spcPts val="500"/>
              </a:spcBef>
              <a:buFontTx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PARA AQUISIÇÃO DE OUTRAS EMPRESAS.</a:t>
            </a:r>
            <a:endParaRPr sz="2200" dirty="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1444977" lvl="0" indent="-1444977">
              <a:spcBef>
                <a:spcPts val="500"/>
              </a:spcBef>
              <a:buFontTx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PARA TER SUAS ACOES VALORIZADAS NAS BOLSAS MUNDIAIS.</a:t>
            </a:r>
            <a:endParaRPr sz="2200" dirty="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1444977" lvl="0" indent="-1444977">
              <a:spcBef>
                <a:spcPts val="500"/>
              </a:spcBef>
              <a:buFontTx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OU PARA TUDO ISSO AO MESMO TEMPO?</a:t>
            </a:r>
          </a:p>
        </p:txBody>
      </p:sp>
      <p:sp>
        <p:nvSpPr>
          <p:cNvPr id="112" name="Shape 112"/>
          <p:cNvSpPr>
            <a:spLocks noGrp="1"/>
          </p:cNvSpPr>
          <p:nvPr>
            <p:ph type="sldNum" sz="quarter" idx="2"/>
          </p:nvPr>
        </p:nvSpPr>
        <p:spPr>
          <a:xfrm>
            <a:off x="7010400" y="6189274"/>
            <a:ext cx="1905000" cy="28772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400">
                <a:solidFill>
                  <a:srgbClr val="FFFFFF"/>
                </a:solidFill>
              </a:rPr>
              <a:t>9</a:t>
            </a:fld>
            <a:endParaRPr sz="1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title" idx="4294967295"/>
          </p:nvPr>
        </p:nvSpPr>
        <p:spPr>
          <a:xfrm>
            <a:off x="1143000" y="304800"/>
            <a:ext cx="7772400" cy="106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00FFFF"/>
                </a:solidFill>
              </a:rPr>
              <a:t>GESTAO DE PROJETOS</a:t>
            </a:r>
          </a:p>
        </p:txBody>
      </p:sp>
      <p:sp>
        <p:nvSpPr>
          <p:cNvPr id="111" name="Shape 111"/>
          <p:cNvSpPr>
            <a:spLocks noGrp="1"/>
          </p:cNvSpPr>
          <p:nvPr>
            <p:ph type="body" idx="4294967295"/>
          </p:nvPr>
        </p:nvSpPr>
        <p:spPr>
          <a:xfrm>
            <a:off x="685799" y="1295400"/>
            <a:ext cx="8256590" cy="533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0" lvl="0" indent="0">
              <a:spcBef>
                <a:spcPts val="50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pt-BR" sz="2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AULAS PROGRAMADAS</a:t>
            </a:r>
          </a:p>
          <a:p>
            <a:pPr marL="0" lvl="0" indent="0">
              <a:spcBef>
                <a:spcPts val="50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pt-BR" sz="2200" dirty="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VISAO GERAL DO FATURAMENTO (EMPRESA)</a:t>
            </a:r>
          </a:p>
          <a:p>
            <a:pPr marL="0" lvl="0" indent="0">
              <a:spcBef>
                <a:spcPts val="50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pt-BR" sz="2200" dirty="0">
                <a:solidFill>
                  <a:srgbClr val="F4FFF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SUB-SISTEMAS QUE COMPOE UM FATURAMENTO</a:t>
            </a:r>
          </a:p>
          <a:p>
            <a:pPr marL="0" lvl="0" indent="0">
              <a:spcBef>
                <a:spcPts val="50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pt-BR" sz="2200" dirty="0">
                <a:solidFill>
                  <a:srgbClr val="F4FFF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DIRETORIA DE VENDAS = CONTROLES NECESSARIOS</a:t>
            </a:r>
          </a:p>
          <a:p>
            <a:pPr marL="0" lvl="0" indent="0">
              <a:spcBef>
                <a:spcPts val="50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pt-BR" sz="2200" dirty="0">
                <a:solidFill>
                  <a:srgbClr val="F4FFF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DIRETORIA DE COMPRAS / RECEBIMENTOS /LIVROS FISCAIS</a:t>
            </a:r>
          </a:p>
          <a:p>
            <a:pPr marL="0" lvl="0" indent="0">
              <a:spcBef>
                <a:spcPts val="50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pt-BR" sz="2200" dirty="0">
                <a:solidFill>
                  <a:srgbClr val="F4FFF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DIRETORIA DE LOGISTICA = LOCAIS/ARMAZENAMENTO /     DISTRBUICAO / TRANPORTES</a:t>
            </a:r>
          </a:p>
          <a:p>
            <a:pPr marL="0" lvl="0" indent="0">
              <a:spcBef>
                <a:spcPts val="50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pt-BR" sz="2200" dirty="0">
                <a:solidFill>
                  <a:srgbClr val="F4FFF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DIRETORIA DE RECURSOS HUMANOS</a:t>
            </a:r>
          </a:p>
          <a:p>
            <a:pPr marL="0" lvl="0" indent="0">
              <a:spcBef>
                <a:spcPts val="50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pt-BR" sz="2200" dirty="0">
                <a:solidFill>
                  <a:srgbClr val="F4FFF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DIRETORIA DE MARKETING</a:t>
            </a:r>
          </a:p>
          <a:p>
            <a:pPr marL="0" lvl="0" indent="0">
              <a:spcBef>
                <a:spcPts val="50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pt-BR" sz="2200" dirty="0">
                <a:solidFill>
                  <a:srgbClr val="F4FFF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DIRETORIA DE PRODUCAO /PLANEJAMENTO</a:t>
            </a:r>
          </a:p>
          <a:p>
            <a:pPr marL="0" lvl="0" indent="0">
              <a:spcBef>
                <a:spcPts val="50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pt-BR" sz="2200" dirty="0">
                <a:solidFill>
                  <a:srgbClr val="F4FFF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OBS: UMA EMPRESA FUNCIONA COMO UM TODO, NÃO ADIANTA UMA DIRETORIA FUNCIONAR BEM E OUTRA NÃO.</a:t>
            </a:r>
          </a:p>
          <a:p>
            <a:pPr marL="0" lvl="0" indent="0">
              <a:spcBef>
                <a:spcPts val="500"/>
              </a:spcBef>
              <a:buNone/>
              <a:defRPr sz="1800">
                <a:solidFill>
                  <a:srgbClr val="000000"/>
                </a:solidFill>
              </a:defRPr>
            </a:pPr>
            <a:endParaRPr lang="pt-BR" sz="2200" dirty="0">
              <a:solidFill>
                <a:srgbClr val="F4FFF0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0" indent="0">
              <a:spcBef>
                <a:spcPts val="500"/>
              </a:spcBef>
              <a:buNone/>
              <a:defRPr sz="1800">
                <a:solidFill>
                  <a:srgbClr val="000000"/>
                </a:solidFill>
              </a:defRPr>
            </a:pPr>
            <a:endParaRPr lang="pt-BR" sz="2200" dirty="0">
              <a:solidFill>
                <a:srgbClr val="FFFFFF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1444977" lvl="0" indent="-1444977">
              <a:spcBef>
                <a:spcPts val="500"/>
              </a:spcBef>
              <a:buFontTx/>
              <a:buAutoNum type="arabicPeriod"/>
              <a:defRPr sz="1800">
                <a:solidFill>
                  <a:srgbClr val="000000"/>
                </a:solidFill>
              </a:defRPr>
            </a:pPr>
            <a:endParaRPr sz="2200" dirty="0">
              <a:effectLst>
                <a:outerShdw blurRad="12700" dist="25400" dir="2700000" rotWithShape="0">
                  <a:srgbClr val="000000"/>
                </a:outerShdw>
              </a:effectLst>
            </a:endParaRPr>
          </a:p>
        </p:txBody>
      </p:sp>
      <p:sp>
        <p:nvSpPr>
          <p:cNvPr id="112" name="Shape 112"/>
          <p:cNvSpPr>
            <a:spLocks noGrp="1"/>
          </p:cNvSpPr>
          <p:nvPr>
            <p:ph type="sldNum" sz="quarter" idx="2"/>
          </p:nvPr>
        </p:nvSpPr>
        <p:spPr>
          <a:xfrm>
            <a:off x="7010400" y="6189274"/>
            <a:ext cx="1905000" cy="28772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400">
                <a:solidFill>
                  <a:srgbClr val="FFFFFF"/>
                </a:solidFill>
              </a:rPr>
              <a:t>10</a:t>
            </a:fld>
            <a:endParaRPr sz="1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40813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/>
          </p:cNvSpPr>
          <p:nvPr>
            <p:ph type="title" idx="4294967295"/>
          </p:nvPr>
        </p:nvSpPr>
        <p:spPr>
          <a:xfrm>
            <a:off x="1143000" y="304800"/>
            <a:ext cx="7772400" cy="106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00FFFF"/>
                </a:solidFill>
              </a:rPr>
              <a:t>GESTAO DE PROJETOS</a:t>
            </a:r>
          </a:p>
        </p:txBody>
      </p:sp>
      <p:sp>
        <p:nvSpPr>
          <p:cNvPr id="119" name="Shape 119"/>
          <p:cNvSpPr>
            <a:spLocks noGrp="1"/>
          </p:cNvSpPr>
          <p:nvPr>
            <p:ph type="body" idx="4294967295"/>
          </p:nvPr>
        </p:nvSpPr>
        <p:spPr>
          <a:xfrm>
            <a:off x="685799" y="1295400"/>
            <a:ext cx="8256590" cy="533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BIBLIOGRAFIA</a:t>
            </a:r>
            <a:endParaRPr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Molinori,Leonardo – Gestao de Projetos,Erica (simples)</a:t>
            </a:r>
            <a:endParaRPr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Gil, Antonio de Loureiro – Gestão da Qualidade Empresarial – Atlas 1997.</a:t>
            </a:r>
            <a:endParaRPr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Kerzner/Blucher – Gerenciamento de Projetos – (complicado e caro) biblia.</a:t>
            </a:r>
          </a:p>
        </p:txBody>
      </p:sp>
      <p:sp>
        <p:nvSpPr>
          <p:cNvPr id="120" name="Shape 120"/>
          <p:cNvSpPr>
            <a:spLocks noGrp="1"/>
          </p:cNvSpPr>
          <p:nvPr>
            <p:ph type="sldNum" sz="quarter" idx="2"/>
          </p:nvPr>
        </p:nvSpPr>
        <p:spPr>
          <a:xfrm>
            <a:off x="7010400" y="6189274"/>
            <a:ext cx="1905000" cy="28772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400">
                <a:solidFill>
                  <a:srgbClr val="FFFFFF"/>
                </a:solidFill>
              </a:rPr>
              <a:t>11</a:t>
            </a:fld>
            <a:endParaRPr sz="1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>
            <a:spLocks noGrp="1"/>
          </p:cNvSpPr>
          <p:nvPr>
            <p:ph type="sldNum" sz="quarter" idx="2"/>
          </p:nvPr>
        </p:nvSpPr>
        <p:spPr>
          <a:xfrm>
            <a:off x="7010400" y="6333137"/>
            <a:ext cx="1905000" cy="28772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400">
                <a:solidFill>
                  <a:srgbClr val="FFFFFF"/>
                </a:solidFill>
              </a:rPr>
              <a:t>12</a:t>
            </a:fld>
            <a:endParaRPr sz="1400">
              <a:solidFill>
                <a:srgbClr val="FFFFFF"/>
              </a:solidFill>
            </a:endParaRPr>
          </a:p>
        </p:txBody>
      </p:sp>
      <p:sp>
        <p:nvSpPr>
          <p:cNvPr id="123" name="Shape 123"/>
          <p:cNvSpPr>
            <a:spLocks noGrp="1"/>
          </p:cNvSpPr>
          <p:nvPr>
            <p:ph type="title" idx="4294967295"/>
          </p:nvPr>
        </p:nvSpPr>
        <p:spPr>
          <a:xfrm>
            <a:off x="1370012" y="769936"/>
            <a:ext cx="7220535" cy="959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 dirty="0">
                <a:solidFill>
                  <a:srgbClr val="00FFFF"/>
                </a:solidFill>
              </a:rPr>
              <a:t>GESTAO DE PROJETOS</a:t>
            </a:r>
          </a:p>
        </p:txBody>
      </p:sp>
      <p:sp>
        <p:nvSpPr>
          <p:cNvPr id="124" name="Shape 124"/>
          <p:cNvSpPr>
            <a:spLocks noGrp="1"/>
          </p:cNvSpPr>
          <p:nvPr>
            <p:ph type="body" idx="4294967295"/>
          </p:nvPr>
        </p:nvSpPr>
        <p:spPr>
          <a:xfrm>
            <a:off x="1094874" y="1900989"/>
            <a:ext cx="8049126" cy="4547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0" lvl="0" indent="0">
              <a:buNone/>
              <a:defRPr sz="1800">
                <a:solidFill>
                  <a:srgbClr val="000000"/>
                </a:solidFill>
              </a:defRPr>
            </a:pPr>
            <a:r>
              <a:rPr lang="pt-BR" sz="29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TIPOS DE FATURAMENTO.</a:t>
            </a:r>
          </a:p>
          <a:p>
            <a:pPr marL="0" lvl="0" indent="0">
              <a:buNone/>
              <a:defRPr sz="1800">
                <a:solidFill>
                  <a:srgbClr val="000000"/>
                </a:solidFill>
              </a:defRPr>
            </a:pPr>
            <a:r>
              <a:rPr lang="pt-BR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O faturamento deve ser executado sempre para qualquer tipo de EMPRESA, mas sempre vai depender do quanto a empresa vende, em termos de quantidade.</a:t>
            </a:r>
          </a:p>
          <a:p>
            <a:pPr marL="0" lvl="0" indent="0">
              <a:buNone/>
              <a:defRPr sz="1800">
                <a:solidFill>
                  <a:srgbClr val="000000"/>
                </a:solidFill>
              </a:defRPr>
            </a:pPr>
            <a:r>
              <a:rPr lang="pt-BR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Uma empresa tipo UNILEVER, NESTLE, PROCTER GAMBLE, etc. que tem vários tipos de produtos, tem que fazer o faturamento em batch. </a:t>
            </a:r>
          </a:p>
          <a:p>
            <a:pPr marL="0" lvl="0" indent="0">
              <a:buNone/>
              <a:defRPr sz="1800">
                <a:solidFill>
                  <a:srgbClr val="000000"/>
                </a:solidFill>
              </a:defRPr>
            </a:pPr>
            <a:r>
              <a:rPr lang="pt-BR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Uma empresa do tipo ASEA BROWN BOVERY, que faz transformadores para hidroelétricas, fatura um ou dois produtos por mês, pois somente fabrica sob encomenda e cada produto fabricado custa alguns milhões de dólares. </a:t>
            </a:r>
            <a:endParaRPr sz="24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>
            <a:spLocks noGrp="1"/>
          </p:cNvSpPr>
          <p:nvPr>
            <p:ph type="sldNum" sz="quarter" idx="2"/>
          </p:nvPr>
        </p:nvSpPr>
        <p:spPr>
          <a:xfrm>
            <a:off x="7010400" y="6333137"/>
            <a:ext cx="1905000" cy="28772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400">
                <a:solidFill>
                  <a:srgbClr val="FFFFFF"/>
                </a:solidFill>
              </a:rPr>
              <a:t>13</a:t>
            </a:fld>
            <a:endParaRPr sz="1400">
              <a:solidFill>
                <a:srgbClr val="FFFFFF"/>
              </a:solidFill>
            </a:endParaRPr>
          </a:p>
        </p:txBody>
      </p:sp>
      <p:sp>
        <p:nvSpPr>
          <p:cNvPr id="123" name="Shape 123"/>
          <p:cNvSpPr>
            <a:spLocks noGrp="1"/>
          </p:cNvSpPr>
          <p:nvPr>
            <p:ph type="title" idx="4294967295"/>
          </p:nvPr>
        </p:nvSpPr>
        <p:spPr>
          <a:xfrm>
            <a:off x="1370012" y="769935"/>
            <a:ext cx="7315201" cy="1668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00FFFF"/>
                </a:solidFill>
              </a:rPr>
              <a:t>GESTAO DE PROJETOS</a:t>
            </a:r>
          </a:p>
        </p:txBody>
      </p:sp>
      <p:sp>
        <p:nvSpPr>
          <p:cNvPr id="124" name="Shape 124"/>
          <p:cNvSpPr>
            <a:spLocks noGrp="1"/>
          </p:cNvSpPr>
          <p:nvPr>
            <p:ph type="body" idx="4294967295"/>
          </p:nvPr>
        </p:nvSpPr>
        <p:spPr>
          <a:xfrm>
            <a:off x="1085600" y="2034607"/>
            <a:ext cx="7599613" cy="482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982133" lvl="0" indent="-982133">
              <a:defRPr sz="1800">
                <a:solidFill>
                  <a:srgbClr val="000000"/>
                </a:solidFill>
              </a:defRPr>
            </a:pPr>
            <a:r>
              <a:rPr sz="2900" dirty="0">
                <a:solidFill>
                  <a:srgbClr val="FFFFFF"/>
                </a:solidFill>
              </a:rPr>
              <a:t>Curriculum </a:t>
            </a:r>
            <a:r>
              <a:rPr sz="2900" dirty="0" err="1">
                <a:solidFill>
                  <a:srgbClr val="FFFFFF"/>
                </a:solidFill>
              </a:rPr>
              <a:t>síntese</a:t>
            </a:r>
            <a:r>
              <a:rPr sz="2900" dirty="0">
                <a:solidFill>
                  <a:srgbClr val="FFFFFF"/>
                </a:solidFill>
              </a:rPr>
              <a:t>.</a:t>
            </a:r>
            <a:endParaRPr sz="2900" dirty="0"/>
          </a:p>
          <a:p>
            <a:pPr marL="982133" lvl="0" indent="-982133">
              <a:defRPr sz="1800">
                <a:solidFill>
                  <a:srgbClr val="000000"/>
                </a:solidFill>
              </a:defRPr>
            </a:pPr>
            <a:r>
              <a:rPr sz="2900" dirty="0">
                <a:solidFill>
                  <a:srgbClr val="FFFFFF"/>
                </a:solidFill>
              </a:rPr>
              <a:t>Nome - Edgard Alexandre </a:t>
            </a:r>
            <a:r>
              <a:rPr sz="2900" dirty="0" err="1">
                <a:solidFill>
                  <a:srgbClr val="FFFFFF"/>
                </a:solidFill>
              </a:rPr>
              <a:t>Romanato</a:t>
            </a:r>
            <a:endParaRPr sz="2900" dirty="0"/>
          </a:p>
          <a:p>
            <a:pPr marL="982133" lvl="0" indent="-982133">
              <a:defRPr sz="1800">
                <a:solidFill>
                  <a:srgbClr val="000000"/>
                </a:solidFill>
              </a:defRPr>
            </a:pPr>
            <a:r>
              <a:rPr sz="2900" dirty="0" err="1">
                <a:solidFill>
                  <a:srgbClr val="FFFFFF"/>
                </a:solidFill>
              </a:rPr>
              <a:t>Estou</a:t>
            </a:r>
            <a:r>
              <a:rPr sz="2900" dirty="0">
                <a:solidFill>
                  <a:srgbClr val="FFFFFF"/>
                </a:solidFill>
              </a:rPr>
              <a:t>  </a:t>
            </a:r>
            <a:r>
              <a:rPr sz="2900" dirty="0" err="1">
                <a:solidFill>
                  <a:srgbClr val="FFFFFF"/>
                </a:solidFill>
              </a:rPr>
              <a:t>nessa</a:t>
            </a:r>
            <a:r>
              <a:rPr sz="2900" dirty="0">
                <a:solidFill>
                  <a:srgbClr val="FFFFFF"/>
                </a:solidFill>
              </a:rPr>
              <a:t> </a:t>
            </a:r>
            <a:r>
              <a:rPr sz="2900" dirty="0" err="1">
                <a:solidFill>
                  <a:srgbClr val="FFFFFF"/>
                </a:solidFill>
              </a:rPr>
              <a:t>área</a:t>
            </a:r>
            <a:r>
              <a:rPr sz="2900" dirty="0">
                <a:solidFill>
                  <a:srgbClr val="FFFFFF"/>
                </a:solidFill>
              </a:rPr>
              <a:t> </a:t>
            </a:r>
            <a:r>
              <a:rPr sz="2900" dirty="0" err="1">
                <a:solidFill>
                  <a:srgbClr val="FFFFFF"/>
                </a:solidFill>
              </a:rPr>
              <a:t>desde</a:t>
            </a:r>
            <a:r>
              <a:rPr sz="2900" dirty="0">
                <a:solidFill>
                  <a:srgbClr val="FFFFFF"/>
                </a:solidFill>
              </a:rPr>
              <a:t> 1964 (5</a:t>
            </a:r>
            <a:r>
              <a:rPr lang="pt-BR" sz="2900" dirty="0">
                <a:solidFill>
                  <a:srgbClr val="FFFFFF"/>
                </a:solidFill>
              </a:rPr>
              <a:t>8</a:t>
            </a:r>
            <a:r>
              <a:rPr sz="2900" dirty="0">
                <a:solidFill>
                  <a:srgbClr val="FFFFFF"/>
                </a:solidFill>
              </a:rPr>
              <a:t> </a:t>
            </a:r>
            <a:r>
              <a:rPr sz="2900" dirty="0" err="1">
                <a:solidFill>
                  <a:srgbClr val="FFFFFF"/>
                </a:solidFill>
              </a:rPr>
              <a:t>anos</a:t>
            </a:r>
            <a:r>
              <a:rPr sz="2900" dirty="0">
                <a:solidFill>
                  <a:srgbClr val="FFFFFF"/>
                </a:solidFill>
              </a:rPr>
              <a:t>)</a:t>
            </a:r>
            <a:endParaRPr sz="2900" dirty="0"/>
          </a:p>
          <a:p>
            <a:pPr marL="982133" lvl="0" indent="-982133">
              <a:defRPr sz="1800">
                <a:solidFill>
                  <a:srgbClr val="000000"/>
                </a:solidFill>
              </a:defRPr>
            </a:pPr>
            <a:r>
              <a:rPr sz="2900" dirty="0">
                <a:solidFill>
                  <a:srgbClr val="FFFFFF"/>
                </a:solidFill>
              </a:rPr>
              <a:t>Me </a:t>
            </a:r>
            <a:r>
              <a:rPr sz="2900" dirty="0" err="1">
                <a:solidFill>
                  <a:srgbClr val="FFFFFF"/>
                </a:solidFill>
              </a:rPr>
              <a:t>aposentei</a:t>
            </a:r>
            <a:r>
              <a:rPr sz="2900" dirty="0">
                <a:solidFill>
                  <a:srgbClr val="FFFFFF"/>
                </a:solidFill>
              </a:rPr>
              <a:t> </a:t>
            </a:r>
            <a:r>
              <a:rPr sz="2900" dirty="0" err="1">
                <a:solidFill>
                  <a:srgbClr val="FFFFFF"/>
                </a:solidFill>
              </a:rPr>
              <a:t>em</a:t>
            </a:r>
            <a:r>
              <a:rPr sz="2900" dirty="0">
                <a:solidFill>
                  <a:srgbClr val="FFFFFF"/>
                </a:solidFill>
              </a:rPr>
              <a:t> 2000 no CPDIA</a:t>
            </a:r>
            <a:endParaRPr sz="2900" dirty="0"/>
          </a:p>
          <a:p>
            <a:pPr marL="982133" lvl="0" indent="-982133">
              <a:defRPr sz="1800">
                <a:solidFill>
                  <a:srgbClr val="000000"/>
                </a:solidFill>
              </a:defRPr>
            </a:pPr>
            <a:r>
              <a:rPr sz="2900" dirty="0" err="1">
                <a:solidFill>
                  <a:srgbClr val="FFFFFF"/>
                </a:solidFill>
              </a:rPr>
              <a:t>Estou</a:t>
            </a:r>
            <a:r>
              <a:rPr sz="2900" dirty="0">
                <a:solidFill>
                  <a:srgbClr val="FFFFFF"/>
                </a:solidFill>
              </a:rPr>
              <a:t> </a:t>
            </a:r>
            <a:r>
              <a:rPr sz="2900" dirty="0" err="1">
                <a:solidFill>
                  <a:srgbClr val="FFFFFF"/>
                </a:solidFill>
              </a:rPr>
              <a:t>na</a:t>
            </a:r>
            <a:r>
              <a:rPr sz="2900" dirty="0">
                <a:solidFill>
                  <a:srgbClr val="FFFFFF"/>
                </a:solidFill>
              </a:rPr>
              <a:t> </a:t>
            </a:r>
            <a:r>
              <a:rPr sz="2900" dirty="0" err="1">
                <a:solidFill>
                  <a:srgbClr val="FFFFFF"/>
                </a:solidFill>
              </a:rPr>
              <a:t>Fatec</a:t>
            </a:r>
            <a:r>
              <a:rPr sz="2900" dirty="0">
                <a:solidFill>
                  <a:srgbClr val="FFFFFF"/>
                </a:solidFill>
              </a:rPr>
              <a:t> </a:t>
            </a:r>
            <a:r>
              <a:rPr sz="2900" dirty="0" err="1">
                <a:solidFill>
                  <a:srgbClr val="FFFFFF"/>
                </a:solidFill>
              </a:rPr>
              <a:t>desde</a:t>
            </a:r>
            <a:r>
              <a:rPr sz="2900" dirty="0">
                <a:solidFill>
                  <a:srgbClr val="FFFFFF"/>
                </a:solidFill>
              </a:rPr>
              <a:t> 1984 (3</a:t>
            </a:r>
            <a:r>
              <a:rPr lang="pt-BR" sz="2900" dirty="0">
                <a:solidFill>
                  <a:srgbClr val="FFFFFF"/>
                </a:solidFill>
              </a:rPr>
              <a:t>8</a:t>
            </a:r>
            <a:r>
              <a:rPr sz="2900" dirty="0">
                <a:solidFill>
                  <a:srgbClr val="FFFFFF"/>
                </a:solidFill>
              </a:rPr>
              <a:t> </a:t>
            </a:r>
            <a:r>
              <a:rPr sz="2900" dirty="0" err="1">
                <a:solidFill>
                  <a:srgbClr val="FFFFFF"/>
                </a:solidFill>
              </a:rPr>
              <a:t>anos</a:t>
            </a:r>
            <a:r>
              <a:rPr sz="2900" dirty="0">
                <a:solidFill>
                  <a:srgbClr val="FFFFFF"/>
                </a:solidFill>
              </a:rPr>
              <a:t>)</a:t>
            </a:r>
            <a:endParaRPr sz="2900" dirty="0"/>
          </a:p>
          <a:p>
            <a:pPr marL="982133" lvl="0" indent="-982133">
              <a:defRPr sz="1800">
                <a:solidFill>
                  <a:srgbClr val="000000"/>
                </a:solidFill>
              </a:defRPr>
            </a:pPr>
            <a:r>
              <a:rPr sz="2900" dirty="0" err="1">
                <a:solidFill>
                  <a:srgbClr val="FFFFFF"/>
                </a:solidFill>
              </a:rPr>
              <a:t>Tenho</a:t>
            </a:r>
            <a:r>
              <a:rPr sz="2900" dirty="0">
                <a:solidFill>
                  <a:srgbClr val="FFFFFF"/>
                </a:solidFill>
              </a:rPr>
              <a:t> 7</a:t>
            </a:r>
            <a:r>
              <a:rPr lang="pt-BR" sz="2900" dirty="0">
                <a:solidFill>
                  <a:srgbClr val="FFFFFF"/>
                </a:solidFill>
              </a:rPr>
              <a:t>6</a:t>
            </a:r>
            <a:r>
              <a:rPr sz="2900" dirty="0">
                <a:solidFill>
                  <a:srgbClr val="FFFFFF"/>
                </a:solidFill>
              </a:rPr>
              <a:t> </a:t>
            </a:r>
            <a:r>
              <a:rPr sz="2900" dirty="0" err="1">
                <a:solidFill>
                  <a:srgbClr val="FFFFFF"/>
                </a:solidFill>
              </a:rPr>
              <a:t>anos</a:t>
            </a:r>
            <a:r>
              <a:rPr sz="2900" dirty="0">
                <a:solidFill>
                  <a:srgbClr val="FFFFFF"/>
                </a:solidFill>
              </a:rPr>
              <a:t> e </a:t>
            </a:r>
            <a:r>
              <a:rPr sz="2900" dirty="0" err="1">
                <a:solidFill>
                  <a:srgbClr val="FFFFFF"/>
                </a:solidFill>
              </a:rPr>
              <a:t>gosto</a:t>
            </a:r>
            <a:r>
              <a:rPr sz="2900" dirty="0">
                <a:solidFill>
                  <a:srgbClr val="FFFFFF"/>
                </a:solidFill>
              </a:rPr>
              <a:t> de </a:t>
            </a:r>
            <a:r>
              <a:rPr sz="2900" dirty="0" err="1">
                <a:solidFill>
                  <a:srgbClr val="FFFFFF"/>
                </a:solidFill>
              </a:rPr>
              <a:t>ministrar</a:t>
            </a:r>
            <a:r>
              <a:rPr sz="2900" dirty="0">
                <a:solidFill>
                  <a:srgbClr val="FFFFFF"/>
                </a:solidFill>
              </a:rPr>
              <a:t> aulas</a:t>
            </a:r>
            <a:endParaRPr sz="2900" dirty="0"/>
          </a:p>
          <a:p>
            <a:pPr marL="982133" lvl="0" indent="-982133">
              <a:defRPr sz="1800">
                <a:solidFill>
                  <a:srgbClr val="000000"/>
                </a:solidFill>
              </a:defRPr>
            </a:pPr>
            <a:r>
              <a:rPr sz="2900" dirty="0" err="1">
                <a:solidFill>
                  <a:srgbClr val="FFFFFF"/>
                </a:solidFill>
              </a:rPr>
              <a:t>Não</a:t>
            </a:r>
            <a:r>
              <a:rPr sz="2900" dirty="0">
                <a:solidFill>
                  <a:srgbClr val="FFFFFF"/>
                </a:solidFill>
              </a:rPr>
              <a:t> </a:t>
            </a:r>
            <a:r>
              <a:rPr sz="2900" dirty="0" err="1">
                <a:solidFill>
                  <a:srgbClr val="FFFFFF"/>
                </a:solidFill>
              </a:rPr>
              <a:t>reprovo</a:t>
            </a:r>
            <a:r>
              <a:rPr sz="2900" dirty="0">
                <a:solidFill>
                  <a:srgbClr val="FFFFFF"/>
                </a:solidFill>
              </a:rPr>
              <a:t> </a:t>
            </a:r>
            <a:r>
              <a:rPr sz="2900" dirty="0" err="1">
                <a:solidFill>
                  <a:srgbClr val="FFFFFF"/>
                </a:solidFill>
              </a:rPr>
              <a:t>ninguém</a:t>
            </a:r>
            <a:r>
              <a:rPr sz="2900" dirty="0">
                <a:solidFill>
                  <a:srgbClr val="FFFFFF"/>
                </a:solidFill>
              </a:rPr>
              <a:t>, </a:t>
            </a:r>
            <a:r>
              <a:rPr sz="2900" dirty="0" err="1">
                <a:solidFill>
                  <a:srgbClr val="FFFFFF"/>
                </a:solidFill>
              </a:rPr>
              <a:t>vocês</a:t>
            </a:r>
            <a:r>
              <a:rPr sz="2900" dirty="0">
                <a:solidFill>
                  <a:srgbClr val="FFFFFF"/>
                </a:solidFill>
              </a:rPr>
              <a:t> que </a:t>
            </a:r>
            <a:r>
              <a:rPr sz="2900" dirty="0" err="1">
                <a:solidFill>
                  <a:srgbClr val="FFFFFF"/>
                </a:solidFill>
              </a:rPr>
              <a:t>gostam</a:t>
            </a:r>
            <a:r>
              <a:rPr sz="2900" dirty="0">
                <a:solidFill>
                  <a:srgbClr val="FFFFFF"/>
                </a:solidFill>
              </a:rPr>
              <a:t> da aula e </a:t>
            </a:r>
            <a:r>
              <a:rPr sz="2900" dirty="0" err="1">
                <a:solidFill>
                  <a:srgbClr val="FFFFFF"/>
                </a:solidFill>
              </a:rPr>
              <a:t>ficam</a:t>
            </a:r>
            <a:r>
              <a:rPr sz="2900" dirty="0">
                <a:solidFill>
                  <a:srgbClr val="FFFFFF"/>
                </a:solidFill>
              </a:rPr>
              <a:t> </a:t>
            </a:r>
            <a:r>
              <a:rPr sz="2900" dirty="0" err="1">
                <a:solidFill>
                  <a:srgbClr val="FFFFFF"/>
                </a:solidFill>
              </a:rPr>
              <a:t>mais</a:t>
            </a:r>
            <a:r>
              <a:rPr sz="2900" dirty="0">
                <a:solidFill>
                  <a:srgbClr val="FFFFFF"/>
                </a:solidFill>
              </a:rPr>
              <a:t> de um </a:t>
            </a:r>
            <a:r>
              <a:rPr sz="2900" dirty="0" err="1">
                <a:solidFill>
                  <a:srgbClr val="FFFFFF"/>
                </a:solidFill>
              </a:rPr>
              <a:t>semestre</a:t>
            </a:r>
            <a:r>
              <a:rPr sz="2900" dirty="0">
                <a:solidFill>
                  <a:srgbClr val="FFFFFF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3581610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Default">
  <a:themeElements>
    <a:clrScheme name="Default">
      <a:dk1>
        <a:srgbClr val="FFFFCC"/>
      </a:dk1>
      <a:lt1>
        <a:srgbClr val="3333FF"/>
      </a:lt1>
      <a:dk2>
        <a:srgbClr val="A7A7A7"/>
      </a:dk2>
      <a:lt2>
        <a:srgbClr val="535353"/>
      </a:lt2>
      <a:accent1>
        <a:srgbClr val="00CCCC"/>
      </a:accent1>
      <a:accent2>
        <a:srgbClr val="6666FF"/>
      </a:accent2>
      <a:accent3>
        <a:srgbClr val="ADADFF"/>
      </a:accent3>
      <a:accent4>
        <a:srgbClr val="DADADA"/>
      </a:accent4>
      <a:accent5>
        <a:srgbClr val="AAE0E0"/>
      </a:accent5>
      <a:accent6>
        <a:srgbClr val="5C5CE7"/>
      </a:accent6>
      <a:hlink>
        <a:srgbClr val="0000FF"/>
      </a:hlink>
      <a:folHlink>
        <a:srgbClr val="FF00FF"/>
      </a:folHlink>
    </a:clrScheme>
    <a:fontScheme name="Default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CC"/>
        </a:solidFill>
        <a:ln w="25400" cap="flat">
          <a:solidFill>
            <a:srgbClr val="00CCCC"/>
          </a:solidFill>
          <a:prstDash val="solid"/>
          <a:bevel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3333FF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CCCC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3333FF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CCCC"/>
      </a:accent1>
      <a:accent2>
        <a:srgbClr val="6666FF"/>
      </a:accent2>
      <a:accent3>
        <a:srgbClr val="ADADFF"/>
      </a:accent3>
      <a:accent4>
        <a:srgbClr val="DADADA"/>
      </a:accent4>
      <a:accent5>
        <a:srgbClr val="AAE0E0"/>
      </a:accent5>
      <a:accent6>
        <a:srgbClr val="5C5CE7"/>
      </a:accent6>
      <a:hlink>
        <a:srgbClr val="0000FF"/>
      </a:hlink>
      <a:folHlink>
        <a:srgbClr val="FF00FF"/>
      </a:folHlink>
    </a:clrScheme>
    <a:fontScheme name="Default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CC"/>
        </a:solidFill>
        <a:ln w="25400" cap="flat">
          <a:solidFill>
            <a:srgbClr val="00CCCC"/>
          </a:solidFill>
          <a:prstDash val="solid"/>
          <a:bevel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3333FF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CCCC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3333FF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805</Words>
  <Application>Microsoft Macintosh PowerPoint</Application>
  <PresentationFormat>Apresentação na tela (4:3)</PresentationFormat>
  <Paragraphs>94</Paragraphs>
  <Slides>13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Avenir Roman</vt:lpstr>
      <vt:lpstr>Times New Roman</vt:lpstr>
      <vt:lpstr>Wingdings</vt:lpstr>
      <vt:lpstr>Default</vt:lpstr>
      <vt:lpstr>GESTAO DE PROJETOS</vt:lpstr>
      <vt:lpstr>GESTAO DE PROJETOS</vt:lpstr>
      <vt:lpstr>GESTAO DE PROJETOS</vt:lpstr>
      <vt:lpstr>GESTAO DE PROJETOS</vt:lpstr>
      <vt:lpstr>GESTAO DE PROJETOS</vt:lpstr>
      <vt:lpstr>GESTAO DE PROJETOS</vt:lpstr>
      <vt:lpstr>GESTAO DE PROJETOS</vt:lpstr>
      <vt:lpstr>GESTAO DE PROJETOS</vt:lpstr>
      <vt:lpstr>GESTAO DE PROJETOS</vt:lpstr>
      <vt:lpstr>GESTAO DE PROJETOS</vt:lpstr>
      <vt:lpstr>GESTAO DE PROJETOS</vt:lpstr>
      <vt:lpstr>GESTAO DE PROJETOS</vt:lpstr>
      <vt:lpstr>GESTAO DE PROJETOS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GESTAO DE PROJETOS</dc:title>
  <cp:lastModifiedBy>EDGARD ALEXANDRE ROMANATO</cp:lastModifiedBy>
  <cp:revision>6</cp:revision>
  <dcterms:modified xsi:type="dcterms:W3CDTF">2022-02-14T15:49:23Z</dcterms:modified>
</cp:coreProperties>
</file>