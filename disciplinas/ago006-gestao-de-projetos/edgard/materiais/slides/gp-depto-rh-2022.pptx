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66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</p:sldIdLst>
  <p:sldSz cx="9144000" cy="6858000" type="screen4x3"/>
  <p:notesSz cx="6858000" cy="9144000"/>
  <p:defaultTextStyle>
    <a:lvl1pPr>
      <a:defRPr>
        <a:latin typeface="+mn-lt"/>
        <a:ea typeface="+mn-ea"/>
        <a:cs typeface="+mn-cs"/>
        <a:sym typeface="Avenir Roman"/>
      </a:defRPr>
    </a:lvl1pPr>
    <a:lvl2pPr>
      <a:defRPr>
        <a:latin typeface="+mn-lt"/>
        <a:ea typeface="+mn-ea"/>
        <a:cs typeface="+mn-cs"/>
        <a:sym typeface="Avenir Roman"/>
      </a:defRPr>
    </a:lvl2pPr>
    <a:lvl3pPr>
      <a:defRPr>
        <a:latin typeface="+mn-lt"/>
        <a:ea typeface="+mn-ea"/>
        <a:cs typeface="+mn-cs"/>
        <a:sym typeface="Avenir Roman"/>
      </a:defRPr>
    </a:lvl3pPr>
    <a:lvl4pPr>
      <a:defRPr>
        <a:latin typeface="+mn-lt"/>
        <a:ea typeface="+mn-ea"/>
        <a:cs typeface="+mn-cs"/>
        <a:sym typeface="Avenir Roman"/>
      </a:defRPr>
    </a:lvl4pPr>
    <a:lvl5pPr>
      <a:defRPr>
        <a:latin typeface="+mn-lt"/>
        <a:ea typeface="+mn-ea"/>
        <a:cs typeface="+mn-cs"/>
        <a:sym typeface="Avenir Roman"/>
      </a:defRPr>
    </a:lvl5pPr>
    <a:lvl6pPr>
      <a:defRPr>
        <a:latin typeface="+mn-lt"/>
        <a:ea typeface="+mn-ea"/>
        <a:cs typeface="+mn-cs"/>
        <a:sym typeface="Avenir Roman"/>
      </a:defRPr>
    </a:lvl6pPr>
    <a:lvl7pPr>
      <a:defRPr>
        <a:latin typeface="+mn-lt"/>
        <a:ea typeface="+mn-ea"/>
        <a:cs typeface="+mn-cs"/>
        <a:sym typeface="Avenir Roman"/>
      </a:defRPr>
    </a:lvl7pPr>
    <a:lvl8pPr>
      <a:defRPr>
        <a:latin typeface="+mn-lt"/>
        <a:ea typeface="+mn-ea"/>
        <a:cs typeface="+mn-cs"/>
        <a:sym typeface="Avenir Roman"/>
      </a:defRPr>
    </a:lvl8pPr>
    <a:lvl9pPr>
      <a:defRPr>
        <a:latin typeface="+mn-lt"/>
        <a:ea typeface="+mn-ea"/>
        <a:cs typeface="+mn-cs"/>
        <a:sym typeface="Avenir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EED2CE"/>
          </a:solidFill>
        </a:fill>
      </a:tcStyle>
    </a:wholeTbl>
    <a:band2H>
      <a:tcTxStyle/>
      <a:tcStyle>
        <a:tcBdr/>
        <a:fill>
          <a:solidFill>
            <a:srgbClr val="F7EAE8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D16349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381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D16349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381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D16349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DAE2E3"/>
          </a:solidFill>
        </a:fill>
      </a:tcStyle>
    </a:wholeTbl>
    <a:band2H>
      <a:tcTxStyle/>
      <a:tcStyle>
        <a:tcBdr/>
        <a:fill>
          <a:solidFill>
            <a:srgbClr val="EDF1F1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8CADAE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381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8CADAE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381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8CADAE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EEDBCE"/>
          </a:solidFill>
        </a:fill>
      </a:tcStyle>
    </a:wholeTbl>
    <a:band2H>
      <a:tcTxStyle/>
      <a:tcStyle>
        <a:tcBdr/>
        <a:fill>
          <a:solidFill>
            <a:srgbClr val="F7EEE8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D19049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381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D19049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381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D19049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C5D1D7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16349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5D1D7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16349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381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381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5"/>
  </p:normalViewPr>
  <p:slideViewPr>
    <p:cSldViewPr snapToGrid="0" snapToObjects="1">
      <p:cViewPr varScale="1">
        <p:scale>
          <a:sx n="106" d="100"/>
          <a:sy n="106" d="100"/>
        </p:scale>
        <p:origin x="1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25" name="Shape 1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1pPr>
    <a:lvl2pPr indent="2286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2pPr>
    <a:lvl3pPr indent="4572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3pPr>
    <a:lvl4pPr indent="6858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4pPr>
    <a:lvl5pPr indent="9144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5pPr>
    <a:lvl6pPr indent="11430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6pPr>
    <a:lvl7pPr indent="13716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7pPr>
    <a:lvl8pPr indent="16002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8pPr>
    <a:lvl9pPr indent="18288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6" name="Shape 16"/>
          <p:cNvSpPr/>
          <p:nvPr/>
        </p:nvSpPr>
        <p:spPr>
          <a:xfrm>
            <a:off x="8991600" y="3047"/>
            <a:ext cx="152400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7" name="Shape 17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8" name="Shape 18"/>
          <p:cNvSpPr/>
          <p:nvPr/>
        </p:nvSpPr>
        <p:spPr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9" name="Shape 19"/>
          <p:cNvSpPr/>
          <p:nvPr/>
        </p:nvSpPr>
        <p:spPr>
          <a:xfrm>
            <a:off x="146303" y="6391654"/>
            <a:ext cx="8833106" cy="309567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20" name="Shape 20"/>
          <p:cNvSpPr>
            <a:spLocks noGrp="1"/>
          </p:cNvSpPr>
          <p:nvPr>
            <p:ph type="body" idx="1"/>
          </p:nvPr>
        </p:nvSpPr>
        <p:spPr>
          <a:xfrm>
            <a:off x="1371600" y="2819400"/>
            <a:ext cx="6400800" cy="40386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300"/>
              </a:spcBef>
              <a:buClrTx/>
              <a:buSzTx/>
              <a:buFontTx/>
              <a:buNone/>
              <a:defRPr sz="1600" cap="all" spc="250">
                <a:solidFill>
                  <a:srgbClr val="646B86"/>
                </a:solidFill>
                <a:latin typeface="Georgia Bold"/>
                <a:ea typeface="Georgia Bold"/>
                <a:cs typeface="Georgia Bold"/>
                <a:sym typeface="Georgia Bold"/>
              </a:defRPr>
            </a:lvl1pPr>
          </a:lstStyle>
          <a:p>
            <a:pPr lvl="0">
              <a:defRPr sz="1800" cap="none" spc="0">
                <a:solidFill>
                  <a:srgbClr val="000000"/>
                </a:solidFill>
              </a:defRPr>
            </a:pPr>
            <a:r>
              <a:rPr sz="1600" cap="all" spc="250">
                <a:solidFill>
                  <a:srgbClr val="646B86"/>
                </a:solidFill>
              </a:rPr>
              <a:t>Click to edit Master subtitle style</a:t>
            </a:r>
          </a:p>
        </p:txBody>
      </p:sp>
      <p:sp>
        <p:nvSpPr>
          <p:cNvPr id="21" name="Shape 21"/>
          <p:cNvSpPr/>
          <p:nvPr/>
        </p:nvSpPr>
        <p:spPr>
          <a:xfrm>
            <a:off x="155445" y="2420111"/>
            <a:ext cx="8833110" cy="4"/>
          </a:xfrm>
          <a:prstGeom prst="line">
            <a:avLst/>
          </a:prstGeom>
          <a:ln w="11430">
            <a:solidFill>
              <a:srgbClr val="7B9899"/>
            </a:solidFill>
            <a:prstDash val="sysDash"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22" name="Shape 22"/>
          <p:cNvSpPr/>
          <p:nvPr/>
        </p:nvSpPr>
        <p:spPr>
          <a:xfrm>
            <a:off x="152399" y="152399"/>
            <a:ext cx="8833106" cy="6547106"/>
          </a:xfrm>
          <a:prstGeom prst="rect">
            <a:avLst/>
          </a:prstGeom>
          <a:ln>
            <a:solidFill>
              <a:srgbClr val="7B9899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23" name="Shape 23"/>
          <p:cNvSpPr/>
          <p:nvPr/>
        </p:nvSpPr>
        <p:spPr>
          <a:xfrm>
            <a:off x="4267176" y="2115287"/>
            <a:ext cx="609555" cy="609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8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24" name="Shape 24"/>
          <p:cNvSpPr/>
          <p:nvPr/>
        </p:nvSpPr>
        <p:spPr>
          <a:xfrm>
            <a:off x="4361670" y="2209782"/>
            <a:ext cx="420639" cy="4205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50800" cap="rnd">
            <a:solidFill>
              <a:srgbClr val="7B9899"/>
            </a:solidFill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4343400" y="2199450"/>
            <a:ext cx="457200" cy="441329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26" name="Shape 26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2133600"/>
          </a:xfrm>
          <a:prstGeom prst="rect">
            <a:avLst/>
          </a:prstGeom>
        </p:spPr>
        <p:txBody>
          <a:bodyPr/>
          <a:lstStyle>
            <a:lvl1pPr>
              <a:defRPr sz="4200">
                <a:solidFill>
                  <a:srgbClr val="D16349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D16349"/>
                </a:solidFill>
              </a:rPr>
              <a:t>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Click to edit Master title style</a:t>
            </a:r>
          </a:p>
        </p:txBody>
      </p:sp>
      <p:sp>
        <p:nvSpPr>
          <p:cNvPr id="29" name="Shape 2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30" name="Shape 3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700"/>
              <a:t>Click to edit Master text styles</a:t>
            </a:r>
          </a:p>
          <a:p>
            <a:pPr lvl="1">
              <a:defRPr sz="1800"/>
            </a:pPr>
            <a:r>
              <a:rPr sz="2700"/>
              <a:t>Second level</a:t>
            </a:r>
          </a:p>
          <a:p>
            <a:pPr lvl="2">
              <a:defRPr sz="1800"/>
            </a:pPr>
            <a:r>
              <a:rPr sz="2700"/>
              <a:t>Third level</a:t>
            </a:r>
          </a:p>
          <a:p>
            <a:pPr lvl="3">
              <a:defRPr sz="1800"/>
            </a:pPr>
            <a:r>
              <a:rPr sz="2700"/>
              <a:t>Fourth level</a:t>
            </a:r>
          </a:p>
          <a:p>
            <a:pPr lvl="4">
              <a:defRPr sz="1800"/>
            </a:pPr>
            <a:r>
              <a:rPr sz="2700"/>
              <a:t>Fifth level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33" name="Shape 33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34" name="Shape 34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35" name="Shape 35"/>
          <p:cNvSpPr/>
          <p:nvPr/>
        </p:nvSpPr>
        <p:spPr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36" name="Shape 36"/>
          <p:cNvSpPr/>
          <p:nvPr/>
        </p:nvSpPr>
        <p:spPr>
          <a:xfrm>
            <a:off x="152399" y="2286000"/>
            <a:ext cx="8833106" cy="3048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37" name="Shape 37"/>
          <p:cNvSpPr/>
          <p:nvPr/>
        </p:nvSpPr>
        <p:spPr>
          <a:xfrm>
            <a:off x="155447" y="142352"/>
            <a:ext cx="8833106" cy="2139696"/>
          </a:xfrm>
          <a:prstGeom prst="rect">
            <a:avLst/>
          </a:prstGeom>
          <a:solidFill>
            <a:srgbClr val="D1634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38" name="Shape 38"/>
          <p:cNvSpPr>
            <a:spLocks noGrp="1"/>
          </p:cNvSpPr>
          <p:nvPr>
            <p:ph type="body" idx="1"/>
          </p:nvPr>
        </p:nvSpPr>
        <p:spPr>
          <a:xfrm>
            <a:off x="1368425" y="2743200"/>
            <a:ext cx="6480175" cy="41148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300"/>
              </a:spcBef>
              <a:buClrTx/>
              <a:buSzTx/>
              <a:buFontTx/>
              <a:buNone/>
              <a:defRPr sz="1600" cap="all" spc="250">
                <a:solidFill>
                  <a:srgbClr val="646B86"/>
                </a:solidFill>
                <a:latin typeface="Georgia Bold"/>
                <a:ea typeface="Georgia Bold"/>
                <a:cs typeface="Georgia Bold"/>
                <a:sym typeface="Georgia Bold"/>
              </a:defRPr>
            </a:lvl1pPr>
          </a:lstStyle>
          <a:p>
            <a:pPr lvl="0">
              <a:defRPr sz="1800" cap="none" spc="0">
                <a:solidFill>
                  <a:srgbClr val="000000"/>
                </a:solidFill>
              </a:defRPr>
            </a:pPr>
            <a:r>
              <a:rPr sz="1600" cap="all" spc="250">
                <a:solidFill>
                  <a:srgbClr val="646B86"/>
                </a:solidFill>
              </a:rPr>
              <a:t>Click to edit Master text styles</a:t>
            </a:r>
          </a:p>
        </p:txBody>
      </p:sp>
      <p:sp>
        <p:nvSpPr>
          <p:cNvPr id="39" name="Shape 39"/>
          <p:cNvSpPr/>
          <p:nvPr/>
        </p:nvSpPr>
        <p:spPr>
          <a:xfrm>
            <a:off x="146303" y="6391654"/>
            <a:ext cx="8833106" cy="309567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40" name="Shape 40"/>
          <p:cNvSpPr/>
          <p:nvPr/>
        </p:nvSpPr>
        <p:spPr>
          <a:xfrm>
            <a:off x="152399" y="152399"/>
            <a:ext cx="8833106" cy="6547106"/>
          </a:xfrm>
          <a:prstGeom prst="rect">
            <a:avLst/>
          </a:prstGeom>
          <a:ln>
            <a:solidFill>
              <a:srgbClr val="7B9899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41" name="Shape 41"/>
          <p:cNvSpPr/>
          <p:nvPr/>
        </p:nvSpPr>
        <p:spPr>
          <a:xfrm>
            <a:off x="152397" y="2438400"/>
            <a:ext cx="8833110" cy="0"/>
          </a:xfrm>
          <a:prstGeom prst="line">
            <a:avLst/>
          </a:prstGeom>
          <a:ln w="11430">
            <a:solidFill>
              <a:srgbClr val="7B9899"/>
            </a:solidFill>
            <a:prstDash val="sysDash"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42" name="Shape 42"/>
          <p:cNvSpPr/>
          <p:nvPr/>
        </p:nvSpPr>
        <p:spPr>
          <a:xfrm>
            <a:off x="4267176" y="2115287"/>
            <a:ext cx="609555" cy="609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8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43" name="Shape 43"/>
          <p:cNvSpPr/>
          <p:nvPr/>
        </p:nvSpPr>
        <p:spPr>
          <a:xfrm>
            <a:off x="4361670" y="2209782"/>
            <a:ext cx="420639" cy="4205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50800" cap="rnd">
            <a:solidFill>
              <a:srgbClr val="7B9899"/>
            </a:solidFill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44" name="Shape 44"/>
          <p:cNvSpPr>
            <a:spLocks noGrp="1"/>
          </p:cNvSpPr>
          <p:nvPr>
            <p:ph type="sldNum" sz="quarter" idx="2"/>
          </p:nvPr>
        </p:nvSpPr>
        <p:spPr>
          <a:xfrm>
            <a:off x="4343400" y="2199450"/>
            <a:ext cx="457200" cy="441329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45" name="Shape 45"/>
          <p:cNvSpPr>
            <a:spLocks noGrp="1"/>
          </p:cNvSpPr>
          <p:nvPr>
            <p:ph type="title"/>
          </p:nvPr>
        </p:nvSpPr>
        <p:spPr>
          <a:xfrm>
            <a:off x="722312" y="0"/>
            <a:ext cx="7772401" cy="2057400"/>
          </a:xfrm>
          <a:prstGeom prst="rect">
            <a:avLst/>
          </a:prstGeom>
        </p:spPr>
        <p:txBody>
          <a:bodyPr/>
          <a:lstStyle>
            <a:lvl1pPr>
              <a:defRPr sz="42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Click to edit Master title style</a:t>
            </a:r>
          </a:p>
        </p:txBody>
      </p:sp>
      <p:sp>
        <p:nvSpPr>
          <p:cNvPr id="48" name="Shape 48"/>
          <p:cNvSpPr>
            <a:spLocks noGrp="1"/>
          </p:cNvSpPr>
          <p:nvPr>
            <p:ph type="sldNum" sz="quarter" idx="2"/>
          </p:nvPr>
        </p:nvSpPr>
        <p:spPr>
          <a:xfrm>
            <a:off x="4343400" y="1040174"/>
            <a:ext cx="457200" cy="441327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49" name="Shape 49"/>
          <p:cNvSpPr/>
          <p:nvPr/>
        </p:nvSpPr>
        <p:spPr>
          <a:xfrm flipV="1">
            <a:off x="4563080" y="1575650"/>
            <a:ext cx="8925" cy="4819561"/>
          </a:xfrm>
          <a:prstGeom prst="line">
            <a:avLst/>
          </a:prstGeom>
          <a:ln>
            <a:solidFill>
              <a:srgbClr val="646B86"/>
            </a:solidFill>
            <a:prstDash val="sysDash"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50" name="Shape 50"/>
          <p:cNvSpPr>
            <a:spLocks noGrp="1"/>
          </p:cNvSpPr>
          <p:nvPr>
            <p:ph type="body" idx="1"/>
          </p:nvPr>
        </p:nvSpPr>
        <p:spPr>
          <a:xfrm>
            <a:off x="301752" y="1371600"/>
            <a:ext cx="4038602" cy="5486400"/>
          </a:xfrm>
          <a:prstGeom prst="rect">
            <a:avLst/>
          </a:prstGeom>
        </p:spPr>
        <p:txBody>
          <a:bodyPr/>
          <a:lstStyle>
            <a:lvl1pPr>
              <a:defRPr sz="2500"/>
            </a:lvl1pPr>
            <a:lvl2pPr marL="586046" indent="-311726">
              <a:defRPr sz="2500"/>
            </a:lvl2pPr>
            <a:lvl3pPr marL="880110" indent="-285750">
              <a:defRPr sz="2500"/>
            </a:lvl3pPr>
            <a:lvl4pPr marL="1154430" indent="-285750">
              <a:defRPr sz="2500"/>
            </a:lvl4pPr>
            <a:lvl5pPr marL="1460500" indent="-317500">
              <a:defRPr sz="2500"/>
            </a:lvl5pPr>
          </a:lstStyle>
          <a:p>
            <a:pPr lvl="0">
              <a:defRPr sz="1800"/>
            </a:pPr>
            <a:r>
              <a:rPr sz="2500"/>
              <a:t>Click to edit Master text styles</a:t>
            </a:r>
          </a:p>
          <a:p>
            <a:pPr lvl="1">
              <a:defRPr sz="1800"/>
            </a:pPr>
            <a:r>
              <a:rPr sz="2500"/>
              <a:t>Second level</a:t>
            </a:r>
          </a:p>
          <a:p>
            <a:pPr lvl="2">
              <a:defRPr sz="1800"/>
            </a:pPr>
            <a:r>
              <a:rPr sz="2500"/>
              <a:t>Third level</a:t>
            </a:r>
          </a:p>
          <a:p>
            <a:pPr lvl="3">
              <a:defRPr sz="1800"/>
            </a:pPr>
            <a:r>
              <a:rPr sz="2500"/>
              <a:t>Fourth level</a:t>
            </a:r>
          </a:p>
          <a:p>
            <a:pPr lvl="4">
              <a:defRPr sz="1800"/>
            </a:pPr>
            <a:r>
              <a:rPr sz="2500"/>
              <a:t>Fifth level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/>
          <p:nvPr/>
        </p:nvSpPr>
        <p:spPr>
          <a:xfrm flipV="1">
            <a:off x="4572000" y="2200274"/>
            <a:ext cx="0" cy="4187955"/>
          </a:xfrm>
          <a:prstGeom prst="line">
            <a:avLst/>
          </a:prstGeom>
          <a:ln>
            <a:solidFill>
              <a:srgbClr val="646B86"/>
            </a:solidFill>
            <a:prstDash val="sysDash"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53" name="Shape 53"/>
          <p:cNvSpPr/>
          <p:nvPr/>
        </p:nvSpPr>
        <p:spPr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54" name="Shape 54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55" name="Shape 55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56" name="Shape 56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57" name="Shape 57"/>
          <p:cNvSpPr/>
          <p:nvPr/>
        </p:nvSpPr>
        <p:spPr>
          <a:xfrm>
            <a:off x="152399" y="1371600"/>
            <a:ext cx="8833106" cy="914400"/>
          </a:xfrm>
          <a:prstGeom prst="rect">
            <a:avLst/>
          </a:prstGeom>
          <a:solidFill>
            <a:srgbClr val="D1634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58" name="Shape 58"/>
          <p:cNvSpPr/>
          <p:nvPr/>
        </p:nvSpPr>
        <p:spPr>
          <a:xfrm>
            <a:off x="145922" y="6391654"/>
            <a:ext cx="8833106" cy="310900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59" name="Shape 59"/>
          <p:cNvSpPr>
            <a:spLocks noGrp="1"/>
          </p:cNvSpPr>
          <p:nvPr>
            <p:ph type="body" idx="1"/>
          </p:nvPr>
        </p:nvSpPr>
        <p:spPr>
          <a:xfrm>
            <a:off x="301752" y="987549"/>
            <a:ext cx="4040188" cy="1805875"/>
          </a:xfrm>
          <a:prstGeom prst="rect">
            <a:avLst/>
          </a:prstGeom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anchor="ctr">
            <a:noAutofit/>
          </a:bodyPr>
          <a:lstStyle>
            <a:lvl1pPr marL="0" indent="0">
              <a:spcBef>
                <a:spcPts val="500"/>
              </a:spcBef>
              <a:buClrTx/>
              <a:buSzTx/>
              <a:buFontTx/>
              <a:buNone/>
              <a:defRPr sz="2200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Click to edit Master text styles</a:t>
            </a:r>
          </a:p>
        </p:txBody>
      </p:sp>
      <p:sp>
        <p:nvSpPr>
          <p:cNvPr id="60" name="Shape 60"/>
          <p:cNvSpPr/>
          <p:nvPr/>
        </p:nvSpPr>
        <p:spPr>
          <a:xfrm>
            <a:off x="152397" y="1280160"/>
            <a:ext cx="8833110" cy="4"/>
          </a:xfrm>
          <a:prstGeom prst="line">
            <a:avLst/>
          </a:prstGeom>
          <a:ln w="11430">
            <a:solidFill>
              <a:srgbClr val="7B9899"/>
            </a:solidFill>
            <a:prstDash val="sysDash"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61" name="Shape 61"/>
          <p:cNvSpPr/>
          <p:nvPr/>
        </p:nvSpPr>
        <p:spPr>
          <a:xfrm>
            <a:off x="152399" y="155447"/>
            <a:ext cx="8833106" cy="6547106"/>
          </a:xfrm>
          <a:prstGeom prst="rect">
            <a:avLst/>
          </a:prstGeom>
          <a:ln>
            <a:solidFill>
              <a:srgbClr val="7B9899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62" name="Shape 62"/>
          <p:cNvSpPr/>
          <p:nvPr/>
        </p:nvSpPr>
        <p:spPr>
          <a:xfrm>
            <a:off x="4267176" y="956012"/>
            <a:ext cx="609555" cy="609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8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63" name="Shape 63"/>
          <p:cNvSpPr/>
          <p:nvPr/>
        </p:nvSpPr>
        <p:spPr>
          <a:xfrm>
            <a:off x="4361670" y="1050505"/>
            <a:ext cx="420639" cy="4206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19678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50800" cap="rnd">
            <a:solidFill>
              <a:srgbClr val="7B9899"/>
            </a:solidFill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64" name="Shape 64"/>
          <p:cNvSpPr>
            <a:spLocks noGrp="1"/>
          </p:cNvSpPr>
          <p:nvPr>
            <p:ph type="sldNum" sz="quarter" idx="2"/>
          </p:nvPr>
        </p:nvSpPr>
        <p:spPr>
          <a:xfrm>
            <a:off x="4343400" y="1042416"/>
            <a:ext cx="457200" cy="441329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65" name="Shape 6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Click to edit Master title style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xfrm>
            <a:off x="4343400" y="1036019"/>
            <a:ext cx="457200" cy="441329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1" name="Shape 71"/>
          <p:cNvSpPr/>
          <p:nvPr/>
        </p:nvSpPr>
        <p:spPr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2" name="Shape 72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3" name="Shape 73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4" name="Shape 74"/>
          <p:cNvSpPr/>
          <p:nvPr/>
        </p:nvSpPr>
        <p:spPr>
          <a:xfrm>
            <a:off x="146303" y="6391654"/>
            <a:ext cx="8833106" cy="309567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5" name="Shape 75"/>
          <p:cNvSpPr/>
          <p:nvPr/>
        </p:nvSpPr>
        <p:spPr>
          <a:xfrm>
            <a:off x="152399" y="158495"/>
            <a:ext cx="8833106" cy="6547106"/>
          </a:xfrm>
          <a:prstGeom prst="rect">
            <a:avLst/>
          </a:prstGeom>
          <a:ln>
            <a:solidFill>
              <a:srgbClr val="7B9899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xfrm>
            <a:off x="4267200" y="6324600"/>
            <a:ext cx="609600" cy="4413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/>
          <p:nvPr/>
        </p:nvSpPr>
        <p:spPr>
          <a:xfrm>
            <a:off x="152399" y="152400"/>
            <a:ext cx="8833106" cy="304800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9" name="Shape 79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80" name="Shape 80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81" name="Shape 81"/>
          <p:cNvSpPr/>
          <p:nvPr/>
        </p:nvSpPr>
        <p:spPr>
          <a:xfrm>
            <a:off x="0" y="-2"/>
            <a:ext cx="9144000" cy="11887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82" name="Shape 8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83" name="Shape 83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rgbClr val="D1634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title"/>
          </p:nvPr>
        </p:nvSpPr>
        <p:spPr>
          <a:xfrm>
            <a:off x="381000" y="0"/>
            <a:ext cx="2362200" cy="19050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200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Click to edit Master title style</a:t>
            </a:r>
          </a:p>
        </p:txBody>
      </p:sp>
      <p:sp>
        <p:nvSpPr>
          <p:cNvPr id="85" name="Shape 85"/>
          <p:cNvSpPr>
            <a:spLocks noGrp="1"/>
          </p:cNvSpPr>
          <p:nvPr>
            <p:ph type="body" idx="1"/>
          </p:nvPr>
        </p:nvSpPr>
        <p:spPr>
          <a:xfrm>
            <a:off x="381000" y="1981200"/>
            <a:ext cx="2362200" cy="4876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ClrTx/>
              <a:buSzTx/>
              <a:buFontTx/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FFFFFF"/>
                </a:solidFill>
              </a:rPr>
              <a:t>Click to edit Master text styles</a:t>
            </a:r>
          </a:p>
        </p:txBody>
      </p:sp>
      <p:sp>
        <p:nvSpPr>
          <p:cNvPr id="86" name="Shape 86"/>
          <p:cNvSpPr/>
          <p:nvPr/>
        </p:nvSpPr>
        <p:spPr>
          <a:xfrm>
            <a:off x="152399" y="152399"/>
            <a:ext cx="8833106" cy="6547106"/>
          </a:xfrm>
          <a:prstGeom prst="rect">
            <a:avLst/>
          </a:prstGeom>
          <a:ln>
            <a:solidFill>
              <a:srgbClr val="7B9899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87" name="Shape 87"/>
          <p:cNvSpPr/>
          <p:nvPr/>
        </p:nvSpPr>
        <p:spPr>
          <a:xfrm>
            <a:off x="152397" y="533400"/>
            <a:ext cx="8833110" cy="0"/>
          </a:xfrm>
          <a:prstGeom prst="line">
            <a:avLst/>
          </a:prstGeom>
          <a:ln w="11430">
            <a:solidFill>
              <a:srgbClr val="7B9899"/>
            </a:solidFill>
            <a:prstDash val="sysDash"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88" name="Shape 88"/>
          <p:cNvSpPr/>
          <p:nvPr/>
        </p:nvSpPr>
        <p:spPr>
          <a:xfrm>
            <a:off x="1295376" y="228576"/>
            <a:ext cx="609555" cy="609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89" name="Shape 89"/>
          <p:cNvSpPr/>
          <p:nvPr/>
        </p:nvSpPr>
        <p:spPr>
          <a:xfrm>
            <a:off x="1389870" y="323070"/>
            <a:ext cx="420639" cy="4205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50800" cap="rnd">
            <a:solidFill>
              <a:srgbClr val="7B9899"/>
            </a:solidFill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90" name="Shape 90"/>
          <p:cNvSpPr>
            <a:spLocks noGrp="1"/>
          </p:cNvSpPr>
          <p:nvPr>
            <p:ph type="sldNum" sz="quarter" idx="2"/>
          </p:nvPr>
        </p:nvSpPr>
        <p:spPr>
          <a:xfrm>
            <a:off x="1371600" y="312738"/>
            <a:ext cx="457200" cy="441327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91" name="Shape 91"/>
          <p:cNvSpPr/>
          <p:nvPr/>
        </p:nvSpPr>
        <p:spPr>
          <a:xfrm>
            <a:off x="149351" y="6388384"/>
            <a:ext cx="8833106" cy="309567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/>
        </p:nvSpPr>
        <p:spPr>
          <a:xfrm>
            <a:off x="152397" y="533400"/>
            <a:ext cx="8833110" cy="0"/>
          </a:xfrm>
          <a:prstGeom prst="line">
            <a:avLst/>
          </a:prstGeom>
          <a:ln w="11430">
            <a:solidFill>
              <a:srgbClr val="7B9899"/>
            </a:solidFill>
            <a:prstDash val="sysDash"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94" name="Shape 94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95" name="Shape 95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96" name="Shape 96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97" name="Shape 97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98" name="Shape 98"/>
          <p:cNvSpPr/>
          <p:nvPr/>
        </p:nvSpPr>
        <p:spPr>
          <a:xfrm>
            <a:off x="152399" y="152399"/>
            <a:ext cx="8833106" cy="301754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99" name="Shape 99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rgbClr val="D1634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00" name="Shape 100"/>
          <p:cNvSpPr/>
          <p:nvPr/>
        </p:nvSpPr>
        <p:spPr>
          <a:xfrm>
            <a:off x="152399" y="155447"/>
            <a:ext cx="8833106" cy="6547106"/>
          </a:xfrm>
          <a:prstGeom prst="rect">
            <a:avLst/>
          </a:prstGeom>
          <a:ln>
            <a:solidFill>
              <a:srgbClr val="7B9899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01" name="Shape 101"/>
          <p:cNvSpPr/>
          <p:nvPr/>
        </p:nvSpPr>
        <p:spPr>
          <a:xfrm>
            <a:off x="1295376" y="228576"/>
            <a:ext cx="609555" cy="609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02" name="Shape 102"/>
          <p:cNvSpPr/>
          <p:nvPr/>
        </p:nvSpPr>
        <p:spPr>
          <a:xfrm>
            <a:off x="1389870" y="323070"/>
            <a:ext cx="420639" cy="4205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50800" cap="rnd">
            <a:solidFill>
              <a:srgbClr val="7B9899"/>
            </a:solidFill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xfrm>
            <a:off x="1371600" y="312738"/>
            <a:ext cx="457200" cy="441327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104" name="Shape 104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8288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400">
                <a:solidFill>
                  <a:srgbClr val="646B86"/>
                </a:solidFill>
                <a:latin typeface="Georgia Bold"/>
                <a:ea typeface="Georgia Bold"/>
                <a:cs typeface="Georgia Bold"/>
                <a:sym typeface="Georgia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646B86"/>
                </a:solidFill>
              </a:rPr>
              <a:t>Click to edit Master title style</a:t>
            </a:r>
          </a:p>
        </p:txBody>
      </p:sp>
      <p:sp>
        <p:nvSpPr>
          <p:cNvPr id="105" name="Shape 105"/>
          <p:cNvSpPr>
            <a:spLocks noGrp="1"/>
          </p:cNvSpPr>
          <p:nvPr>
            <p:ph type="body" idx="1"/>
          </p:nvPr>
        </p:nvSpPr>
        <p:spPr>
          <a:xfrm>
            <a:off x="381000" y="990600"/>
            <a:ext cx="2438400" cy="586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ClrTx/>
              <a:buSzTx/>
              <a:buFontTx/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FFFFFF"/>
                </a:solidFill>
              </a:rPr>
              <a:t>Click to edit Master text styles</a:t>
            </a:r>
          </a:p>
        </p:txBody>
      </p:sp>
      <p:sp>
        <p:nvSpPr>
          <p:cNvPr id="106" name="Shape 106"/>
          <p:cNvSpPr/>
          <p:nvPr/>
        </p:nvSpPr>
        <p:spPr>
          <a:xfrm>
            <a:off x="149351" y="6388384"/>
            <a:ext cx="8833106" cy="309567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Click to edit Master title style</a:t>
            </a:r>
          </a:p>
        </p:txBody>
      </p:sp>
      <p:sp>
        <p:nvSpPr>
          <p:cNvPr id="109" name="Shape 109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1" cy="53340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700"/>
              <a:t>Click to edit Master text styles</a:t>
            </a:r>
          </a:p>
          <a:p>
            <a:pPr lvl="1">
              <a:defRPr sz="1800"/>
            </a:pPr>
            <a:r>
              <a:rPr sz="2700"/>
              <a:t>Second level</a:t>
            </a:r>
          </a:p>
          <a:p>
            <a:pPr lvl="2">
              <a:defRPr sz="1800"/>
            </a:pPr>
            <a:r>
              <a:rPr sz="2700"/>
              <a:t>Third level</a:t>
            </a:r>
          </a:p>
          <a:p>
            <a:pPr lvl="3">
              <a:defRPr sz="1800"/>
            </a:pPr>
            <a:r>
              <a:rPr sz="2700"/>
              <a:t>Fourth level</a:t>
            </a:r>
          </a:p>
          <a:p>
            <a:pPr lvl="4">
              <a:defRPr sz="1800"/>
            </a:pPr>
            <a:r>
              <a:rPr sz="2700"/>
              <a:t>Fifth level</a:t>
            </a:r>
          </a:p>
        </p:txBody>
      </p:sp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xfrm>
            <a:off x="4343400" y="1040174"/>
            <a:ext cx="457200" cy="441327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13" name="Shape 113"/>
          <p:cNvSpPr/>
          <p:nvPr/>
        </p:nvSpPr>
        <p:spPr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14" name="Shape 114"/>
          <p:cNvSpPr/>
          <p:nvPr/>
        </p:nvSpPr>
        <p:spPr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15" name="Shape 115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16" name="Shape 116"/>
          <p:cNvSpPr/>
          <p:nvPr/>
        </p:nvSpPr>
        <p:spPr>
          <a:xfrm>
            <a:off x="146303" y="6391654"/>
            <a:ext cx="8833106" cy="309567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17" name="Shape 117"/>
          <p:cNvSpPr/>
          <p:nvPr/>
        </p:nvSpPr>
        <p:spPr>
          <a:xfrm>
            <a:off x="152399" y="155447"/>
            <a:ext cx="8833106" cy="6547106"/>
          </a:xfrm>
          <a:prstGeom prst="rect">
            <a:avLst/>
          </a:prstGeom>
          <a:ln>
            <a:solidFill>
              <a:srgbClr val="7B9899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18" name="Shape 118"/>
          <p:cNvSpPr/>
          <p:nvPr/>
        </p:nvSpPr>
        <p:spPr>
          <a:xfrm flipH="1">
            <a:off x="7145146" y="156081"/>
            <a:ext cx="4" cy="6245357"/>
          </a:xfrm>
          <a:prstGeom prst="line">
            <a:avLst/>
          </a:prstGeom>
          <a:ln>
            <a:solidFill>
              <a:srgbClr val="7B9899"/>
            </a:solidFill>
            <a:prstDash val="sysDash"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19" name="Shape 119"/>
          <p:cNvSpPr/>
          <p:nvPr/>
        </p:nvSpPr>
        <p:spPr>
          <a:xfrm>
            <a:off x="6839686" y="2925739"/>
            <a:ext cx="609557" cy="609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19678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20" name="Shape 120"/>
          <p:cNvSpPr/>
          <p:nvPr/>
        </p:nvSpPr>
        <p:spPr>
          <a:xfrm>
            <a:off x="6934183" y="3020232"/>
            <a:ext cx="420594" cy="4206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8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50800" cap="rnd">
            <a:solidFill>
              <a:srgbClr val="7B9899"/>
            </a:solidFill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21" name="Shape 121"/>
          <p:cNvSpPr>
            <a:spLocks noGrp="1"/>
          </p:cNvSpPr>
          <p:nvPr>
            <p:ph type="sldNum" sz="quarter" idx="2"/>
          </p:nvPr>
        </p:nvSpPr>
        <p:spPr>
          <a:xfrm>
            <a:off x="6915911" y="3009900"/>
            <a:ext cx="457204" cy="441327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122" name="Shape 122"/>
          <p:cNvSpPr>
            <a:spLocks noGrp="1"/>
          </p:cNvSpPr>
          <p:nvPr>
            <p:ph type="body" idx="1"/>
          </p:nvPr>
        </p:nvSpPr>
        <p:spPr>
          <a:xfrm>
            <a:off x="304800" y="304800"/>
            <a:ext cx="6553200" cy="65532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700"/>
              <a:t>Click to edit Master text styles</a:t>
            </a:r>
          </a:p>
          <a:p>
            <a:pPr lvl="1">
              <a:defRPr sz="1800"/>
            </a:pPr>
            <a:r>
              <a:rPr sz="2700"/>
              <a:t>Second level</a:t>
            </a:r>
          </a:p>
          <a:p>
            <a:pPr lvl="2">
              <a:defRPr sz="1800"/>
            </a:pPr>
            <a:r>
              <a:rPr sz="2700"/>
              <a:t>Third level</a:t>
            </a:r>
          </a:p>
          <a:p>
            <a:pPr lvl="3">
              <a:defRPr sz="1800"/>
            </a:pPr>
            <a:r>
              <a:rPr sz="2700"/>
              <a:t>Fourth level</a:t>
            </a:r>
          </a:p>
          <a:p>
            <a:pPr lvl="4">
              <a:defRPr sz="1800"/>
            </a:pPr>
            <a:r>
              <a:rPr sz="2700"/>
              <a:t>Fifth level</a:t>
            </a:r>
          </a:p>
        </p:txBody>
      </p:sp>
      <p:sp>
        <p:nvSpPr>
          <p:cNvPr id="123" name="Shape 123"/>
          <p:cNvSpPr>
            <a:spLocks noGrp="1"/>
          </p:cNvSpPr>
          <p:nvPr>
            <p:ph type="title"/>
          </p:nvPr>
        </p:nvSpPr>
        <p:spPr>
          <a:xfrm>
            <a:off x="7391400" y="0"/>
            <a:ext cx="1447800" cy="6156327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Click to edit Master title style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-1"/>
            <a:ext cx="9144000" cy="13933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5" name="Shape 5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6" name="Shape 6"/>
          <p:cNvSpPr/>
          <p:nvPr/>
        </p:nvSpPr>
        <p:spPr>
          <a:xfrm>
            <a:off x="149351" y="6388384"/>
            <a:ext cx="8833106" cy="309567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" name="Shape 7"/>
          <p:cNvSpPr/>
          <p:nvPr/>
        </p:nvSpPr>
        <p:spPr>
          <a:xfrm>
            <a:off x="152399" y="155447"/>
            <a:ext cx="8833106" cy="6547106"/>
          </a:xfrm>
          <a:prstGeom prst="rect">
            <a:avLst/>
          </a:prstGeom>
          <a:ln>
            <a:solidFill>
              <a:srgbClr val="7B9899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8" name="Shape 8"/>
          <p:cNvSpPr/>
          <p:nvPr/>
        </p:nvSpPr>
        <p:spPr>
          <a:xfrm>
            <a:off x="152397" y="1276742"/>
            <a:ext cx="8833110" cy="4"/>
          </a:xfrm>
          <a:prstGeom prst="line">
            <a:avLst/>
          </a:prstGeom>
          <a:ln>
            <a:solidFill>
              <a:srgbClr val="7B9899"/>
            </a:solidFill>
            <a:prstDash val="sysDash"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9" name="Shape 9"/>
          <p:cNvSpPr/>
          <p:nvPr/>
        </p:nvSpPr>
        <p:spPr>
          <a:xfrm>
            <a:off x="4267176" y="956012"/>
            <a:ext cx="609555" cy="609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8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0" name="Shape 10"/>
          <p:cNvSpPr/>
          <p:nvPr/>
        </p:nvSpPr>
        <p:spPr>
          <a:xfrm>
            <a:off x="4361670" y="1050505"/>
            <a:ext cx="420639" cy="4206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19678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50800" cap="rnd">
            <a:solidFill>
              <a:srgbClr val="7B9899"/>
            </a:solidFill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301752" y="0"/>
            <a:ext cx="8534401" cy="987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 anchor="b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Click to edit Master title style</a:t>
            </a:r>
          </a:p>
        </p:txBody>
      </p:sp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xfrm>
            <a:off x="4361688" y="1026372"/>
            <a:ext cx="457204" cy="44132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>
            <a:lvl1pPr algn="ctr">
              <a:defRPr sz="1600">
                <a:solidFill>
                  <a:srgbClr val="7B9899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13" name="Shape 13"/>
          <p:cNvSpPr>
            <a:spLocks noGrp="1"/>
          </p:cNvSpPr>
          <p:nvPr>
            <p:ph type="body" idx="1"/>
          </p:nvPr>
        </p:nvSpPr>
        <p:spPr>
          <a:xfrm>
            <a:off x="301752" y="1527047"/>
            <a:ext cx="8503920" cy="5330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pPr lvl="0">
              <a:defRPr sz="1800"/>
            </a:pPr>
            <a:r>
              <a:rPr sz="2700"/>
              <a:t>Click to edit Master text styles</a:t>
            </a:r>
          </a:p>
          <a:p>
            <a:pPr lvl="1">
              <a:defRPr sz="1800"/>
            </a:pPr>
            <a:r>
              <a:rPr sz="2700"/>
              <a:t>Second level</a:t>
            </a:r>
          </a:p>
          <a:p>
            <a:pPr lvl="2">
              <a:defRPr sz="1800"/>
            </a:pPr>
            <a:r>
              <a:rPr sz="2700"/>
              <a:t>Third level</a:t>
            </a:r>
          </a:p>
          <a:p>
            <a:pPr lvl="3">
              <a:defRPr sz="1800"/>
            </a:pPr>
            <a:r>
              <a:rPr sz="2700"/>
              <a:t>Fourth level</a:t>
            </a:r>
          </a:p>
          <a:p>
            <a:pPr lvl="4">
              <a:defRPr sz="1800"/>
            </a:pPr>
            <a:r>
              <a:rPr sz="270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algn="ctr">
        <a:defRPr sz="3300">
          <a:solidFill>
            <a:srgbClr val="7B9899"/>
          </a:solidFill>
          <a:latin typeface="Georgia"/>
          <a:ea typeface="Georgia"/>
          <a:cs typeface="Georgia"/>
          <a:sym typeface="Georgia"/>
        </a:defRPr>
      </a:lvl1pPr>
      <a:lvl2pPr algn="ctr">
        <a:defRPr sz="3300">
          <a:solidFill>
            <a:srgbClr val="7B9899"/>
          </a:solidFill>
          <a:latin typeface="Georgia"/>
          <a:ea typeface="Georgia"/>
          <a:cs typeface="Georgia"/>
          <a:sym typeface="Georgia"/>
        </a:defRPr>
      </a:lvl2pPr>
      <a:lvl3pPr algn="ctr">
        <a:defRPr sz="3300">
          <a:solidFill>
            <a:srgbClr val="7B9899"/>
          </a:solidFill>
          <a:latin typeface="Georgia"/>
          <a:ea typeface="Georgia"/>
          <a:cs typeface="Georgia"/>
          <a:sym typeface="Georgia"/>
        </a:defRPr>
      </a:lvl3pPr>
      <a:lvl4pPr algn="ctr">
        <a:defRPr sz="3300">
          <a:solidFill>
            <a:srgbClr val="7B9899"/>
          </a:solidFill>
          <a:latin typeface="Georgia"/>
          <a:ea typeface="Georgia"/>
          <a:cs typeface="Georgia"/>
          <a:sym typeface="Georgia"/>
        </a:defRPr>
      </a:lvl4pPr>
      <a:lvl5pPr algn="ctr">
        <a:defRPr sz="3300">
          <a:solidFill>
            <a:srgbClr val="7B9899"/>
          </a:solidFill>
          <a:latin typeface="Georgia"/>
          <a:ea typeface="Georgia"/>
          <a:cs typeface="Georgia"/>
          <a:sym typeface="Georgia"/>
        </a:defRPr>
      </a:lvl5pPr>
      <a:lvl6pPr algn="ctr">
        <a:defRPr sz="3300">
          <a:solidFill>
            <a:srgbClr val="7B9899"/>
          </a:solidFill>
          <a:latin typeface="Georgia"/>
          <a:ea typeface="Georgia"/>
          <a:cs typeface="Georgia"/>
          <a:sym typeface="Georgia"/>
        </a:defRPr>
      </a:lvl6pPr>
      <a:lvl7pPr algn="ctr">
        <a:defRPr sz="3300">
          <a:solidFill>
            <a:srgbClr val="7B9899"/>
          </a:solidFill>
          <a:latin typeface="Georgia"/>
          <a:ea typeface="Georgia"/>
          <a:cs typeface="Georgia"/>
          <a:sym typeface="Georgia"/>
        </a:defRPr>
      </a:lvl7pPr>
      <a:lvl8pPr algn="ctr">
        <a:defRPr sz="3300">
          <a:solidFill>
            <a:srgbClr val="7B9899"/>
          </a:solidFill>
          <a:latin typeface="Georgia"/>
          <a:ea typeface="Georgia"/>
          <a:cs typeface="Georgia"/>
          <a:sym typeface="Georgia"/>
        </a:defRPr>
      </a:lvl8pPr>
      <a:lvl9pPr algn="ctr">
        <a:defRPr sz="3300">
          <a:solidFill>
            <a:srgbClr val="7B9899"/>
          </a:solidFill>
          <a:latin typeface="Georgia"/>
          <a:ea typeface="Georgia"/>
          <a:cs typeface="Georgia"/>
          <a:sym typeface="Georgia"/>
        </a:defRPr>
      </a:lvl9pPr>
    </p:titleStyle>
    <p:bodyStyle>
      <a:lvl1pPr marL="274320" indent="-274320">
        <a:spcBef>
          <a:spcPts val="600"/>
        </a:spcBef>
        <a:buClr>
          <a:srgbClr val="D16349"/>
        </a:buClr>
        <a:buSzPct val="85000"/>
        <a:buFont typeface="Wingdings 2"/>
        <a:buChar char="●"/>
        <a:defRPr sz="2700">
          <a:latin typeface="Georgia"/>
          <a:ea typeface="Georgia"/>
          <a:cs typeface="Georgia"/>
          <a:sym typeface="Georgia"/>
        </a:defRPr>
      </a:lvl1pPr>
      <a:lvl2pPr marL="610984" indent="-336663">
        <a:spcBef>
          <a:spcPts val="600"/>
        </a:spcBef>
        <a:buClr>
          <a:srgbClr val="D16349"/>
        </a:buClr>
        <a:buSzPct val="70000"/>
        <a:buFont typeface="Wingdings 2"/>
        <a:buChar char="○"/>
        <a:defRPr sz="2700">
          <a:latin typeface="Georgia"/>
          <a:ea typeface="Georgia"/>
          <a:cs typeface="Georgia"/>
          <a:sym typeface="Georgia"/>
        </a:defRPr>
      </a:lvl2pPr>
      <a:lvl3pPr marL="902969" indent="-308608">
        <a:spcBef>
          <a:spcPts val="600"/>
        </a:spcBef>
        <a:buClr>
          <a:srgbClr val="D16349"/>
        </a:buClr>
        <a:buSzPct val="75000"/>
        <a:buFont typeface="Wingdings 2"/>
        <a:buChar char=""/>
        <a:defRPr sz="2700">
          <a:latin typeface="Georgia"/>
          <a:ea typeface="Georgia"/>
          <a:cs typeface="Georgia"/>
          <a:sym typeface="Georgia"/>
        </a:defRPr>
      </a:lvl3pPr>
      <a:lvl4pPr marL="1177288" indent="-308608">
        <a:spcBef>
          <a:spcPts val="600"/>
        </a:spcBef>
        <a:buClr>
          <a:srgbClr val="D16349"/>
        </a:buClr>
        <a:buSzPct val="70000"/>
        <a:buFont typeface="Wingdings 2"/>
        <a:buChar char="○"/>
        <a:defRPr sz="2700">
          <a:latin typeface="Georgia"/>
          <a:ea typeface="Georgia"/>
          <a:cs typeface="Georgia"/>
          <a:sym typeface="Georgia"/>
        </a:defRPr>
      </a:lvl4pPr>
      <a:lvl5pPr marL="1485900" indent="-342900">
        <a:spcBef>
          <a:spcPts val="600"/>
        </a:spcBef>
        <a:buClr>
          <a:srgbClr val="D16349"/>
        </a:buClr>
        <a:buSzPct val="100000"/>
        <a:buFont typeface="Wingdings 2"/>
        <a:buChar char="•"/>
        <a:defRPr sz="2700">
          <a:latin typeface="Georgia"/>
          <a:ea typeface="Georgia"/>
          <a:cs typeface="Georgia"/>
          <a:sym typeface="Georgia"/>
        </a:defRPr>
      </a:lvl5pPr>
      <a:lvl6pPr marL="1737360" indent="-274319">
        <a:spcBef>
          <a:spcPts val="600"/>
        </a:spcBef>
        <a:buClr>
          <a:srgbClr val="D16349"/>
        </a:buClr>
        <a:buSzPct val="80000"/>
        <a:buFont typeface="Wingdings 2"/>
        <a:buChar char="●"/>
        <a:defRPr sz="2700">
          <a:latin typeface="Georgia"/>
          <a:ea typeface="Georgia"/>
          <a:cs typeface="Georgia"/>
          <a:sym typeface="Georgia"/>
        </a:defRPr>
      </a:lvl6pPr>
      <a:lvl7pPr marL="2045966" indent="-308609">
        <a:spcBef>
          <a:spcPts val="600"/>
        </a:spcBef>
        <a:buClr>
          <a:srgbClr val="D16349"/>
        </a:buClr>
        <a:buSzPct val="90000"/>
        <a:buFont typeface="Wingdings 2"/>
        <a:buChar char="•"/>
        <a:defRPr sz="2700">
          <a:latin typeface="Georgia"/>
          <a:ea typeface="Georgia"/>
          <a:cs typeface="Georgia"/>
          <a:sym typeface="Georgia"/>
        </a:defRPr>
      </a:lvl7pPr>
      <a:lvl8pPr marL="2228850" indent="-308609">
        <a:spcBef>
          <a:spcPts val="600"/>
        </a:spcBef>
        <a:buClr>
          <a:srgbClr val="D16349"/>
        </a:buClr>
        <a:buSzPct val="100000"/>
        <a:buFont typeface="Wingdings 2"/>
        <a:buChar char="•"/>
        <a:defRPr sz="2700">
          <a:latin typeface="Georgia"/>
          <a:ea typeface="Georgia"/>
          <a:cs typeface="Georgia"/>
          <a:sym typeface="Georgia"/>
        </a:defRPr>
      </a:lvl8pPr>
      <a:lvl9pPr marL="2547254" indent="-352697">
        <a:spcBef>
          <a:spcPts val="600"/>
        </a:spcBef>
        <a:buClr>
          <a:srgbClr val="D16349"/>
        </a:buClr>
        <a:buSzPct val="90000"/>
        <a:buFont typeface="Wingdings 2"/>
        <a:buChar char="•"/>
        <a:defRPr sz="2700">
          <a:latin typeface="Georgia"/>
          <a:ea typeface="Georgia"/>
          <a:cs typeface="Georgia"/>
          <a:sym typeface="Georgia"/>
        </a:defRPr>
      </a:lvl9pPr>
    </p:bodyStyle>
    <p:otherStyle>
      <a:lvl1pPr algn="ctr">
        <a:defRPr sz="1600">
          <a:solidFill>
            <a:schemeClr val="tx1"/>
          </a:solidFill>
          <a:latin typeface="+mn-lt"/>
          <a:ea typeface="+mn-ea"/>
          <a:cs typeface="+mn-cs"/>
          <a:sym typeface="Georgia"/>
        </a:defRPr>
      </a:lvl1pPr>
      <a:lvl2pPr algn="ctr">
        <a:defRPr sz="1600">
          <a:solidFill>
            <a:schemeClr val="tx1"/>
          </a:solidFill>
          <a:latin typeface="+mn-lt"/>
          <a:ea typeface="+mn-ea"/>
          <a:cs typeface="+mn-cs"/>
          <a:sym typeface="Georgia"/>
        </a:defRPr>
      </a:lvl2pPr>
      <a:lvl3pPr algn="ctr">
        <a:defRPr sz="1600">
          <a:solidFill>
            <a:schemeClr val="tx1"/>
          </a:solidFill>
          <a:latin typeface="+mn-lt"/>
          <a:ea typeface="+mn-ea"/>
          <a:cs typeface="+mn-cs"/>
          <a:sym typeface="Georgia"/>
        </a:defRPr>
      </a:lvl3pPr>
      <a:lvl4pPr algn="ctr">
        <a:defRPr sz="1600">
          <a:solidFill>
            <a:schemeClr val="tx1"/>
          </a:solidFill>
          <a:latin typeface="+mn-lt"/>
          <a:ea typeface="+mn-ea"/>
          <a:cs typeface="+mn-cs"/>
          <a:sym typeface="Georgia"/>
        </a:defRPr>
      </a:lvl4pPr>
      <a:lvl5pPr algn="ctr">
        <a:defRPr sz="1600">
          <a:solidFill>
            <a:schemeClr val="tx1"/>
          </a:solidFill>
          <a:latin typeface="+mn-lt"/>
          <a:ea typeface="+mn-ea"/>
          <a:cs typeface="+mn-cs"/>
          <a:sym typeface="Georgia"/>
        </a:defRPr>
      </a:lvl5pPr>
      <a:lvl6pPr algn="ctr">
        <a:defRPr sz="1600">
          <a:solidFill>
            <a:schemeClr val="tx1"/>
          </a:solidFill>
          <a:latin typeface="+mn-lt"/>
          <a:ea typeface="+mn-ea"/>
          <a:cs typeface="+mn-cs"/>
          <a:sym typeface="Georgia"/>
        </a:defRPr>
      </a:lvl6pPr>
      <a:lvl7pPr algn="ctr">
        <a:defRPr sz="1600">
          <a:solidFill>
            <a:schemeClr val="tx1"/>
          </a:solidFill>
          <a:latin typeface="+mn-lt"/>
          <a:ea typeface="+mn-ea"/>
          <a:cs typeface="+mn-cs"/>
          <a:sym typeface="Georgia"/>
        </a:defRPr>
      </a:lvl7pPr>
      <a:lvl8pPr algn="ctr">
        <a:defRPr sz="1600">
          <a:solidFill>
            <a:schemeClr val="tx1"/>
          </a:solidFill>
          <a:latin typeface="+mn-lt"/>
          <a:ea typeface="+mn-ea"/>
          <a:cs typeface="+mn-cs"/>
          <a:sym typeface="Georgia"/>
        </a:defRPr>
      </a:lvl8pPr>
      <a:lvl9pPr algn="ctr">
        <a:defRPr sz="1600">
          <a:solidFill>
            <a:schemeClr val="tx1"/>
          </a:solidFill>
          <a:latin typeface="+mn-lt"/>
          <a:ea typeface="+mn-ea"/>
          <a:cs typeface="+mn-cs"/>
          <a:sym typeface="Georgi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/>
          </p:cNvSpPr>
          <p:nvPr>
            <p:ph type="body" idx="1"/>
          </p:nvPr>
        </p:nvSpPr>
        <p:spPr>
          <a:xfrm>
            <a:off x="1371600" y="2819400"/>
            <a:ext cx="6400800" cy="1752600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3200" spc="200"/>
            </a:lvl1pPr>
          </a:lstStyle>
          <a:p>
            <a:pPr lvl="0">
              <a:defRPr sz="1800" cap="none" spc="0">
                <a:solidFill>
                  <a:srgbClr val="000000"/>
                </a:solidFill>
              </a:defRPr>
            </a:pPr>
            <a:r>
              <a:rPr sz="3200" cap="all" spc="200">
                <a:solidFill>
                  <a:srgbClr val="646B86"/>
                </a:solidFill>
              </a:rPr>
              <a:t>A IMPORTANCIA DO RH NAS EMPRESAS</a:t>
            </a:r>
          </a:p>
        </p:txBody>
      </p:sp>
      <p:sp>
        <p:nvSpPr>
          <p:cNvPr id="128" name="Shape 128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7526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D16349"/>
                </a:solidFill>
              </a:rPr>
              <a:t>DEPTO. DE R. H.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>
            <a:spLocks noGrp="1"/>
          </p:cNvSpPr>
          <p:nvPr>
            <p:ph type="title"/>
          </p:nvPr>
        </p:nvSpPr>
        <p:spPr>
          <a:xfrm>
            <a:off x="301752" y="228597"/>
            <a:ext cx="8534401" cy="758958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DESEMPENHO DO R. H.</a:t>
            </a:r>
          </a:p>
        </p:txBody>
      </p:sp>
      <p:pic>
        <p:nvPicPr>
          <p:cNvPr id="162" name="image1.jpeg"/>
          <p:cNvPicPr/>
          <p:nvPr/>
        </p:nvPicPr>
        <p:blipFill>
          <a:blip r:embed="rId2"/>
          <a:stretch>
            <a:fillRect/>
          </a:stretch>
        </p:blipFill>
        <p:spPr>
          <a:xfrm>
            <a:off x="3029711" y="1376643"/>
            <a:ext cx="3048001" cy="45720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/>
          </p:cNvSpPr>
          <p:nvPr>
            <p:ph type="title"/>
          </p:nvPr>
        </p:nvSpPr>
        <p:spPr>
          <a:xfrm>
            <a:off x="568452" y="161543"/>
            <a:ext cx="8534401" cy="758953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pt-BR" sz="3300" dirty="0">
                <a:solidFill>
                  <a:srgbClr val="7B9899"/>
                </a:solidFill>
              </a:rPr>
              <a:t>MUDANCAS ATUAIS</a:t>
            </a:r>
            <a:endParaRPr sz="3300" dirty="0">
              <a:solidFill>
                <a:srgbClr val="7B9899"/>
              </a:solidFill>
            </a:endParaRPr>
          </a:p>
        </p:txBody>
      </p:sp>
      <p:sp>
        <p:nvSpPr>
          <p:cNvPr id="131" name="Shape 131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457200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76295" lvl="0" indent="-376295">
              <a:spcBef>
                <a:spcPts val="300"/>
              </a:spcBef>
              <a:defRPr sz="1800"/>
            </a:pPr>
            <a:r>
              <a:rPr lang="pt-BR" sz="2000" dirty="0"/>
              <a:t>PERGUNTAS: </a:t>
            </a:r>
          </a:p>
          <a:p>
            <a:pPr marL="376295" lvl="0" indent="-376295">
              <a:spcBef>
                <a:spcPts val="300"/>
              </a:spcBef>
              <a:defRPr sz="1800"/>
            </a:pPr>
            <a:r>
              <a:rPr lang="pt-BR" sz="2000" dirty="0"/>
              <a:t>1) O QUE MUDOU NO DESEMPENHO DO R.H.?</a:t>
            </a:r>
          </a:p>
          <a:p>
            <a:pPr marL="376295" lvl="0" indent="-376295">
              <a:spcBef>
                <a:spcPts val="300"/>
              </a:spcBef>
              <a:defRPr sz="1800"/>
            </a:pPr>
            <a:endParaRPr lang="pt-BR" sz="2000" dirty="0"/>
          </a:p>
          <a:p>
            <a:pPr marL="376295" lvl="0" indent="-376295">
              <a:spcBef>
                <a:spcPts val="300"/>
              </a:spcBef>
              <a:defRPr sz="1800"/>
            </a:pPr>
            <a:r>
              <a:rPr lang="pt-BR" sz="2000" dirty="0"/>
              <a:t>2) O DEPTO DE R.H. PODE SER CONSIDERADO COMO SECUNDARIO, SEM A MESMA IMPORTANCIA QUE OS DEMAIS?</a:t>
            </a:r>
          </a:p>
          <a:p>
            <a:pPr marL="376295" lvl="0" indent="-376295">
              <a:spcBef>
                <a:spcPts val="300"/>
              </a:spcBef>
              <a:defRPr sz="1800"/>
            </a:pPr>
            <a:endParaRPr lang="pt-BR" sz="2000" dirty="0"/>
          </a:p>
          <a:p>
            <a:pPr marL="376295" lvl="0" indent="-376295">
              <a:spcBef>
                <a:spcPts val="300"/>
              </a:spcBef>
              <a:defRPr sz="1800"/>
            </a:pPr>
            <a:r>
              <a:rPr lang="pt-BR" sz="2000" dirty="0"/>
              <a:t>NA SUA OPINIAO, QUAL A FUNCAO DO RH?</a:t>
            </a:r>
          </a:p>
          <a:p>
            <a:pPr marL="376295" lvl="0" indent="-376295">
              <a:spcBef>
                <a:spcPts val="300"/>
              </a:spcBef>
              <a:defRPr sz="1800"/>
            </a:pPr>
            <a:endParaRPr lang="pt-BR" sz="2000" dirty="0"/>
          </a:p>
          <a:p>
            <a:pPr marL="376295" lvl="0" indent="-376295">
              <a:spcBef>
                <a:spcPts val="300"/>
              </a:spcBef>
              <a:defRPr sz="1800"/>
            </a:pPr>
            <a:r>
              <a:rPr lang="pt-BR" sz="2000" dirty="0"/>
              <a:t>3) O RH PODE SER CONSIDERADO ESTRATEGICO?</a:t>
            </a:r>
          </a:p>
          <a:p>
            <a:pPr marL="376295" lvl="0" indent="-376295">
              <a:spcBef>
                <a:spcPts val="300"/>
              </a:spcBef>
              <a:defRPr sz="1800"/>
            </a:pPr>
            <a:endParaRPr lang="pt-BR" sz="2000" dirty="0"/>
          </a:p>
          <a:p>
            <a:pPr marL="376295" lvl="0" indent="-376295">
              <a:spcBef>
                <a:spcPts val="300"/>
              </a:spcBef>
              <a:defRPr sz="1800"/>
            </a:pPr>
            <a:r>
              <a:rPr lang="pt-BR" sz="2000" dirty="0"/>
              <a:t>4) O DIRETOR DE RH FICA SUBORDINADO A QUEM?</a:t>
            </a:r>
          </a:p>
          <a:p>
            <a:pPr marL="376295" lvl="0" indent="-376295">
              <a:spcBef>
                <a:spcPts val="300"/>
              </a:spcBef>
              <a:defRPr sz="1800"/>
            </a:pPr>
            <a:endParaRPr lang="pt-BR" sz="2000" dirty="0"/>
          </a:p>
          <a:p>
            <a:pPr marL="376295" lvl="0" indent="-376295">
              <a:spcBef>
                <a:spcPts val="300"/>
              </a:spcBef>
              <a:defRPr sz="1800"/>
            </a:pPr>
            <a:r>
              <a:rPr lang="pt-BR" sz="2000" dirty="0"/>
              <a:t>5) COMO MANTER OS ARQUIVOS PESSOAIS ATUALIZADOS, QUAIS OS PRINCIPAIS PROCEDIMENTOS?</a:t>
            </a:r>
          </a:p>
        </p:txBody>
      </p:sp>
    </p:spTree>
    <p:extLst>
      <p:ext uri="{BB962C8B-B14F-4D97-AF65-F5344CB8AC3E}">
        <p14:creationId xmlns:p14="http://schemas.microsoft.com/office/powerpoint/2010/main" val="328672967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/>
          </p:cNvSpPr>
          <p:nvPr>
            <p:ph type="title"/>
          </p:nvPr>
        </p:nvSpPr>
        <p:spPr>
          <a:xfrm>
            <a:off x="568452" y="161543"/>
            <a:ext cx="8534401" cy="758953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HISTORICO</a:t>
            </a:r>
          </a:p>
        </p:txBody>
      </p:sp>
      <p:sp>
        <p:nvSpPr>
          <p:cNvPr id="131" name="Shape 131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4572006"/>
          </a:xfrm>
          <a:prstGeom prst="rect">
            <a:avLst/>
          </a:prstGeom>
        </p:spPr>
        <p:txBody>
          <a:bodyPr/>
          <a:lstStyle/>
          <a:p>
            <a:pPr marL="376295" lvl="0" indent="-376295">
              <a:spcBef>
                <a:spcPts val="300"/>
              </a:spcBef>
              <a:defRPr sz="1800"/>
            </a:pPr>
            <a:r>
              <a:rPr sz="2000" dirty="0"/>
              <a:t>PODE-SE DIZER QUE A EXPRESSÃO GESTAO DE PESSOAS SURGIU A PARTIR DAS DIVERSAS MUDANÇAS QUE OCORRERAM NA AREA DE RH DAS ORGANIZAÇÕES.</a:t>
            </a:r>
          </a:p>
          <a:p>
            <a:pPr marL="376295" lvl="0" indent="-376295">
              <a:spcBef>
                <a:spcPts val="300"/>
              </a:spcBef>
              <a:defRPr sz="1800"/>
            </a:pPr>
            <a:r>
              <a:rPr sz="2000" dirty="0"/>
              <a:t>ATE 1930 OS DEPTOS DE R. H.  ATUAVAM COMO UMA ESPECIE DE CONTROLADORA DE PESSOAL, COM UM PAPEL SECUNDARIO NAS EMPRESAS.</a:t>
            </a:r>
          </a:p>
          <a:p>
            <a:pPr marL="376295" lvl="0" indent="-376295">
              <a:spcBef>
                <a:spcPts val="300"/>
              </a:spcBef>
              <a:defRPr sz="1800"/>
            </a:pPr>
            <a:r>
              <a:rPr sz="2000" dirty="0"/>
              <a:t>DE 1.930 A 1950 , O RH EM VARIAS EMPRESAS PASSO</a:t>
            </a:r>
            <a:r>
              <a:rPr lang="pt-BR" sz="2000" dirty="0" err="1"/>
              <a:t>U</a:t>
            </a:r>
            <a:r>
              <a:rPr sz="2000" dirty="0"/>
              <a:t> A SER CHAMADA DE “ RELAÇÕES INDUSTRIAIS”, AREA PREOCUPADA COM ASPECTOS TRABALHISTAS, DEVIDO A </a:t>
            </a:r>
            <a:r>
              <a:rPr sz="2000" dirty="0">
                <a:latin typeface="Georgia Bold"/>
                <a:ea typeface="Georgia Bold"/>
                <a:cs typeface="Georgia Bold"/>
                <a:sym typeface="Georgia Bold"/>
              </a:rPr>
              <a:t>CLT.</a:t>
            </a:r>
          </a:p>
          <a:p>
            <a:pPr marL="376295" lvl="0" indent="-376295">
              <a:spcBef>
                <a:spcPts val="300"/>
              </a:spcBef>
              <a:defRPr sz="1800"/>
            </a:pPr>
            <a:r>
              <a:rPr sz="2000" dirty="0">
                <a:latin typeface="Georgia Bold"/>
                <a:ea typeface="Georgia Bold"/>
                <a:cs typeface="Georgia Bold"/>
                <a:sym typeface="Georgia Bold"/>
              </a:rPr>
              <a:t>PRINCIPAL FUNCAO DA AREA – </a:t>
            </a:r>
            <a:r>
              <a:rPr sz="2000" dirty="0"/>
              <a:t>FAZER CUMPRIR A DISCIPLINA E A LEGISLAÇÃO.</a:t>
            </a:r>
          </a:p>
          <a:p>
            <a:pPr marL="376295" lvl="0" indent="-376295">
              <a:spcBef>
                <a:spcPts val="300"/>
              </a:spcBef>
              <a:defRPr sz="1800"/>
            </a:pPr>
            <a:r>
              <a:rPr sz="2000" dirty="0"/>
              <a:t>DE 1980 A 1990 COM MAIOR ENFASE NA QUALIDADE E PRODUTIVIDADE HOUVE MAIOR ENFASE NAS PESSOAS.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/>
          </p:cNvSpPr>
          <p:nvPr>
            <p:ph type="title"/>
          </p:nvPr>
        </p:nvSpPr>
        <p:spPr>
          <a:xfrm>
            <a:off x="301752" y="-1"/>
            <a:ext cx="8534401" cy="987553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HISTORICO</a:t>
            </a:r>
          </a:p>
        </p:txBody>
      </p:sp>
      <p:sp>
        <p:nvSpPr>
          <p:cNvPr id="134" name="Shape 134"/>
          <p:cNvSpPr>
            <a:spLocks noGrp="1"/>
          </p:cNvSpPr>
          <p:nvPr>
            <p:ph type="sldNum" sz="quarter" idx="2"/>
          </p:nvPr>
        </p:nvSpPr>
        <p:spPr>
          <a:xfrm>
            <a:off x="4361688" y="1026372"/>
            <a:ext cx="457204" cy="4413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600">
                <a:solidFill>
                  <a:srgbClr val="7B9899"/>
                </a:solidFill>
              </a:rPr>
              <a:t>5</a:t>
            </a:fld>
            <a:endParaRPr sz="1600">
              <a:solidFill>
                <a:srgbClr val="7B9899"/>
              </a:solidFill>
            </a:endParaRPr>
          </a:p>
        </p:txBody>
      </p:sp>
      <p:sp>
        <p:nvSpPr>
          <p:cNvPr id="135" name="Shape 135"/>
          <p:cNvSpPr>
            <a:spLocks noGrp="1"/>
          </p:cNvSpPr>
          <p:nvPr>
            <p:ph type="body" idx="1"/>
          </p:nvPr>
        </p:nvSpPr>
        <p:spPr>
          <a:xfrm>
            <a:off x="301752" y="1527045"/>
            <a:ext cx="8503920" cy="5330959"/>
          </a:xfrm>
          <a:prstGeom prst="rect">
            <a:avLst/>
          </a:prstGeom>
        </p:spPr>
        <p:txBody>
          <a:bodyPr/>
          <a:lstStyle/>
          <a:p>
            <a:pPr marL="376295" lvl="0" indent="-376295">
              <a:spcBef>
                <a:spcPts val="300"/>
              </a:spcBef>
              <a:defRPr sz="1800"/>
            </a:pPr>
            <a:r>
              <a:rPr sz="2000"/>
              <a:t>FORAM REINVENTADAS ESTRATEGIAS E A INFORMAÇÃO PASSOU A SER PREPONDERANTE, O CONHECIMENTO PASSOU A SER VARIÁVEL IMPORTANTE E AS NECESSIDADES ORGANIZACIONAIS SOBRE AS PESSOAS MUDOU RAPIDAMENTE.</a:t>
            </a:r>
          </a:p>
          <a:p>
            <a:pPr marL="376295" lvl="0" indent="-376295">
              <a:spcBef>
                <a:spcPts val="300"/>
              </a:spcBef>
              <a:defRPr sz="1800"/>
            </a:pPr>
            <a:r>
              <a:rPr sz="2000"/>
              <a:t>O DIFERENCIAL COMPETITIVO PASSOU A SER O SEU CAPITAL HUMANO E INTELECTUAL.</a:t>
            </a:r>
          </a:p>
          <a:p>
            <a:pPr marL="376295" lvl="0" indent="-376295">
              <a:spcBef>
                <a:spcPts val="300"/>
              </a:spcBef>
              <a:defRPr sz="1800"/>
            </a:pPr>
            <a:r>
              <a:rPr sz="2000"/>
              <a:t>AS EMPRESAS BEM SUCEDIDAS SE TORNARAM AQUELAS QUE CONSEGUIAM ATRAIR, DESENVOLVER E RETER TALENTOS COM CAPACIDADE PARA FAZER A DIFERENÇA.</a:t>
            </a:r>
          </a:p>
          <a:p>
            <a:pPr marL="376295" lvl="0" indent="-376295">
              <a:spcBef>
                <a:spcPts val="300"/>
              </a:spcBef>
              <a:defRPr sz="1800"/>
            </a:pPr>
            <a:r>
              <a:rPr sz="2000"/>
              <a:t>O DEPTO DE R.H. PASSOU A SER UM DEPTO ESTRATÉGICO PARA A EMPRESA E ABORDAGEM HOJE ESTA VOLTADA PARA A GESTAO DE PESSOAS, POIS SEM ELAS A TECNOLOGIA FICA EM SEGUNDO PLANO. SAO ELAS QUE CONSEGUEM RESULTADOS ATRAVÉS DA TECNOLOGIA.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/>
          </p:cNvSpPr>
          <p:nvPr>
            <p:ph type="title"/>
          </p:nvPr>
        </p:nvSpPr>
        <p:spPr>
          <a:xfrm>
            <a:off x="301752" y="228597"/>
            <a:ext cx="8534401" cy="758958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ESTRATEGIA EMPRESARIAL</a:t>
            </a:r>
          </a:p>
        </p:txBody>
      </p:sp>
      <p:sp>
        <p:nvSpPr>
          <p:cNvPr id="138" name="Shape 138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4572006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t>A ESTRATEGIA DEFINE O TIPO DE COMPETENCIAS QUE ORIENTAM OS ESFORÇOS DA ORGANIZAÇÃO EM TERMOS DE APRENDIZAGEM E INOVAÇÃO.</a:t>
            </a:r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t>REFERE-SE AO COMPORTAMENTO GLOBAL E INTEGRADO DA EMPRESA EM RELAÇÃO AO AMBIENTE EXTERNO MUTAVEL, DINAMICO E COMPETITIVO.</a:t>
            </a:r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t>SEU PLANEJAMENTO E FORMULADO TENDO-SE EM VISTA A MISSAO, A VISAO E OS OBJETIVOS ORGANIZACIONAIS, A ANALISE AMBIENTAL ( O QUE HA NO AMBIENTE),E A ANALISE ORGANIZACIONAL ( O QUE TEMOS NA EMPRESA), PARA QUE SEJA DEFINIDO O QUE SE DEVE FAZER.</a:t>
            </a:r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t>A MISSAO SIGNIFICA UMA INCUMBÊNCIA QUE SE RECEBE, A RAZAO DA EXISTÊNCIA DE UMA EMPRESA. FUNCIONA COMO O PROPÓSITO ORIENTADOR SOBRE AS ATIVIDADES DE UMA ORGANIZAÇÃO E PARA AGLUTINAR OS ESFORÇOS DE SEUS MEMBROS.</a:t>
            </a:r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t>A VISAO DEFINE O QUE A ORGANIZAÇÃO PRETENDE SER NO FUTURO, INDICA O PROJETO DO QUE A EMPRESA GOSTARIA DE SER, OU SEJA, QUAIS SAO OS OBJETIVOS ORGANIZACIONAIS MAIS RELEVANTES.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>
            <a:spLocks noGrp="1"/>
          </p:cNvSpPr>
          <p:nvPr>
            <p:ph type="title"/>
          </p:nvPr>
        </p:nvSpPr>
        <p:spPr>
          <a:xfrm>
            <a:off x="301752" y="228597"/>
            <a:ext cx="8534401" cy="758958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ESTRATEGIA EMPRESARIAL</a:t>
            </a:r>
          </a:p>
        </p:txBody>
      </p:sp>
      <p:sp>
        <p:nvSpPr>
          <p:cNvPr id="141" name="Shape 141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4572006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/>
              <a:t>OS OBJETIVOS RESULTAM DO QUE SE PRETENDE ALCANÇAR DENTRO DE UM DETERMINADO PERIODO DE TEMPO. ELES PODEM SER – ROTINEIROS, INOVADORES E DE APERFEIÇOAMENTO.</a:t>
            </a:r>
          </a:p>
          <a:p>
            <a:pPr marL="0" lvl="0" indent="0">
              <a:buSzTx/>
              <a:buNone/>
              <a:defRPr sz="1800"/>
            </a:pPr>
            <a:endParaRPr sz="2000"/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/>
              <a:t>A PARTIR DA MISSAO, DA VISAO E DOS OBJETIVOS, SAO DEFINIDAS QUAIS AS COMPETENCIAS ORGANIZACIONAIS, PROFISSIONAIS E PESSOAIS NECESSÁRIAS PARA SE FAZER O PLANEJAMENTO ESTRATEGICO, DE FORMA QUE AS METAS SEJAM ATINGIDAS E SE GARANTA A COMPETITIVIDADE NO MERCADO GLOBAL.</a:t>
            </a:r>
          </a:p>
          <a:p>
            <a:pPr marL="0" lvl="0" indent="0">
              <a:buSzTx/>
              <a:buNone/>
              <a:defRPr sz="1800"/>
            </a:pPr>
            <a:endParaRPr sz="2000"/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/>
              <a:t>AS PRINCIPAIS ORGANIZAÇÕES ESTAO TENTANDO CONTRATAR “ESTRELAS”, OFERECENDO GORDOS PACOTES DE REMUNERAÇÃO PARA ATRAIR OS MELHORES E MAIS BRILHANTES.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>
            <a:spLocks noGrp="1"/>
          </p:cNvSpPr>
          <p:nvPr>
            <p:ph type="title"/>
          </p:nvPr>
        </p:nvSpPr>
        <p:spPr>
          <a:xfrm>
            <a:off x="301752" y="-1"/>
            <a:ext cx="8534401" cy="987553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ESTRATEGIA EMPRESARIAL</a:t>
            </a:r>
          </a:p>
        </p:txBody>
      </p:sp>
      <p:sp>
        <p:nvSpPr>
          <p:cNvPr id="144" name="Shape 144"/>
          <p:cNvSpPr>
            <a:spLocks noGrp="1"/>
          </p:cNvSpPr>
          <p:nvPr>
            <p:ph type="sldNum" sz="quarter" idx="2"/>
          </p:nvPr>
        </p:nvSpPr>
        <p:spPr>
          <a:xfrm>
            <a:off x="4361688" y="1026372"/>
            <a:ext cx="457204" cy="4413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600">
                <a:solidFill>
                  <a:srgbClr val="7B9899"/>
                </a:solidFill>
              </a:rPr>
              <a:t>8</a:t>
            </a:fld>
            <a:endParaRPr sz="1600">
              <a:solidFill>
                <a:srgbClr val="7B9899"/>
              </a:solidFill>
            </a:endParaRPr>
          </a:p>
        </p:txBody>
      </p:sp>
      <p:sp>
        <p:nvSpPr>
          <p:cNvPr id="145" name="Shape 145"/>
          <p:cNvSpPr>
            <a:spLocks noGrp="1"/>
          </p:cNvSpPr>
          <p:nvPr>
            <p:ph type="body" idx="1"/>
          </p:nvPr>
        </p:nvSpPr>
        <p:spPr>
          <a:xfrm>
            <a:off x="301752" y="1527045"/>
            <a:ext cx="8503920" cy="5330959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/>
              <a:t>A PARTIR DO EXPOSTO, COUBE AO R.H ALINHAVAR TUDO ISSO E ENCONTRAR UMA FORMULA PARA DEPOIS RETER MANTER AS PESSOAS NAS ORGANIZAÇÕES, EVITANDO O TURNOVER (DEMISSÕES  E CONTRATAÇÕES EM CURTO PERÍODO DE TEMPO), FOI NECESSÁRIO ENCONTRAR ITENS CAPAZES DE PROMOVER A MOTIVAÇÃO DESSE PESSOAL NO LOCAL ONDE TRABALHAM.</a:t>
            </a:r>
          </a:p>
          <a:p>
            <a:pPr marL="0" lvl="0" indent="0">
              <a:buSzTx/>
              <a:buNone/>
              <a:defRPr sz="1800"/>
            </a:pPr>
            <a:endParaRPr sz="2000"/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/>
              <a:t>PARA TAL TAREFA, O RH COMEÇOU A ENVOLVER OS GERENTES DE PROJETO, QUE A PRINCIPIO POR TRABALHAR MAIS PERTO DAS PESSOAS TEM MAIS CONDIÇÕES DE CONHECE-LAS.</a:t>
            </a:r>
            <a:r>
              <a:rPr sz="1400"/>
              <a:t> 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/>
          </p:cNvSpPr>
          <p:nvPr>
            <p:ph type="title"/>
          </p:nvPr>
        </p:nvSpPr>
        <p:spPr>
          <a:xfrm>
            <a:off x="301752" y="228597"/>
            <a:ext cx="8534401" cy="758958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MANTER AS PESSOAS</a:t>
            </a:r>
          </a:p>
        </p:txBody>
      </p:sp>
      <p:sp>
        <p:nvSpPr>
          <p:cNvPr id="148" name="Shape 148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4572006"/>
          </a:xfrm>
          <a:prstGeom prst="rect">
            <a:avLst/>
          </a:prstGeom>
        </p:spPr>
        <p:txBody>
          <a:bodyPr/>
          <a:lstStyle/>
          <a:p>
            <a:pPr marL="0" lvl="0" indent="0" defTabSz="768094">
              <a:spcBef>
                <a:spcPts val="200"/>
              </a:spcBef>
              <a:buSzTx/>
              <a:buNone/>
              <a:defRPr sz="1800"/>
            </a:pPr>
            <a:r>
              <a:rPr sz="1600"/>
              <a:t>PARA CONSTRUIR UM AMBIENTE MOTIVADOR EXISTE A NECESSIDADE DE SE QUESTIONAR:</a:t>
            </a:r>
          </a:p>
          <a:p>
            <a:pPr marL="0" lvl="0" indent="0" defTabSz="768094">
              <a:spcBef>
                <a:spcPts val="200"/>
              </a:spcBef>
              <a:buSzTx/>
              <a:buNone/>
              <a:defRPr sz="1800"/>
            </a:pPr>
            <a:endParaRPr sz="1600"/>
          </a:p>
          <a:p>
            <a:pPr marL="202296" lvl="0" indent="-202296" defTabSz="768094">
              <a:lnSpc>
                <a:spcPct val="200000"/>
              </a:lnSpc>
              <a:spcBef>
                <a:spcPts val="200"/>
              </a:spcBef>
              <a:buFontTx/>
              <a:buAutoNum type="arabicParenR"/>
              <a:defRPr sz="1800"/>
            </a:pPr>
            <a:r>
              <a:rPr sz="1600"/>
              <a:t>COMO UM GERENTE PODE CONSTRUIR UM LOCAL DE TRABALHO MOTIVADO?</a:t>
            </a:r>
          </a:p>
          <a:p>
            <a:pPr marL="202296" lvl="0" indent="-202296" defTabSz="768094">
              <a:lnSpc>
                <a:spcPct val="200000"/>
              </a:lnSpc>
              <a:spcBef>
                <a:spcPts val="200"/>
              </a:spcBef>
              <a:buFontTx/>
              <a:buAutoNum type="arabicParenR"/>
              <a:defRPr sz="1800"/>
            </a:pPr>
            <a:r>
              <a:rPr sz="1600"/>
              <a:t>COMO LIDAR COM A PESSOA DESMOTIVADA?</a:t>
            </a:r>
          </a:p>
          <a:p>
            <a:pPr marL="202296" lvl="0" indent="-202296" defTabSz="768094">
              <a:lnSpc>
                <a:spcPct val="200000"/>
              </a:lnSpc>
              <a:spcBef>
                <a:spcPts val="200"/>
              </a:spcBef>
              <a:buFontTx/>
              <a:buAutoNum type="arabicParenR"/>
              <a:defRPr sz="1800"/>
            </a:pPr>
            <a:r>
              <a:rPr sz="1600"/>
              <a:t>COMO ENRIQUECER O TRABALHO TEDIOSO?</a:t>
            </a:r>
          </a:p>
          <a:p>
            <a:pPr marL="202296" lvl="0" indent="-202296" defTabSz="768094">
              <a:lnSpc>
                <a:spcPct val="200000"/>
              </a:lnSpc>
              <a:spcBef>
                <a:spcPts val="200"/>
              </a:spcBef>
              <a:buFontTx/>
              <a:buAutoNum type="arabicParenR"/>
              <a:defRPr sz="1800"/>
            </a:pPr>
            <a:r>
              <a:rPr sz="1600"/>
              <a:t>COMO AUMENTAR A AUTO ESTIMA DAS PESSOAS</a:t>
            </a:r>
          </a:p>
          <a:p>
            <a:pPr marL="202296" lvl="0" indent="-202296" defTabSz="768094">
              <a:lnSpc>
                <a:spcPct val="200000"/>
              </a:lnSpc>
              <a:spcBef>
                <a:spcPts val="200"/>
              </a:spcBef>
              <a:buFontTx/>
              <a:buAutoNum type="arabicParenR"/>
              <a:defRPr sz="1800"/>
            </a:pPr>
            <a:r>
              <a:rPr sz="1600"/>
              <a:t>O MEU GERENCIAMENTO ESTA SENDO BEM ACEITO?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/>
          </p:cNvSpPr>
          <p:nvPr>
            <p:ph type="title"/>
          </p:nvPr>
        </p:nvSpPr>
        <p:spPr>
          <a:xfrm>
            <a:off x="301752" y="-1"/>
            <a:ext cx="8534401" cy="987553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MANTER AS PESSOAS</a:t>
            </a:r>
          </a:p>
        </p:txBody>
      </p:sp>
      <p:sp>
        <p:nvSpPr>
          <p:cNvPr id="151" name="Shape 151"/>
          <p:cNvSpPr>
            <a:spLocks noGrp="1"/>
          </p:cNvSpPr>
          <p:nvPr>
            <p:ph type="sldNum" sz="quarter" idx="2"/>
          </p:nvPr>
        </p:nvSpPr>
        <p:spPr>
          <a:xfrm>
            <a:off x="4361688" y="1026372"/>
            <a:ext cx="457204" cy="4413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600">
                <a:solidFill>
                  <a:srgbClr val="7B9899"/>
                </a:solidFill>
              </a:rPr>
              <a:t>10</a:t>
            </a:fld>
            <a:endParaRPr sz="1600">
              <a:solidFill>
                <a:srgbClr val="7B9899"/>
              </a:solidFill>
            </a:endParaRPr>
          </a:p>
        </p:txBody>
      </p:sp>
      <p:sp>
        <p:nvSpPr>
          <p:cNvPr id="152" name="Shape 152"/>
          <p:cNvSpPr>
            <a:spLocks noGrp="1"/>
          </p:cNvSpPr>
          <p:nvPr>
            <p:ph type="body" idx="1"/>
          </p:nvPr>
        </p:nvSpPr>
        <p:spPr>
          <a:xfrm>
            <a:off x="301752" y="1527045"/>
            <a:ext cx="8503920" cy="5330959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/>
              <a:t>AS PESSOAS SE PERMITEM A FICAR MOTIVADAS POR 3 MOTIVOS:</a:t>
            </a:r>
          </a:p>
          <a:p>
            <a:pPr marL="0" lvl="0" indent="0">
              <a:buSzTx/>
              <a:buNone/>
              <a:defRPr sz="1800"/>
            </a:pPr>
            <a:endParaRPr sz="2000"/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/>
              <a:t>REALIZAÇÃO – GOSTAM DE BUSCAR E ATINGIR METAS.</a:t>
            </a:r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endParaRPr sz="2000"/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/>
              <a:t>PODER  -  VEEM A MAIORIA DAS SITUAÇÕES DE TRABALHO POR UMA OPORTUNIDADE DE INFLUENCIAR OUTRAS PESSOAS A ASSUMIR O  CONTROLE.</a:t>
            </a:r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endParaRPr sz="2000"/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/>
              <a:t>AFILIAÇÃO – TEM O DESEJO DE ESTABELECER E MANTER RELAÇÕES AMIGÁVEIS COM OS COLEGAS.</a:t>
            </a:r>
          </a:p>
          <a:p>
            <a:pPr marL="0" lvl="0" indent="0">
              <a:buSzTx/>
              <a:buNone/>
              <a:defRPr sz="1800"/>
            </a:pPr>
            <a:endParaRPr sz="2000"/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/>
              <a:t>PODER SIGNIFICA A CAPACIDADE DE EXERCER INFLUENCIA PARA CONTROLAR OUTRAS PESSOAS OU EVENTOS E A CAPACIDADE DE SE DEFENDER CONTRA A INFLUENCIA DE OUTRAS PESSOAS.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>
            <a:spLocks noGrp="1"/>
          </p:cNvSpPr>
          <p:nvPr>
            <p:ph type="title"/>
          </p:nvPr>
        </p:nvSpPr>
        <p:spPr>
          <a:xfrm>
            <a:off x="301752" y="228597"/>
            <a:ext cx="8534401" cy="758958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MANTER AS PESSOAS</a:t>
            </a:r>
          </a:p>
        </p:txBody>
      </p:sp>
      <p:sp>
        <p:nvSpPr>
          <p:cNvPr id="155" name="Shape 155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4572006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/>
              <a:t>AS FONTES DE PODER E INFLUENCIA PODEM SER:</a:t>
            </a:r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endParaRPr sz="2000"/>
          </a:p>
          <a:p>
            <a:pPr marL="470367" lvl="0" indent="-470367">
              <a:spcBef>
                <a:spcPts val="300"/>
              </a:spcBef>
              <a:buFontTx/>
              <a:buAutoNum type="arabicParenR"/>
              <a:defRPr sz="1800"/>
            </a:pPr>
            <a:r>
              <a:rPr sz="2000"/>
              <a:t>PODER DE RECOMPENSAR – RECOMPENSAS EM TROCA DE TRABALHO E DE ACEITAÇÃO.</a:t>
            </a:r>
          </a:p>
          <a:p>
            <a:pPr marL="470367" lvl="0" indent="-470367">
              <a:spcBef>
                <a:spcPts val="300"/>
              </a:spcBef>
              <a:buFontTx/>
              <a:buAutoNum type="arabicParenR"/>
              <a:defRPr sz="1800"/>
            </a:pPr>
            <a:r>
              <a:rPr sz="2000"/>
              <a:t>PODER LEGITIMO -  ESTA ASSOCIADO AO PAPEL SOCIAL</a:t>
            </a:r>
          </a:p>
          <a:p>
            <a:pPr marL="470367" lvl="0" indent="-470367">
              <a:spcBef>
                <a:spcPts val="300"/>
              </a:spcBef>
              <a:buFontTx/>
              <a:buAutoNum type="arabicParenR"/>
              <a:defRPr sz="1800"/>
            </a:pPr>
            <a:r>
              <a:rPr sz="2000"/>
              <a:t>PODER DE REFERENCIA – ADMIRAÇÃO POR OUTRAS PESSOAS</a:t>
            </a:r>
          </a:p>
          <a:p>
            <a:pPr marL="470367" lvl="0" indent="-470367">
              <a:spcBef>
                <a:spcPts val="300"/>
              </a:spcBef>
              <a:buFontTx/>
              <a:buAutoNum type="arabicParenR"/>
              <a:defRPr sz="1800"/>
            </a:pPr>
            <a:r>
              <a:rPr sz="2000"/>
              <a:t>PODER DE ESPECIALISTA – CONHECIMENTOS E HABILIDADES SUPERIORES</a:t>
            </a:r>
          </a:p>
          <a:p>
            <a:pPr marL="470367" lvl="0" indent="-470367">
              <a:spcBef>
                <a:spcPts val="300"/>
              </a:spcBef>
              <a:buFontTx/>
              <a:buAutoNum type="arabicParenR"/>
              <a:defRPr sz="1800"/>
            </a:pPr>
            <a:r>
              <a:rPr sz="2000"/>
              <a:t>PODER COERCITIVO – PRESSÃO E OBRIGAÇÃO</a:t>
            </a:r>
          </a:p>
          <a:p>
            <a:pPr marL="470367" lvl="0" indent="-470367">
              <a:spcBef>
                <a:spcPts val="300"/>
              </a:spcBef>
              <a:buFontTx/>
              <a:buAutoNum type="arabicParenR"/>
              <a:defRPr sz="1800"/>
            </a:pPr>
            <a:r>
              <a:rPr sz="2000"/>
              <a:t>NORMAS E CONFORMIDADES – CONJUNTO DE REGRAS E CODIGO DE CONDUTA DO GRUPO.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/>
          </p:cNvSpPr>
          <p:nvPr>
            <p:ph type="title"/>
          </p:nvPr>
        </p:nvSpPr>
        <p:spPr>
          <a:xfrm>
            <a:off x="301752" y="-1"/>
            <a:ext cx="8534401" cy="987553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MANTER AS PESSOAS</a:t>
            </a:r>
          </a:p>
        </p:txBody>
      </p:sp>
      <p:sp>
        <p:nvSpPr>
          <p:cNvPr id="158" name="Shape 158"/>
          <p:cNvSpPr>
            <a:spLocks noGrp="1"/>
          </p:cNvSpPr>
          <p:nvPr>
            <p:ph type="sldNum" sz="quarter" idx="2"/>
          </p:nvPr>
        </p:nvSpPr>
        <p:spPr>
          <a:xfrm>
            <a:off x="4361688" y="1026372"/>
            <a:ext cx="457204" cy="4413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600">
                <a:solidFill>
                  <a:srgbClr val="7B9899"/>
                </a:solidFill>
              </a:rPr>
              <a:t>12</a:t>
            </a:fld>
            <a:endParaRPr sz="1600">
              <a:solidFill>
                <a:srgbClr val="7B9899"/>
              </a:solidFill>
            </a:endParaRPr>
          </a:p>
        </p:txBody>
      </p:sp>
      <p:sp>
        <p:nvSpPr>
          <p:cNvPr id="159" name="Shape 159"/>
          <p:cNvSpPr>
            <a:spLocks noGrp="1"/>
          </p:cNvSpPr>
          <p:nvPr>
            <p:ph type="body" idx="1"/>
          </p:nvPr>
        </p:nvSpPr>
        <p:spPr>
          <a:xfrm>
            <a:off x="301752" y="1527045"/>
            <a:ext cx="8503920" cy="5330959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/>
              <a:t>TÁTICAS DE INFLUENCIA:</a:t>
            </a:r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endParaRPr sz="2000"/>
          </a:p>
          <a:p>
            <a:pPr marL="470367" lvl="0" indent="-470367">
              <a:spcBef>
                <a:spcPts val="300"/>
              </a:spcBef>
              <a:buFontTx/>
              <a:buAutoNum type="arabicParenR"/>
              <a:defRPr sz="1800"/>
            </a:pPr>
            <a:r>
              <a:rPr sz="2000"/>
              <a:t>PERSUASÃO RACIONAL – ARGUMENTOS LOGICOS E FATOS PARA PERSUADIR ALGUEM DE QUE SEU PEDIDO TRARA RESULTADOS BENEFICOS</a:t>
            </a:r>
          </a:p>
          <a:p>
            <a:pPr marL="470367" lvl="0" indent="-470367">
              <a:spcBef>
                <a:spcPts val="300"/>
              </a:spcBef>
              <a:buFontTx/>
              <a:buAutoNum type="arabicParenR"/>
              <a:defRPr sz="1800"/>
            </a:pPr>
            <a:r>
              <a:rPr sz="2000"/>
              <a:t>CONSULTA – BUSCARA PARTICIPAÇÃO DE ALGUEM NO PLANEJAMENTO OU DESENVOLVIMENTO DE ALGUMA COISA A QUAL ELES TERAO DE ADERIR.</a:t>
            </a:r>
          </a:p>
          <a:p>
            <a:pPr marL="470367" lvl="0" indent="-470367">
              <a:spcBef>
                <a:spcPts val="300"/>
              </a:spcBef>
              <a:buFontTx/>
              <a:buAutoNum type="arabicParenR"/>
              <a:defRPr sz="1800"/>
            </a:pPr>
            <a:r>
              <a:rPr sz="2000"/>
              <a:t>APELO PESSOAL – APELAR A LEALDADE OU AMIZADE DE ALGUEM PARA CONSEGUIR QUE ELE REALIZE ALGO.</a:t>
            </a:r>
          </a:p>
          <a:p>
            <a:pPr marL="470367" lvl="0" indent="-470367">
              <a:spcBef>
                <a:spcPts val="300"/>
              </a:spcBef>
              <a:buFontTx/>
              <a:buAutoNum type="arabicParenR"/>
              <a:defRPr sz="1800"/>
            </a:pPr>
            <a:r>
              <a:rPr sz="2000"/>
              <a:t>PERMUTA – OFERECER UMA TROCA DE FAVORES PARA CONSEGUIR O QUE QUER.</a:t>
            </a:r>
          </a:p>
          <a:p>
            <a:pPr marL="470367" lvl="0" indent="-470367">
              <a:spcBef>
                <a:spcPts val="300"/>
              </a:spcBef>
              <a:buFontTx/>
              <a:buAutoNum type="arabicParenR"/>
              <a:defRPr sz="1800"/>
            </a:pPr>
            <a:r>
              <a:rPr sz="2000"/>
              <a:t>PRESSÃO – USAR EXIGÊNCIAS OU AMEAÇAS PARA CONSEGUIR O QUE QUER.</a:t>
            </a:r>
          </a:p>
          <a:p>
            <a:pPr marL="470367" lvl="0" indent="-470367">
              <a:spcBef>
                <a:spcPts val="300"/>
              </a:spcBef>
              <a:buFontTx/>
              <a:buAutoNum type="arabicParenR"/>
              <a:defRPr sz="1800"/>
            </a:pPr>
            <a:r>
              <a:rPr sz="2000"/>
              <a:t>COMPROMISSO – MOSTRAR A RESPONSABILIDADE SOBRE O ASSUNTO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/>
          </p:cNvSpPr>
          <p:nvPr>
            <p:ph type="title"/>
          </p:nvPr>
        </p:nvSpPr>
        <p:spPr>
          <a:xfrm>
            <a:off x="301752" y="228597"/>
            <a:ext cx="8534401" cy="758958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DESEMPENHO DO R. H.</a:t>
            </a:r>
          </a:p>
        </p:txBody>
      </p:sp>
      <p:sp>
        <p:nvSpPr>
          <p:cNvPr id="165" name="Shape 165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4572006"/>
          </a:xfrm>
          <a:prstGeom prst="rect">
            <a:avLst/>
          </a:prstGeom>
        </p:spPr>
        <p:txBody>
          <a:bodyPr/>
          <a:lstStyle/>
          <a:p>
            <a:pPr marL="925829" lvl="0" indent="-925829">
              <a:defRPr sz="1800"/>
            </a:pPr>
            <a:r>
              <a:rPr sz="2700"/>
              <a:t>RECRUTAMENTO E SELEÇÃO</a:t>
            </a:r>
          </a:p>
          <a:p>
            <a:pPr marL="925829" lvl="0" indent="-925829">
              <a:defRPr sz="1800"/>
            </a:pPr>
            <a:r>
              <a:rPr sz="2700"/>
              <a:t>DESENHO DE CARGOS/ AVALIAÇÃO DE DESEMPENHO</a:t>
            </a:r>
          </a:p>
          <a:p>
            <a:pPr marL="925829" lvl="0" indent="-925829">
              <a:defRPr sz="1800"/>
            </a:pPr>
            <a:r>
              <a:rPr sz="2700"/>
              <a:t>REMUNERACAO/ BENEFICIOS/SERVIÇOS</a:t>
            </a:r>
          </a:p>
          <a:p>
            <a:pPr marL="925829" lvl="0" indent="-925829">
              <a:defRPr sz="1800"/>
            </a:pPr>
            <a:r>
              <a:rPr sz="2700"/>
              <a:t>TREINAMENTO/ MUDANCAS/COMUNICAÇÕES</a:t>
            </a:r>
          </a:p>
          <a:p>
            <a:pPr marL="925829" lvl="0" indent="-925829">
              <a:defRPr sz="1800"/>
            </a:pPr>
            <a:r>
              <a:rPr sz="2700"/>
              <a:t>DISCIPLINA/ QUALIDADE DE VIDA/ HIGIENE/ SEGURANCA/ RELAÇÕES TRABALHISTAS</a:t>
            </a:r>
          </a:p>
          <a:p>
            <a:pPr marL="925829" lvl="0" indent="-925829">
              <a:defRPr sz="1800"/>
            </a:pPr>
            <a:r>
              <a:rPr sz="2700"/>
              <a:t>SISTEMAS DE INFORMAÇÕES PESSOAIS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>
            <a:spLocks noGrp="1"/>
          </p:cNvSpPr>
          <p:nvPr>
            <p:ph type="title"/>
          </p:nvPr>
        </p:nvSpPr>
        <p:spPr>
          <a:xfrm>
            <a:off x="301752" y="-1"/>
            <a:ext cx="8534401" cy="987553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CONCLUSÃO </a:t>
            </a:r>
          </a:p>
        </p:txBody>
      </p:sp>
      <p:sp>
        <p:nvSpPr>
          <p:cNvPr id="168" name="Shape 168"/>
          <p:cNvSpPr>
            <a:spLocks noGrp="1"/>
          </p:cNvSpPr>
          <p:nvPr>
            <p:ph type="sldNum" sz="quarter" idx="2"/>
          </p:nvPr>
        </p:nvSpPr>
        <p:spPr>
          <a:xfrm>
            <a:off x="4361688" y="1026372"/>
            <a:ext cx="457204" cy="4413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600">
                <a:solidFill>
                  <a:srgbClr val="7B9899"/>
                </a:solidFill>
              </a:rPr>
              <a:t>14</a:t>
            </a:fld>
            <a:endParaRPr sz="1600">
              <a:solidFill>
                <a:srgbClr val="7B9899"/>
              </a:solidFill>
            </a:endParaRPr>
          </a:p>
        </p:txBody>
      </p:sp>
      <p:sp>
        <p:nvSpPr>
          <p:cNvPr id="169" name="Shape 169"/>
          <p:cNvSpPr>
            <a:spLocks noGrp="1"/>
          </p:cNvSpPr>
          <p:nvPr>
            <p:ph type="body" idx="1"/>
          </p:nvPr>
        </p:nvSpPr>
        <p:spPr>
          <a:xfrm>
            <a:off x="301752" y="1527045"/>
            <a:ext cx="8503920" cy="5330959"/>
          </a:xfrm>
          <a:prstGeom prst="rect">
            <a:avLst/>
          </a:prstGeom>
        </p:spPr>
        <p:txBody>
          <a:bodyPr/>
          <a:lstStyle/>
          <a:p>
            <a:pPr marL="376295" lvl="0" indent="-376295">
              <a:defRPr sz="1800"/>
            </a:pPr>
            <a:r>
              <a:rPr sz="2000"/>
              <a:t>O DEPARTAMENTO DE RH, DEIXOU DE SER  UM MERO DEPARTAMENTO DE APOIO, PARA SER UM DEPARTAMENTO ESTRATEGICO DENTRO DAS EMPRESAS.</a:t>
            </a:r>
          </a:p>
          <a:p>
            <a:pPr marL="376295" lvl="0" indent="-376295">
              <a:defRPr sz="1800"/>
            </a:pPr>
            <a:r>
              <a:rPr sz="2000"/>
              <a:t>ATUALMENTE ELE ESTA COMO RESPONSÁVEL PELA GESTAO DO CONHECIMENTO, TAREFA SUPER IMPORTANTE POIS SIGNIFICA MANTER A INTELIGÊNCIA DA EMPRESA, ATRAVÉS DE SEUS FUNCIONÁRIOS, SIGNIFICA CULTIVAR E AMPLIAR ESSA CULTURA DE MANEIRA QUE A EMPRESA POSSA CRESCER E ACOMPANHAR O MERCADO.</a:t>
            </a:r>
          </a:p>
          <a:p>
            <a:pPr marL="376295" lvl="0" indent="-376295">
              <a:defRPr sz="1800"/>
            </a:pPr>
            <a:r>
              <a:rPr sz="2000"/>
              <a:t>CABE AO RH TAMBEM, ATUAR JUNTO AS DIVERSAS GERENCIAS E DIRETORIAS PARA DESCOBRIR E DESENVOLVER OS TALENTOS QUE PODERÃO VIR A SE OS FUTUROS DIRETORES DA EMPRESA.</a:t>
            </a:r>
          </a:p>
          <a:p>
            <a:pPr marL="376295" lvl="0" indent="-376295">
              <a:defRPr sz="1800"/>
            </a:pPr>
            <a:r>
              <a:rPr sz="2000"/>
              <a:t>FIM.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C5D1D7"/>
      </a:lt1>
      <a:dk2>
        <a:srgbClr val="A7A7A7"/>
      </a:dk2>
      <a:lt2>
        <a:srgbClr val="535353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5D1D7"/>
        </a:solidFill>
        <a:ln w="25400" cap="flat">
          <a:solidFill>
            <a:srgbClr val="D16349"/>
          </a:solidFill>
          <a:prstDash val="solid"/>
          <a:bevel/>
        </a:ln>
        <a:effectLst>
          <a:outerShdw blurRad="50800" dist="25400" dir="5400000" rotWithShape="0">
            <a:srgbClr val="000000">
              <a:alpha val="4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D16349"/>
          </a:solidFill>
          <a:prstDash val="solid"/>
          <a:bevel/>
        </a:ln>
        <a:effectLst>
          <a:outerShdw blurRad="50800" dist="25400" dir="5400000" rotWithShape="0">
            <a:srgbClr val="000000">
              <a:alpha val="4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5D1D7"/>
        </a:solidFill>
        <a:ln w="25400" cap="flat">
          <a:solidFill>
            <a:srgbClr val="D16349"/>
          </a:solidFill>
          <a:prstDash val="solid"/>
          <a:bevel/>
        </a:ln>
        <a:effectLst>
          <a:outerShdw blurRad="50800" dist="25400" dir="5400000" rotWithShape="0">
            <a:srgbClr val="000000">
              <a:alpha val="4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D16349"/>
          </a:solidFill>
          <a:prstDash val="solid"/>
          <a:bevel/>
        </a:ln>
        <a:effectLst>
          <a:outerShdw blurRad="50800" dist="25400" dir="5400000" rotWithShape="0">
            <a:srgbClr val="000000">
              <a:alpha val="4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1111</Words>
  <Application>Microsoft Macintosh PowerPoint</Application>
  <PresentationFormat>Apresentação na tela (4:3)</PresentationFormat>
  <Paragraphs>96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Avenir Roman</vt:lpstr>
      <vt:lpstr>Georgia</vt:lpstr>
      <vt:lpstr>Georgia Bold</vt:lpstr>
      <vt:lpstr>Helvetica</vt:lpstr>
      <vt:lpstr>Wingdings 2</vt:lpstr>
      <vt:lpstr>Default</vt:lpstr>
      <vt:lpstr>DEPTO. DE R. H.</vt:lpstr>
      <vt:lpstr>DESEMPENHO DO R. H.</vt:lpstr>
      <vt:lpstr>MUDANCAS ATUAIS</vt:lpstr>
      <vt:lpstr>HISTORICO</vt:lpstr>
      <vt:lpstr>HISTORICO</vt:lpstr>
      <vt:lpstr>ESTRATEGIA EMPRESARIAL</vt:lpstr>
      <vt:lpstr>ESTRATEGIA EMPRESARIAL</vt:lpstr>
      <vt:lpstr>ESTRATEGIA EMPRESARIAL</vt:lpstr>
      <vt:lpstr>MANTER AS PESSOAS</vt:lpstr>
      <vt:lpstr>MANTER AS PESSOAS</vt:lpstr>
      <vt:lpstr>MANTER AS PESSOAS</vt:lpstr>
      <vt:lpstr>MANTER AS PESSOAS</vt:lpstr>
      <vt:lpstr>DESEMPENHO DO R. H.</vt:lpstr>
      <vt:lpstr>CONCLUSÃO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DEPTO. DE R. H.</dc:title>
  <cp:lastModifiedBy>EDGARD ALEXANDRE ROMANATO</cp:lastModifiedBy>
  <cp:revision>1</cp:revision>
  <dcterms:modified xsi:type="dcterms:W3CDTF">2022-03-07T13:23:58Z</dcterms:modified>
</cp:coreProperties>
</file>