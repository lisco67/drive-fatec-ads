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lvl1pPr>
      <a:defRPr sz="2400">
        <a:solidFill>
          <a:srgbClr val="000066"/>
        </a:solidFill>
        <a:latin typeface="+mn-lt"/>
        <a:ea typeface="+mn-ea"/>
        <a:cs typeface="+mn-cs"/>
        <a:sym typeface="Avenir Roman"/>
      </a:defRPr>
    </a:lvl1pPr>
    <a:lvl2pPr>
      <a:defRPr sz="2400">
        <a:solidFill>
          <a:srgbClr val="000066"/>
        </a:solidFill>
        <a:latin typeface="+mn-lt"/>
        <a:ea typeface="+mn-ea"/>
        <a:cs typeface="+mn-cs"/>
        <a:sym typeface="Avenir Roman"/>
      </a:defRPr>
    </a:lvl2pPr>
    <a:lvl3pPr>
      <a:defRPr sz="2400">
        <a:solidFill>
          <a:srgbClr val="000066"/>
        </a:solidFill>
        <a:latin typeface="+mn-lt"/>
        <a:ea typeface="+mn-ea"/>
        <a:cs typeface="+mn-cs"/>
        <a:sym typeface="Avenir Roman"/>
      </a:defRPr>
    </a:lvl3pPr>
    <a:lvl4pPr>
      <a:defRPr sz="2400">
        <a:solidFill>
          <a:srgbClr val="000066"/>
        </a:solidFill>
        <a:latin typeface="+mn-lt"/>
        <a:ea typeface="+mn-ea"/>
        <a:cs typeface="+mn-cs"/>
        <a:sym typeface="Avenir Roman"/>
      </a:defRPr>
    </a:lvl4pPr>
    <a:lvl5pPr>
      <a:defRPr sz="2400">
        <a:solidFill>
          <a:srgbClr val="000066"/>
        </a:solidFill>
        <a:latin typeface="+mn-lt"/>
        <a:ea typeface="+mn-ea"/>
        <a:cs typeface="+mn-cs"/>
        <a:sym typeface="Avenir Roman"/>
      </a:defRPr>
    </a:lvl5pPr>
    <a:lvl6pPr>
      <a:defRPr sz="2400">
        <a:solidFill>
          <a:srgbClr val="000066"/>
        </a:solidFill>
        <a:latin typeface="+mn-lt"/>
        <a:ea typeface="+mn-ea"/>
        <a:cs typeface="+mn-cs"/>
        <a:sym typeface="Avenir Roman"/>
      </a:defRPr>
    </a:lvl6pPr>
    <a:lvl7pPr>
      <a:defRPr sz="2400">
        <a:solidFill>
          <a:srgbClr val="000066"/>
        </a:solidFill>
        <a:latin typeface="+mn-lt"/>
        <a:ea typeface="+mn-ea"/>
        <a:cs typeface="+mn-cs"/>
        <a:sym typeface="Avenir Roman"/>
      </a:defRPr>
    </a:lvl7pPr>
    <a:lvl8pPr>
      <a:defRPr sz="2400">
        <a:solidFill>
          <a:srgbClr val="000066"/>
        </a:solidFill>
        <a:latin typeface="+mn-lt"/>
        <a:ea typeface="+mn-ea"/>
        <a:cs typeface="+mn-cs"/>
        <a:sym typeface="Avenir Roman"/>
      </a:defRPr>
    </a:lvl8pPr>
    <a:lvl9pPr>
      <a:defRPr sz="2400">
        <a:solidFill>
          <a:srgbClr val="000066"/>
        </a:solidFill>
        <a:latin typeface="+mn-lt"/>
        <a:ea typeface="+mn-ea"/>
        <a:cs typeface="+mn-cs"/>
        <a:sym typeface="Avenir Roman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n" i="on">
        <a:font>
          <a:latin typeface="Avenir Book"/>
          <a:ea typeface="Avenir Book"/>
          <a:cs typeface="Avenir Book"/>
        </a:font>
        <a:srgbClr val="000066"/>
      </a:tcTxStyle>
      <a:tcStyle>
        <a:tcBdr>
          <a:left>
            <a:ln w="12700" cap="flat">
              <a:solidFill>
                <a:srgbClr val="000066"/>
              </a:solidFill>
              <a:prstDash val="solid"/>
              <a:bevel/>
            </a:ln>
          </a:left>
          <a:right>
            <a:ln w="12700" cap="flat">
              <a:solidFill>
                <a:srgbClr val="000066"/>
              </a:solidFill>
              <a:prstDash val="solid"/>
              <a:bevel/>
            </a:ln>
          </a:right>
          <a:top>
            <a:ln w="12700" cap="flat">
              <a:solidFill>
                <a:srgbClr val="000066"/>
              </a:solidFill>
              <a:prstDash val="solid"/>
              <a:bevel/>
            </a:ln>
          </a:top>
          <a:bottom>
            <a:ln w="12700" cap="flat">
              <a:solidFill>
                <a:srgbClr val="000066"/>
              </a:solidFill>
              <a:prstDash val="solid"/>
              <a:bevel/>
            </a:ln>
          </a:bottom>
          <a:insideH>
            <a:ln w="12700" cap="flat">
              <a:solidFill>
                <a:srgbClr val="000066"/>
              </a:solidFill>
              <a:prstDash val="solid"/>
              <a:bevel/>
            </a:ln>
          </a:insideH>
          <a:insideV>
            <a:ln w="12700" cap="flat">
              <a:solidFill>
                <a:srgbClr val="000066"/>
              </a:solidFill>
              <a:prstDash val="solid"/>
              <a:bevel/>
            </a:ln>
          </a:insideV>
        </a:tcBdr>
        <a:fill>
          <a:solidFill>
            <a:srgbClr val="CAECDD"/>
          </a:solidFill>
        </a:fill>
      </a:tcStyle>
    </a:wholeTbl>
    <a:band2H>
      <a:tcTxStyle/>
      <a:tcStyle>
        <a:tcBdr/>
        <a:fill>
          <a:solidFill>
            <a:srgbClr val="E6F6EF"/>
          </a:solidFill>
        </a:fill>
      </a:tcStyle>
    </a:band2H>
    <a:firstCol>
      <a:tcTxStyle b="on" i="on">
        <a:font>
          <a:latin typeface="Avenir Book"/>
          <a:ea typeface="Avenir Book"/>
          <a:cs typeface="Avenir Book"/>
        </a:font>
        <a:srgbClr val="000066"/>
      </a:tcTxStyle>
      <a:tcStyle>
        <a:tcBdr>
          <a:left>
            <a:ln w="12700" cap="flat">
              <a:solidFill>
                <a:srgbClr val="000066"/>
              </a:solidFill>
              <a:prstDash val="solid"/>
              <a:bevel/>
            </a:ln>
          </a:left>
          <a:right>
            <a:ln w="12700" cap="flat">
              <a:solidFill>
                <a:srgbClr val="000066"/>
              </a:solidFill>
              <a:prstDash val="solid"/>
              <a:bevel/>
            </a:ln>
          </a:right>
          <a:top>
            <a:ln w="12700" cap="flat">
              <a:solidFill>
                <a:srgbClr val="000066"/>
              </a:solidFill>
              <a:prstDash val="solid"/>
              <a:bevel/>
            </a:ln>
          </a:top>
          <a:bottom>
            <a:ln w="12700" cap="flat">
              <a:solidFill>
                <a:srgbClr val="000066"/>
              </a:solidFill>
              <a:prstDash val="solid"/>
              <a:bevel/>
            </a:ln>
          </a:bottom>
          <a:insideH>
            <a:ln w="12700" cap="flat">
              <a:solidFill>
                <a:srgbClr val="000066"/>
              </a:solidFill>
              <a:prstDash val="solid"/>
              <a:bevel/>
            </a:ln>
          </a:insideH>
          <a:insideV>
            <a:ln w="12700" cap="flat">
              <a:solidFill>
                <a:srgbClr val="000066"/>
              </a:solidFill>
              <a:prstDash val="solid"/>
              <a:bevel/>
            </a:ln>
          </a:insideV>
        </a:tcBdr>
        <a:fill>
          <a:solidFill>
            <a:srgbClr val="00CC99"/>
          </a:solidFill>
        </a:fill>
      </a:tcStyle>
    </a:firstCol>
    <a:lastRow>
      <a:tcTxStyle b="on" i="on">
        <a:font>
          <a:latin typeface="Avenir Book"/>
          <a:ea typeface="Avenir Book"/>
          <a:cs typeface="Avenir Book"/>
        </a:font>
        <a:srgbClr val="000066"/>
      </a:tcTxStyle>
      <a:tcStyle>
        <a:tcBdr>
          <a:left>
            <a:ln w="12700" cap="flat">
              <a:solidFill>
                <a:srgbClr val="000066"/>
              </a:solidFill>
              <a:prstDash val="solid"/>
              <a:bevel/>
            </a:ln>
          </a:left>
          <a:right>
            <a:ln w="12700" cap="flat">
              <a:solidFill>
                <a:srgbClr val="000066"/>
              </a:solidFill>
              <a:prstDash val="solid"/>
              <a:bevel/>
            </a:ln>
          </a:right>
          <a:top>
            <a:ln w="38100" cap="flat">
              <a:solidFill>
                <a:srgbClr val="000066"/>
              </a:solidFill>
              <a:prstDash val="solid"/>
              <a:bevel/>
            </a:ln>
          </a:top>
          <a:bottom>
            <a:ln w="12700" cap="flat">
              <a:solidFill>
                <a:srgbClr val="000066"/>
              </a:solidFill>
              <a:prstDash val="solid"/>
              <a:bevel/>
            </a:ln>
          </a:bottom>
          <a:insideH>
            <a:ln w="12700" cap="flat">
              <a:solidFill>
                <a:srgbClr val="000066"/>
              </a:solidFill>
              <a:prstDash val="solid"/>
              <a:bevel/>
            </a:ln>
          </a:insideH>
          <a:insideV>
            <a:ln w="12700" cap="flat">
              <a:solidFill>
                <a:srgbClr val="000066"/>
              </a:solidFill>
              <a:prstDash val="solid"/>
              <a:bevel/>
            </a:ln>
          </a:insideV>
        </a:tcBdr>
        <a:fill>
          <a:solidFill>
            <a:srgbClr val="00CC99"/>
          </a:solidFill>
        </a:fill>
      </a:tcStyle>
    </a:lastRow>
    <a:firstRow>
      <a:tcTxStyle b="on" i="on">
        <a:font>
          <a:latin typeface="Avenir Book"/>
          <a:ea typeface="Avenir Book"/>
          <a:cs typeface="Avenir Book"/>
        </a:font>
        <a:srgbClr val="000066"/>
      </a:tcTxStyle>
      <a:tcStyle>
        <a:tcBdr>
          <a:left>
            <a:ln w="12700" cap="flat">
              <a:solidFill>
                <a:srgbClr val="000066"/>
              </a:solidFill>
              <a:prstDash val="solid"/>
              <a:bevel/>
            </a:ln>
          </a:left>
          <a:right>
            <a:ln w="12700" cap="flat">
              <a:solidFill>
                <a:srgbClr val="000066"/>
              </a:solidFill>
              <a:prstDash val="solid"/>
              <a:bevel/>
            </a:ln>
          </a:right>
          <a:top>
            <a:ln w="12700" cap="flat">
              <a:solidFill>
                <a:srgbClr val="000066"/>
              </a:solidFill>
              <a:prstDash val="solid"/>
              <a:bevel/>
            </a:ln>
          </a:top>
          <a:bottom>
            <a:ln w="38100" cap="flat">
              <a:solidFill>
                <a:srgbClr val="000066"/>
              </a:solidFill>
              <a:prstDash val="solid"/>
              <a:bevel/>
            </a:ln>
          </a:bottom>
          <a:insideH>
            <a:ln w="12700" cap="flat">
              <a:solidFill>
                <a:srgbClr val="000066"/>
              </a:solidFill>
              <a:prstDash val="solid"/>
              <a:bevel/>
            </a:ln>
          </a:insideH>
          <a:insideV>
            <a:ln w="12700" cap="flat">
              <a:solidFill>
                <a:srgbClr val="000066"/>
              </a:solidFill>
              <a:prstDash val="solid"/>
              <a:bevel/>
            </a:ln>
          </a:insideV>
        </a:tcBdr>
        <a:fill>
          <a:solidFill>
            <a:srgbClr val="00CC99"/>
          </a:solidFill>
        </a:fill>
      </a:tcStyle>
    </a:firstRow>
  </a:tblStyle>
  <a:tblStyle styleId="{C7B018BB-80A7-4F77-B60F-C8B233D01FF8}" styleName="">
    <a:tblBg/>
    <a:wholeTbl>
      <a:tcTxStyle b="on" i="on">
        <a:font>
          <a:latin typeface="Avenir Book"/>
          <a:ea typeface="Avenir Book"/>
          <a:cs typeface="Avenir Book"/>
        </a:font>
        <a:srgbClr val="000066"/>
      </a:tcTxStyle>
      <a:tcStyle>
        <a:tcBdr>
          <a:left>
            <a:ln w="12700" cap="flat">
              <a:solidFill>
                <a:srgbClr val="000066"/>
              </a:solidFill>
              <a:prstDash val="solid"/>
              <a:bevel/>
            </a:ln>
          </a:left>
          <a:right>
            <a:ln w="12700" cap="flat">
              <a:solidFill>
                <a:srgbClr val="000066"/>
              </a:solidFill>
              <a:prstDash val="solid"/>
              <a:bevel/>
            </a:ln>
          </a:right>
          <a:top>
            <a:ln w="12700" cap="flat">
              <a:solidFill>
                <a:srgbClr val="000066"/>
              </a:solidFill>
              <a:prstDash val="solid"/>
              <a:bevel/>
            </a:ln>
          </a:top>
          <a:bottom>
            <a:ln w="12700" cap="flat">
              <a:solidFill>
                <a:srgbClr val="000066"/>
              </a:solidFill>
              <a:prstDash val="solid"/>
              <a:bevel/>
            </a:ln>
          </a:bottom>
          <a:insideH>
            <a:ln w="12700" cap="flat">
              <a:solidFill>
                <a:srgbClr val="000066"/>
              </a:solidFill>
              <a:prstDash val="solid"/>
              <a:bevel/>
            </a:ln>
          </a:insideH>
          <a:insideV>
            <a:ln w="12700" cap="flat">
              <a:solidFill>
                <a:srgbClr val="000066"/>
              </a:solidFill>
              <a:prstDash val="solid"/>
              <a:bevel/>
            </a:ln>
          </a:insideV>
        </a:tcBdr>
        <a:fill>
          <a:solidFill>
            <a:srgbClr val="E2E2E6"/>
          </a:solidFill>
        </a:fill>
      </a:tcStyle>
    </a:wholeTbl>
    <a:band2H>
      <a:tcTxStyle/>
      <a:tcStyle>
        <a:tcBdr/>
        <a:fill>
          <a:solidFill>
            <a:srgbClr val="F1F1F3"/>
          </a:solidFill>
        </a:fill>
      </a:tcStyle>
    </a:band2H>
    <a:firstCol>
      <a:tcTxStyle b="on" i="on">
        <a:font>
          <a:latin typeface="Avenir Book"/>
          <a:ea typeface="Avenir Book"/>
          <a:cs typeface="Avenir Book"/>
        </a:font>
        <a:srgbClr val="000066"/>
      </a:tcTxStyle>
      <a:tcStyle>
        <a:tcBdr>
          <a:left>
            <a:ln w="12700" cap="flat">
              <a:solidFill>
                <a:srgbClr val="000066"/>
              </a:solidFill>
              <a:prstDash val="solid"/>
              <a:bevel/>
            </a:ln>
          </a:left>
          <a:right>
            <a:ln w="12700" cap="flat">
              <a:solidFill>
                <a:srgbClr val="000066"/>
              </a:solidFill>
              <a:prstDash val="solid"/>
              <a:bevel/>
            </a:ln>
          </a:right>
          <a:top>
            <a:ln w="12700" cap="flat">
              <a:solidFill>
                <a:srgbClr val="000066"/>
              </a:solidFill>
              <a:prstDash val="solid"/>
              <a:bevel/>
            </a:ln>
          </a:top>
          <a:bottom>
            <a:ln w="12700" cap="flat">
              <a:solidFill>
                <a:srgbClr val="000066"/>
              </a:solidFill>
              <a:prstDash val="solid"/>
              <a:bevel/>
            </a:ln>
          </a:bottom>
          <a:insideH>
            <a:ln w="12700" cap="flat">
              <a:solidFill>
                <a:srgbClr val="000066"/>
              </a:solidFill>
              <a:prstDash val="solid"/>
              <a:bevel/>
            </a:ln>
          </a:insideH>
          <a:insideV>
            <a:ln w="12700" cap="flat">
              <a:solidFill>
                <a:srgbClr val="000066"/>
              </a:solidFill>
              <a:prstDash val="solid"/>
              <a:bevel/>
            </a:ln>
          </a:insideV>
        </a:tcBdr>
        <a:fill>
          <a:solidFill>
            <a:srgbClr val="AAAAB8"/>
          </a:solidFill>
        </a:fill>
      </a:tcStyle>
    </a:firstCol>
    <a:lastRow>
      <a:tcTxStyle b="on" i="on">
        <a:font>
          <a:latin typeface="Avenir Book"/>
          <a:ea typeface="Avenir Book"/>
          <a:cs typeface="Avenir Book"/>
        </a:font>
        <a:srgbClr val="000066"/>
      </a:tcTxStyle>
      <a:tcStyle>
        <a:tcBdr>
          <a:left>
            <a:ln w="12700" cap="flat">
              <a:solidFill>
                <a:srgbClr val="000066"/>
              </a:solidFill>
              <a:prstDash val="solid"/>
              <a:bevel/>
            </a:ln>
          </a:left>
          <a:right>
            <a:ln w="12700" cap="flat">
              <a:solidFill>
                <a:srgbClr val="000066"/>
              </a:solidFill>
              <a:prstDash val="solid"/>
              <a:bevel/>
            </a:ln>
          </a:right>
          <a:top>
            <a:ln w="38100" cap="flat">
              <a:solidFill>
                <a:srgbClr val="000066"/>
              </a:solidFill>
              <a:prstDash val="solid"/>
              <a:bevel/>
            </a:ln>
          </a:top>
          <a:bottom>
            <a:ln w="12700" cap="flat">
              <a:solidFill>
                <a:srgbClr val="000066"/>
              </a:solidFill>
              <a:prstDash val="solid"/>
              <a:bevel/>
            </a:ln>
          </a:bottom>
          <a:insideH>
            <a:ln w="12700" cap="flat">
              <a:solidFill>
                <a:srgbClr val="000066"/>
              </a:solidFill>
              <a:prstDash val="solid"/>
              <a:bevel/>
            </a:ln>
          </a:insideH>
          <a:insideV>
            <a:ln w="12700" cap="flat">
              <a:solidFill>
                <a:srgbClr val="000066"/>
              </a:solidFill>
              <a:prstDash val="solid"/>
              <a:bevel/>
            </a:ln>
          </a:insideV>
        </a:tcBdr>
        <a:fill>
          <a:solidFill>
            <a:srgbClr val="AAAAB8"/>
          </a:solidFill>
        </a:fill>
      </a:tcStyle>
    </a:lastRow>
    <a:firstRow>
      <a:tcTxStyle b="on" i="on">
        <a:font>
          <a:latin typeface="Avenir Book"/>
          <a:ea typeface="Avenir Book"/>
          <a:cs typeface="Avenir Book"/>
        </a:font>
        <a:srgbClr val="000066"/>
      </a:tcTxStyle>
      <a:tcStyle>
        <a:tcBdr>
          <a:left>
            <a:ln w="12700" cap="flat">
              <a:solidFill>
                <a:srgbClr val="000066"/>
              </a:solidFill>
              <a:prstDash val="solid"/>
              <a:bevel/>
            </a:ln>
          </a:left>
          <a:right>
            <a:ln w="12700" cap="flat">
              <a:solidFill>
                <a:srgbClr val="000066"/>
              </a:solidFill>
              <a:prstDash val="solid"/>
              <a:bevel/>
            </a:ln>
          </a:right>
          <a:top>
            <a:ln w="12700" cap="flat">
              <a:solidFill>
                <a:srgbClr val="000066"/>
              </a:solidFill>
              <a:prstDash val="solid"/>
              <a:bevel/>
            </a:ln>
          </a:top>
          <a:bottom>
            <a:ln w="38100" cap="flat">
              <a:solidFill>
                <a:srgbClr val="000066"/>
              </a:solidFill>
              <a:prstDash val="solid"/>
              <a:bevel/>
            </a:ln>
          </a:bottom>
          <a:insideH>
            <a:ln w="12700" cap="flat">
              <a:solidFill>
                <a:srgbClr val="000066"/>
              </a:solidFill>
              <a:prstDash val="solid"/>
              <a:bevel/>
            </a:ln>
          </a:insideH>
          <a:insideV>
            <a:ln w="12700" cap="flat">
              <a:solidFill>
                <a:srgbClr val="000066"/>
              </a:solidFill>
              <a:prstDash val="solid"/>
              <a:bevel/>
            </a:ln>
          </a:insideV>
        </a:tcBdr>
        <a:fill>
          <a:solidFill>
            <a:srgbClr val="AAAAB8"/>
          </a:solidFill>
        </a:fill>
      </a:tcStyle>
    </a:firstRow>
  </a:tblStyle>
  <a:tblStyle styleId="{EEE7283C-3CF3-47DC-8721-378D4A62B228}" styleName="">
    <a:tblBg/>
    <a:wholeTbl>
      <a:tcTxStyle b="on" i="on">
        <a:font>
          <a:latin typeface="Avenir Book"/>
          <a:ea typeface="Avenir Book"/>
          <a:cs typeface="Avenir Book"/>
        </a:font>
        <a:srgbClr val="000066"/>
      </a:tcTxStyle>
      <a:tcStyle>
        <a:tcBdr>
          <a:left>
            <a:ln w="12700" cap="flat">
              <a:solidFill>
                <a:srgbClr val="000066"/>
              </a:solidFill>
              <a:prstDash val="solid"/>
              <a:bevel/>
            </a:ln>
          </a:left>
          <a:right>
            <a:ln w="12700" cap="flat">
              <a:solidFill>
                <a:srgbClr val="000066"/>
              </a:solidFill>
              <a:prstDash val="solid"/>
              <a:bevel/>
            </a:ln>
          </a:right>
          <a:top>
            <a:ln w="12700" cap="flat">
              <a:solidFill>
                <a:srgbClr val="000066"/>
              </a:solidFill>
              <a:prstDash val="solid"/>
              <a:bevel/>
            </a:ln>
          </a:top>
          <a:bottom>
            <a:ln w="12700" cap="flat">
              <a:solidFill>
                <a:srgbClr val="000066"/>
              </a:solidFill>
              <a:prstDash val="solid"/>
              <a:bevel/>
            </a:ln>
          </a:bottom>
          <a:insideH>
            <a:ln w="12700" cap="flat">
              <a:solidFill>
                <a:srgbClr val="000066"/>
              </a:solidFill>
              <a:prstDash val="solid"/>
              <a:bevel/>
            </a:ln>
          </a:insideH>
          <a:insideV>
            <a:ln w="12700" cap="flat">
              <a:solidFill>
                <a:srgbClr val="000066"/>
              </a:solidFill>
              <a:prstDash val="solid"/>
              <a:bevel/>
            </a:ln>
          </a:insideV>
        </a:tcBdr>
        <a:fill>
          <a:solidFill>
            <a:srgbClr val="CADAE6"/>
          </a:solidFill>
        </a:fill>
      </a:tcStyle>
    </a:wholeTbl>
    <a:band2H>
      <a:tcTxStyle/>
      <a:tcStyle>
        <a:tcBdr/>
        <a:fill>
          <a:solidFill>
            <a:srgbClr val="E6EDF3"/>
          </a:solidFill>
        </a:fill>
      </a:tcStyle>
    </a:band2H>
    <a:firstCol>
      <a:tcTxStyle b="on" i="on">
        <a:font>
          <a:latin typeface="Avenir Book"/>
          <a:ea typeface="Avenir Book"/>
          <a:cs typeface="Avenir Book"/>
        </a:font>
        <a:srgbClr val="000066"/>
      </a:tcTxStyle>
      <a:tcStyle>
        <a:tcBdr>
          <a:left>
            <a:ln w="12700" cap="flat">
              <a:solidFill>
                <a:srgbClr val="000066"/>
              </a:solidFill>
              <a:prstDash val="solid"/>
              <a:bevel/>
            </a:ln>
          </a:left>
          <a:right>
            <a:ln w="12700" cap="flat">
              <a:solidFill>
                <a:srgbClr val="000066"/>
              </a:solidFill>
              <a:prstDash val="solid"/>
              <a:bevel/>
            </a:ln>
          </a:right>
          <a:top>
            <a:ln w="12700" cap="flat">
              <a:solidFill>
                <a:srgbClr val="000066"/>
              </a:solidFill>
              <a:prstDash val="solid"/>
              <a:bevel/>
            </a:ln>
          </a:top>
          <a:bottom>
            <a:ln w="12700" cap="flat">
              <a:solidFill>
                <a:srgbClr val="000066"/>
              </a:solidFill>
              <a:prstDash val="solid"/>
              <a:bevel/>
            </a:ln>
          </a:bottom>
          <a:insideH>
            <a:ln w="12700" cap="flat">
              <a:solidFill>
                <a:srgbClr val="000066"/>
              </a:solidFill>
              <a:prstDash val="solid"/>
              <a:bevel/>
            </a:ln>
          </a:insideH>
          <a:insideV>
            <a:ln w="12700" cap="flat">
              <a:solidFill>
                <a:srgbClr val="000066"/>
              </a:solidFill>
              <a:prstDash val="solid"/>
              <a:bevel/>
            </a:ln>
          </a:insideV>
        </a:tcBdr>
        <a:fill>
          <a:solidFill>
            <a:srgbClr val="008BB9"/>
          </a:solidFill>
        </a:fill>
      </a:tcStyle>
    </a:firstCol>
    <a:lastRow>
      <a:tcTxStyle b="on" i="on">
        <a:font>
          <a:latin typeface="Avenir Book"/>
          <a:ea typeface="Avenir Book"/>
          <a:cs typeface="Avenir Book"/>
        </a:font>
        <a:srgbClr val="000066"/>
      </a:tcTxStyle>
      <a:tcStyle>
        <a:tcBdr>
          <a:left>
            <a:ln w="12700" cap="flat">
              <a:solidFill>
                <a:srgbClr val="000066"/>
              </a:solidFill>
              <a:prstDash val="solid"/>
              <a:bevel/>
            </a:ln>
          </a:left>
          <a:right>
            <a:ln w="12700" cap="flat">
              <a:solidFill>
                <a:srgbClr val="000066"/>
              </a:solidFill>
              <a:prstDash val="solid"/>
              <a:bevel/>
            </a:ln>
          </a:right>
          <a:top>
            <a:ln w="38100" cap="flat">
              <a:solidFill>
                <a:srgbClr val="000066"/>
              </a:solidFill>
              <a:prstDash val="solid"/>
              <a:bevel/>
            </a:ln>
          </a:top>
          <a:bottom>
            <a:ln w="12700" cap="flat">
              <a:solidFill>
                <a:srgbClr val="000066"/>
              </a:solidFill>
              <a:prstDash val="solid"/>
              <a:bevel/>
            </a:ln>
          </a:bottom>
          <a:insideH>
            <a:ln w="12700" cap="flat">
              <a:solidFill>
                <a:srgbClr val="000066"/>
              </a:solidFill>
              <a:prstDash val="solid"/>
              <a:bevel/>
            </a:ln>
          </a:insideH>
          <a:insideV>
            <a:ln w="12700" cap="flat">
              <a:solidFill>
                <a:srgbClr val="000066"/>
              </a:solidFill>
              <a:prstDash val="solid"/>
              <a:bevel/>
            </a:ln>
          </a:insideV>
        </a:tcBdr>
        <a:fill>
          <a:solidFill>
            <a:srgbClr val="008BB9"/>
          </a:solidFill>
        </a:fill>
      </a:tcStyle>
    </a:lastRow>
    <a:firstRow>
      <a:tcTxStyle b="on" i="on">
        <a:font>
          <a:latin typeface="Avenir Book"/>
          <a:ea typeface="Avenir Book"/>
          <a:cs typeface="Avenir Book"/>
        </a:font>
        <a:srgbClr val="000066"/>
      </a:tcTxStyle>
      <a:tcStyle>
        <a:tcBdr>
          <a:left>
            <a:ln w="12700" cap="flat">
              <a:solidFill>
                <a:srgbClr val="000066"/>
              </a:solidFill>
              <a:prstDash val="solid"/>
              <a:bevel/>
            </a:ln>
          </a:left>
          <a:right>
            <a:ln w="12700" cap="flat">
              <a:solidFill>
                <a:srgbClr val="000066"/>
              </a:solidFill>
              <a:prstDash val="solid"/>
              <a:bevel/>
            </a:ln>
          </a:right>
          <a:top>
            <a:ln w="12700" cap="flat">
              <a:solidFill>
                <a:srgbClr val="000066"/>
              </a:solidFill>
              <a:prstDash val="solid"/>
              <a:bevel/>
            </a:ln>
          </a:top>
          <a:bottom>
            <a:ln w="38100" cap="flat">
              <a:solidFill>
                <a:srgbClr val="000066"/>
              </a:solidFill>
              <a:prstDash val="solid"/>
              <a:bevel/>
            </a:ln>
          </a:bottom>
          <a:insideH>
            <a:ln w="12700" cap="flat">
              <a:solidFill>
                <a:srgbClr val="000066"/>
              </a:solidFill>
              <a:prstDash val="solid"/>
              <a:bevel/>
            </a:ln>
          </a:insideH>
          <a:insideV>
            <a:ln w="12700" cap="flat">
              <a:solidFill>
                <a:srgbClr val="000066"/>
              </a:solidFill>
              <a:prstDash val="solid"/>
              <a:bevel/>
            </a:ln>
          </a:insideV>
        </a:tcBdr>
        <a:fill>
          <a:solidFill>
            <a:srgbClr val="008BB9"/>
          </a:solidFill>
        </a:fill>
      </a:tcStyle>
    </a:firstRow>
  </a:tblStyle>
  <a:tblStyle styleId="{CF821DB8-F4EB-4A41-A1BA-3FCAFE7338EE}" styleName="">
    <a:tblBg/>
    <a:wholeTbl>
      <a:tcTxStyle b="on" i="on">
        <a:font>
          <a:latin typeface="Avenir Book"/>
          <a:ea typeface="Avenir Book"/>
          <a:cs typeface="Avenir Book"/>
        </a:font>
        <a:srgbClr val="000066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A"/>
          </a:solidFill>
        </a:fill>
      </a:tcStyle>
    </a:wholeTbl>
    <a:band2H>
      <a:tcTxStyle/>
      <a:tcStyle>
        <a:tcBdr/>
        <a:fill>
          <a:solidFill>
            <a:srgbClr val="000066"/>
          </a:solidFill>
        </a:fill>
      </a:tcStyle>
    </a:band2H>
    <a:firstCol>
      <a:tcTxStyle b="on" i="on">
        <a:font>
          <a:latin typeface="Avenir Book"/>
          <a:ea typeface="Avenir Book"/>
          <a:cs typeface="Avenir Book"/>
        </a:font>
        <a:srgbClr val="000066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CC99"/>
          </a:solidFill>
        </a:fill>
      </a:tcStyle>
    </a:firstCol>
    <a:lastRow>
      <a:tcTxStyle b="on" i="on">
        <a:font>
          <a:latin typeface="Avenir Book"/>
          <a:ea typeface="Avenir Book"/>
          <a:cs typeface="Avenir Book"/>
        </a:font>
        <a:srgbClr val="000066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66"/>
              </a:solidFill>
              <a:prstDash val="solid"/>
              <a:bevel/>
            </a:ln>
          </a:top>
          <a:bottom>
            <a:ln w="25400" cap="flat">
              <a:solidFill>
                <a:srgbClr val="000066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0066"/>
          </a:solidFill>
        </a:fill>
      </a:tcStyle>
    </a:lastRow>
    <a:firstRow>
      <a:tcTxStyle b="on" i="on">
        <a:font>
          <a:latin typeface="Avenir Book"/>
          <a:ea typeface="Avenir Book"/>
          <a:cs typeface="Avenir Book"/>
        </a:font>
        <a:srgbClr val="000066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66"/>
              </a:solidFill>
              <a:prstDash val="solid"/>
              <a:bevel/>
            </a:ln>
          </a:top>
          <a:bottom>
            <a:ln w="25400" cap="flat">
              <a:solidFill>
                <a:srgbClr val="000066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CC99"/>
          </a:solidFill>
        </a:fill>
      </a:tcStyle>
    </a:firstRow>
  </a:tblStyle>
  <a:tblStyle styleId="{33BA23B1-9221-436E-865A-0063620EA4FD}" styleName="">
    <a:tblBg/>
    <a:wholeTbl>
      <a:tcTxStyle b="on" i="on">
        <a:font>
          <a:latin typeface="Avenir Book"/>
          <a:ea typeface="Avenir Book"/>
          <a:cs typeface="Avenir Book"/>
        </a:font>
        <a:srgbClr val="000066"/>
      </a:tcTxStyle>
      <a:tcStyle>
        <a:tcBdr>
          <a:left>
            <a:ln w="12700" cap="flat">
              <a:solidFill>
                <a:srgbClr val="000066"/>
              </a:solidFill>
              <a:prstDash val="solid"/>
              <a:bevel/>
            </a:ln>
          </a:left>
          <a:right>
            <a:ln w="12700" cap="flat">
              <a:solidFill>
                <a:srgbClr val="000066"/>
              </a:solidFill>
              <a:prstDash val="solid"/>
              <a:bevel/>
            </a:ln>
          </a:right>
          <a:top>
            <a:ln w="12700" cap="flat">
              <a:solidFill>
                <a:srgbClr val="000066"/>
              </a:solidFill>
              <a:prstDash val="solid"/>
              <a:bevel/>
            </a:ln>
          </a:top>
          <a:bottom>
            <a:ln w="12700" cap="flat">
              <a:solidFill>
                <a:srgbClr val="000066"/>
              </a:solidFill>
              <a:prstDash val="solid"/>
              <a:bevel/>
            </a:ln>
          </a:bottom>
          <a:insideH>
            <a:ln w="12700" cap="flat">
              <a:solidFill>
                <a:srgbClr val="000066"/>
              </a:solidFill>
              <a:prstDash val="solid"/>
              <a:bevel/>
            </a:ln>
          </a:insideH>
          <a:insideV>
            <a:ln w="12700" cap="flat">
              <a:solidFill>
                <a:srgbClr val="000066"/>
              </a:solidFill>
              <a:prstDash val="solid"/>
              <a:bevel/>
            </a:ln>
          </a:insideV>
        </a:tcBdr>
        <a:fill>
          <a:solidFill>
            <a:srgbClr val="CACAD2"/>
          </a:solidFill>
        </a:fill>
      </a:tcStyle>
    </a:wholeTbl>
    <a:band2H>
      <a:tcTxStyle/>
      <a:tcStyle>
        <a:tcBdr/>
        <a:fill>
          <a:solidFill>
            <a:srgbClr val="E6E6EA"/>
          </a:solidFill>
        </a:fill>
      </a:tcStyle>
    </a:band2H>
    <a:firstCol>
      <a:tcTxStyle b="on" i="on">
        <a:font>
          <a:latin typeface="Avenir Book"/>
          <a:ea typeface="Avenir Book"/>
          <a:cs typeface="Avenir Book"/>
        </a:font>
        <a:srgbClr val="000066"/>
      </a:tcTxStyle>
      <a:tcStyle>
        <a:tcBdr>
          <a:left>
            <a:ln w="12700" cap="flat">
              <a:solidFill>
                <a:srgbClr val="000066"/>
              </a:solidFill>
              <a:prstDash val="solid"/>
              <a:bevel/>
            </a:ln>
          </a:left>
          <a:right>
            <a:ln w="12700" cap="flat">
              <a:solidFill>
                <a:srgbClr val="000066"/>
              </a:solidFill>
              <a:prstDash val="solid"/>
              <a:bevel/>
            </a:ln>
          </a:right>
          <a:top>
            <a:ln w="12700" cap="flat">
              <a:solidFill>
                <a:srgbClr val="000066"/>
              </a:solidFill>
              <a:prstDash val="solid"/>
              <a:bevel/>
            </a:ln>
          </a:top>
          <a:bottom>
            <a:ln w="12700" cap="flat">
              <a:solidFill>
                <a:srgbClr val="000066"/>
              </a:solidFill>
              <a:prstDash val="solid"/>
              <a:bevel/>
            </a:ln>
          </a:bottom>
          <a:insideH>
            <a:ln w="12700" cap="flat">
              <a:solidFill>
                <a:srgbClr val="000066"/>
              </a:solidFill>
              <a:prstDash val="solid"/>
              <a:bevel/>
            </a:ln>
          </a:insideH>
          <a:insideV>
            <a:ln w="12700" cap="flat">
              <a:solidFill>
                <a:srgbClr val="000066"/>
              </a:solidFill>
              <a:prstDash val="solid"/>
              <a:bevel/>
            </a:ln>
          </a:insideV>
        </a:tcBdr>
        <a:fill>
          <a:solidFill>
            <a:srgbClr val="000066"/>
          </a:solidFill>
        </a:fill>
      </a:tcStyle>
    </a:firstCol>
    <a:lastRow>
      <a:tcTxStyle b="on" i="on">
        <a:font>
          <a:latin typeface="Avenir Book"/>
          <a:ea typeface="Avenir Book"/>
          <a:cs typeface="Avenir Book"/>
        </a:font>
        <a:srgbClr val="000066"/>
      </a:tcTxStyle>
      <a:tcStyle>
        <a:tcBdr>
          <a:left>
            <a:ln w="12700" cap="flat">
              <a:solidFill>
                <a:srgbClr val="000066"/>
              </a:solidFill>
              <a:prstDash val="solid"/>
              <a:bevel/>
            </a:ln>
          </a:left>
          <a:right>
            <a:ln w="12700" cap="flat">
              <a:solidFill>
                <a:srgbClr val="000066"/>
              </a:solidFill>
              <a:prstDash val="solid"/>
              <a:bevel/>
            </a:ln>
          </a:right>
          <a:top>
            <a:ln w="38100" cap="flat">
              <a:solidFill>
                <a:srgbClr val="000066"/>
              </a:solidFill>
              <a:prstDash val="solid"/>
              <a:bevel/>
            </a:ln>
          </a:top>
          <a:bottom>
            <a:ln w="12700" cap="flat">
              <a:solidFill>
                <a:srgbClr val="000066"/>
              </a:solidFill>
              <a:prstDash val="solid"/>
              <a:bevel/>
            </a:ln>
          </a:bottom>
          <a:insideH>
            <a:ln w="12700" cap="flat">
              <a:solidFill>
                <a:srgbClr val="000066"/>
              </a:solidFill>
              <a:prstDash val="solid"/>
              <a:bevel/>
            </a:ln>
          </a:insideH>
          <a:insideV>
            <a:ln w="12700" cap="flat">
              <a:solidFill>
                <a:srgbClr val="000066"/>
              </a:solidFill>
              <a:prstDash val="solid"/>
              <a:bevel/>
            </a:ln>
          </a:insideV>
        </a:tcBdr>
        <a:fill>
          <a:solidFill>
            <a:srgbClr val="000066"/>
          </a:solidFill>
        </a:fill>
      </a:tcStyle>
    </a:lastRow>
    <a:firstRow>
      <a:tcTxStyle b="on" i="on">
        <a:font>
          <a:latin typeface="Avenir Book"/>
          <a:ea typeface="Avenir Book"/>
          <a:cs typeface="Avenir Book"/>
        </a:font>
        <a:srgbClr val="000066"/>
      </a:tcTxStyle>
      <a:tcStyle>
        <a:tcBdr>
          <a:left>
            <a:ln w="12700" cap="flat">
              <a:solidFill>
                <a:srgbClr val="000066"/>
              </a:solidFill>
              <a:prstDash val="solid"/>
              <a:bevel/>
            </a:ln>
          </a:left>
          <a:right>
            <a:ln w="12700" cap="flat">
              <a:solidFill>
                <a:srgbClr val="000066"/>
              </a:solidFill>
              <a:prstDash val="solid"/>
              <a:bevel/>
            </a:ln>
          </a:right>
          <a:top>
            <a:ln w="12700" cap="flat">
              <a:solidFill>
                <a:srgbClr val="000066"/>
              </a:solidFill>
              <a:prstDash val="solid"/>
              <a:bevel/>
            </a:ln>
          </a:top>
          <a:bottom>
            <a:ln w="38100" cap="flat">
              <a:solidFill>
                <a:srgbClr val="000066"/>
              </a:solidFill>
              <a:prstDash val="solid"/>
              <a:bevel/>
            </a:ln>
          </a:bottom>
          <a:insideH>
            <a:ln w="12700" cap="flat">
              <a:solidFill>
                <a:srgbClr val="000066"/>
              </a:solidFill>
              <a:prstDash val="solid"/>
              <a:bevel/>
            </a:ln>
          </a:insideH>
          <a:insideV>
            <a:ln w="12700" cap="flat">
              <a:solidFill>
                <a:srgbClr val="000066"/>
              </a:solidFill>
              <a:prstDash val="solid"/>
              <a:bevel/>
            </a:ln>
          </a:insideV>
        </a:tcBdr>
        <a:fill>
          <a:solidFill>
            <a:srgbClr val="000066"/>
          </a:solidFill>
        </a:fill>
      </a:tcStyle>
    </a:firstRow>
  </a:tblStyle>
  <a:tblStyle styleId="{2708684C-4D16-4618-839F-0558EEFCDFE6}" styleName="">
    <a:tblBg/>
    <a:wholeTbl>
      <a:tcTxStyle b="on" i="on">
        <a:font>
          <a:latin typeface="Avenir Book"/>
          <a:ea typeface="Avenir Book"/>
          <a:cs typeface="Avenir Book"/>
        </a:font>
        <a:srgbClr val="000066"/>
      </a:tcTxStyle>
      <a:tcStyle>
        <a:tcBdr>
          <a:left>
            <a:ln w="12700" cap="flat">
              <a:solidFill>
                <a:srgbClr val="000066"/>
              </a:solidFill>
              <a:prstDash val="solid"/>
              <a:bevel/>
            </a:ln>
          </a:left>
          <a:right>
            <a:ln w="12700" cap="flat">
              <a:solidFill>
                <a:srgbClr val="000066"/>
              </a:solidFill>
              <a:prstDash val="solid"/>
              <a:bevel/>
            </a:ln>
          </a:right>
          <a:top>
            <a:ln w="12700" cap="flat">
              <a:solidFill>
                <a:srgbClr val="000066"/>
              </a:solidFill>
              <a:prstDash val="solid"/>
              <a:bevel/>
            </a:ln>
          </a:top>
          <a:bottom>
            <a:ln w="12700" cap="flat">
              <a:solidFill>
                <a:srgbClr val="000066"/>
              </a:solidFill>
              <a:prstDash val="solid"/>
              <a:bevel/>
            </a:ln>
          </a:bottom>
          <a:insideH>
            <a:ln w="12700" cap="flat">
              <a:solidFill>
                <a:srgbClr val="000066"/>
              </a:solidFill>
              <a:prstDash val="solid"/>
              <a:bevel/>
            </a:ln>
          </a:insideH>
          <a:insideV>
            <a:ln w="12700" cap="flat">
              <a:solidFill>
                <a:srgbClr val="000066"/>
              </a:solidFill>
              <a:prstDash val="solid"/>
              <a:bevel/>
            </a:ln>
          </a:insideV>
        </a:tcBdr>
        <a:fill>
          <a:solidFill>
            <a:srgbClr val="000066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Avenir Book"/>
          <a:ea typeface="Avenir Book"/>
          <a:cs typeface="Avenir Book"/>
        </a:font>
        <a:srgbClr val="000066"/>
      </a:tcTxStyle>
      <a:tcStyle>
        <a:tcBdr>
          <a:left>
            <a:ln w="12700" cap="flat">
              <a:solidFill>
                <a:srgbClr val="000066"/>
              </a:solidFill>
              <a:prstDash val="solid"/>
              <a:bevel/>
            </a:ln>
          </a:left>
          <a:right>
            <a:ln w="12700" cap="flat">
              <a:solidFill>
                <a:srgbClr val="000066"/>
              </a:solidFill>
              <a:prstDash val="solid"/>
              <a:bevel/>
            </a:ln>
          </a:right>
          <a:top>
            <a:ln w="12700" cap="flat">
              <a:solidFill>
                <a:srgbClr val="000066"/>
              </a:solidFill>
              <a:prstDash val="solid"/>
              <a:bevel/>
            </a:ln>
          </a:top>
          <a:bottom>
            <a:ln w="12700" cap="flat">
              <a:solidFill>
                <a:srgbClr val="000066"/>
              </a:solidFill>
              <a:prstDash val="solid"/>
              <a:bevel/>
            </a:ln>
          </a:bottom>
          <a:insideH>
            <a:ln w="12700" cap="flat">
              <a:solidFill>
                <a:srgbClr val="000066"/>
              </a:solidFill>
              <a:prstDash val="solid"/>
              <a:bevel/>
            </a:ln>
          </a:insideH>
          <a:insideV>
            <a:ln w="12700" cap="flat">
              <a:solidFill>
                <a:srgbClr val="000066"/>
              </a:solidFill>
              <a:prstDash val="solid"/>
              <a:bevel/>
            </a:ln>
          </a:insideV>
        </a:tcBdr>
        <a:fill>
          <a:solidFill>
            <a:srgbClr val="000066">
              <a:alpha val="20000"/>
            </a:srgbClr>
          </a:solidFill>
        </a:fill>
      </a:tcStyle>
    </a:firstCol>
    <a:lastRow>
      <a:tcTxStyle b="on" i="on">
        <a:font>
          <a:latin typeface="Avenir Book"/>
          <a:ea typeface="Avenir Book"/>
          <a:cs typeface="Avenir Book"/>
        </a:font>
        <a:srgbClr val="000066"/>
      </a:tcTxStyle>
      <a:tcStyle>
        <a:tcBdr>
          <a:left>
            <a:ln w="12700" cap="flat">
              <a:solidFill>
                <a:srgbClr val="000066"/>
              </a:solidFill>
              <a:prstDash val="solid"/>
              <a:bevel/>
            </a:ln>
          </a:left>
          <a:right>
            <a:ln w="12700" cap="flat">
              <a:solidFill>
                <a:srgbClr val="000066"/>
              </a:solidFill>
              <a:prstDash val="solid"/>
              <a:bevel/>
            </a:ln>
          </a:right>
          <a:top>
            <a:ln w="50800" cap="flat">
              <a:solidFill>
                <a:srgbClr val="000066"/>
              </a:solidFill>
              <a:prstDash val="solid"/>
              <a:bevel/>
            </a:ln>
          </a:top>
          <a:bottom>
            <a:ln w="12700" cap="flat">
              <a:solidFill>
                <a:srgbClr val="000066"/>
              </a:solidFill>
              <a:prstDash val="solid"/>
              <a:bevel/>
            </a:ln>
          </a:bottom>
          <a:insideH>
            <a:ln w="12700" cap="flat">
              <a:solidFill>
                <a:srgbClr val="000066"/>
              </a:solidFill>
              <a:prstDash val="solid"/>
              <a:bevel/>
            </a:ln>
          </a:insideH>
          <a:insideV>
            <a:ln w="12700" cap="flat">
              <a:solidFill>
                <a:srgbClr val="000066"/>
              </a:solidFill>
              <a:prstDash val="solid"/>
              <a:bevel/>
            </a:ln>
          </a:insideV>
        </a:tcBdr>
        <a:fill>
          <a:noFill/>
        </a:fill>
      </a:tcStyle>
    </a:lastRow>
    <a:firstRow>
      <a:tcTxStyle b="on" i="on">
        <a:font>
          <a:latin typeface="Avenir Book"/>
          <a:ea typeface="Avenir Book"/>
          <a:cs typeface="Avenir Book"/>
        </a:font>
        <a:srgbClr val="000066"/>
      </a:tcTxStyle>
      <a:tcStyle>
        <a:tcBdr>
          <a:left>
            <a:ln w="12700" cap="flat">
              <a:solidFill>
                <a:srgbClr val="000066"/>
              </a:solidFill>
              <a:prstDash val="solid"/>
              <a:bevel/>
            </a:ln>
          </a:left>
          <a:right>
            <a:ln w="12700" cap="flat">
              <a:solidFill>
                <a:srgbClr val="000066"/>
              </a:solidFill>
              <a:prstDash val="solid"/>
              <a:bevel/>
            </a:ln>
          </a:right>
          <a:top>
            <a:ln w="12700" cap="flat">
              <a:solidFill>
                <a:srgbClr val="000066"/>
              </a:solidFill>
              <a:prstDash val="solid"/>
              <a:bevel/>
            </a:ln>
          </a:top>
          <a:bottom>
            <a:ln w="25400" cap="flat">
              <a:solidFill>
                <a:srgbClr val="000066"/>
              </a:solidFill>
              <a:prstDash val="solid"/>
              <a:bevel/>
            </a:ln>
          </a:bottom>
          <a:insideH>
            <a:ln w="12700" cap="flat">
              <a:solidFill>
                <a:srgbClr val="000066"/>
              </a:solidFill>
              <a:prstDash val="solid"/>
              <a:bevel/>
            </a:ln>
          </a:insideH>
          <a:insideV>
            <a:ln w="12700" cap="flat">
              <a:solidFill>
                <a:srgbClr val="000066"/>
              </a:solidFill>
              <a:prstDash val="solid"/>
              <a:bevel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5"/>
  </p:normalViewPr>
  <p:slideViewPr>
    <p:cSldViewPr snapToGrid="0" snapToObjects="1">
      <p:cViewPr varScale="1">
        <p:scale>
          <a:sx n="106" d="100"/>
          <a:sy n="106" d="100"/>
        </p:scale>
        <p:origin x="18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46" name="Shape 4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1pPr>
    <a:lvl2pPr indent="2286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2pPr>
    <a:lvl3pPr indent="4572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3pPr>
    <a:lvl4pPr indent="6858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4pPr>
    <a:lvl5pPr indent="9144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5pPr>
    <a:lvl6pPr indent="11430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6pPr>
    <a:lvl7pPr indent="13716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7pPr>
    <a:lvl8pPr indent="16002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8pPr>
    <a:lvl9pPr indent="18288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/>
          <p:nvPr/>
        </p:nvSpPr>
        <p:spPr>
          <a:xfrm>
            <a:off x="2895599" y="4303712"/>
            <a:ext cx="3276603" cy="3"/>
          </a:xfrm>
          <a:prstGeom prst="line">
            <a:avLst/>
          </a:prstGeom>
          <a:ln w="38100">
            <a:solidFill>
              <a:srgbClr val="336699"/>
            </a:solidFill>
            <a:round/>
          </a:ln>
        </p:spPr>
        <p:txBody>
          <a:bodyPr lIns="0" tIns="0" rIns="0" bIns="0"/>
          <a:lstStyle/>
          <a:p>
            <a:pPr lvl="0" defTabSz="457200">
              <a:defRPr sz="120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26" name="Shape 26"/>
          <p:cNvSpPr/>
          <p:nvPr/>
        </p:nvSpPr>
        <p:spPr>
          <a:xfrm>
            <a:off x="0" y="1066800"/>
            <a:ext cx="8686800" cy="533400"/>
          </a:xfrm>
          <a:prstGeom prst="rect">
            <a:avLst/>
          </a:prstGeom>
          <a:ln w="57150">
            <a:solidFill>
              <a:srgbClr val="336699"/>
            </a:solidFill>
            <a:round/>
          </a:ln>
        </p:spPr>
        <p:txBody>
          <a:bodyPr lIns="0" tIns="0" rIns="0" bIns="0" anchor="ctr"/>
          <a:lstStyle/>
          <a:p>
            <a:pPr lvl="0" algn="ctr" defTabSz="457200">
              <a:defRPr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grpSp>
        <p:nvGrpSpPr>
          <p:cNvPr id="33" name="Group 33"/>
          <p:cNvGrpSpPr/>
          <p:nvPr/>
        </p:nvGrpSpPr>
        <p:grpSpPr>
          <a:xfrm>
            <a:off x="533398" y="-3"/>
            <a:ext cx="3276604" cy="2133605"/>
            <a:chOff x="0" y="-1"/>
            <a:chExt cx="3276603" cy="2133603"/>
          </a:xfrm>
        </p:grpSpPr>
        <p:sp>
          <p:nvSpPr>
            <p:cNvPr id="27" name="Shape 27"/>
            <p:cNvSpPr/>
            <p:nvPr/>
          </p:nvSpPr>
          <p:spPr>
            <a:xfrm>
              <a:off x="1066799" y="1066800"/>
              <a:ext cx="533402" cy="533402"/>
            </a:xfrm>
            <a:prstGeom prst="rect">
              <a:avLst/>
            </a:prstGeom>
            <a:noFill/>
            <a:ln w="57150" cap="flat">
              <a:solidFill>
                <a:srgbClr val="33669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defTabSz="457200">
                <a:defRPr sz="1800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8" name="Shape 28"/>
            <p:cNvSpPr/>
            <p:nvPr/>
          </p:nvSpPr>
          <p:spPr>
            <a:xfrm>
              <a:off x="1600200" y="1600201"/>
              <a:ext cx="533402" cy="533402"/>
            </a:xfrm>
            <a:prstGeom prst="rect">
              <a:avLst/>
            </a:prstGeom>
            <a:noFill/>
            <a:ln w="57150" cap="flat">
              <a:solidFill>
                <a:srgbClr val="33669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defTabSz="457200">
                <a:defRPr sz="1800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9" name="Shape 29"/>
            <p:cNvSpPr/>
            <p:nvPr/>
          </p:nvSpPr>
          <p:spPr>
            <a:xfrm>
              <a:off x="2209801" y="533399"/>
              <a:ext cx="533402" cy="533402"/>
            </a:xfrm>
            <a:prstGeom prst="rect">
              <a:avLst/>
            </a:prstGeom>
            <a:noFill/>
            <a:ln w="57150" cap="flat">
              <a:solidFill>
                <a:srgbClr val="33669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defTabSz="457200">
                <a:defRPr sz="1800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0" name="Shape 30"/>
            <p:cNvSpPr/>
            <p:nvPr/>
          </p:nvSpPr>
          <p:spPr>
            <a:xfrm>
              <a:off x="2743201" y="1066800"/>
              <a:ext cx="533402" cy="533402"/>
            </a:xfrm>
            <a:prstGeom prst="rect">
              <a:avLst/>
            </a:prstGeom>
            <a:noFill/>
            <a:ln w="57150" cap="flat">
              <a:solidFill>
                <a:srgbClr val="33669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defTabSz="457200">
                <a:defRPr sz="1800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1" name="Shape 31"/>
            <p:cNvSpPr/>
            <p:nvPr/>
          </p:nvSpPr>
          <p:spPr>
            <a:xfrm>
              <a:off x="533399" y="533399"/>
              <a:ext cx="533402" cy="533402"/>
            </a:xfrm>
            <a:prstGeom prst="rect">
              <a:avLst/>
            </a:prstGeom>
            <a:noFill/>
            <a:ln w="57150" cap="flat">
              <a:solidFill>
                <a:srgbClr val="33669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defTabSz="457200">
                <a:defRPr sz="1800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2" name="Shape 32"/>
            <p:cNvSpPr/>
            <p:nvPr/>
          </p:nvSpPr>
          <p:spPr>
            <a:xfrm>
              <a:off x="-1" y="-2"/>
              <a:ext cx="533402" cy="533402"/>
            </a:xfrm>
            <a:prstGeom prst="rect">
              <a:avLst/>
            </a:prstGeom>
            <a:noFill/>
            <a:ln w="57150" cap="flat">
              <a:solidFill>
                <a:srgbClr val="33669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defTabSz="457200">
                <a:defRPr sz="1800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33398" y="-3"/>
            <a:ext cx="3276604" cy="2133605"/>
            <a:chOff x="0" y="-1"/>
            <a:chExt cx="3276603" cy="2133603"/>
          </a:xfrm>
        </p:grpSpPr>
        <p:sp>
          <p:nvSpPr>
            <p:cNvPr id="34" name="Shape 34"/>
            <p:cNvSpPr/>
            <p:nvPr/>
          </p:nvSpPr>
          <p:spPr>
            <a:xfrm>
              <a:off x="1066799" y="1066800"/>
              <a:ext cx="533402" cy="533402"/>
            </a:xfrm>
            <a:prstGeom prst="rect">
              <a:avLst/>
            </a:prstGeom>
            <a:solidFill>
              <a:srgbClr val="0099CC"/>
            </a:solidFill>
            <a:ln w="57150" cap="flat">
              <a:solidFill>
                <a:srgbClr val="33669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defTabSz="457200">
                <a:defRPr sz="1800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5" name="Shape 35"/>
            <p:cNvSpPr/>
            <p:nvPr/>
          </p:nvSpPr>
          <p:spPr>
            <a:xfrm>
              <a:off x="1600200" y="1600201"/>
              <a:ext cx="533402" cy="533402"/>
            </a:xfrm>
            <a:prstGeom prst="rect">
              <a:avLst/>
            </a:prstGeom>
            <a:solidFill>
              <a:srgbClr val="00CC99"/>
            </a:solidFill>
            <a:ln w="57150" cap="flat">
              <a:solidFill>
                <a:srgbClr val="33669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defTabSz="457200">
                <a:defRPr sz="1800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6" name="Shape 36"/>
            <p:cNvSpPr/>
            <p:nvPr/>
          </p:nvSpPr>
          <p:spPr>
            <a:xfrm>
              <a:off x="2209801" y="533399"/>
              <a:ext cx="533402" cy="533402"/>
            </a:xfrm>
            <a:prstGeom prst="rect">
              <a:avLst/>
            </a:prstGeom>
            <a:solidFill>
              <a:srgbClr val="00CC99"/>
            </a:solidFill>
            <a:ln w="57150" cap="flat">
              <a:solidFill>
                <a:srgbClr val="33669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defTabSz="457200">
                <a:defRPr sz="1800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7" name="Shape 37"/>
            <p:cNvSpPr/>
            <p:nvPr/>
          </p:nvSpPr>
          <p:spPr>
            <a:xfrm>
              <a:off x="2743201" y="1066800"/>
              <a:ext cx="533402" cy="533402"/>
            </a:xfrm>
            <a:prstGeom prst="rect">
              <a:avLst/>
            </a:prstGeom>
            <a:solidFill>
              <a:srgbClr val="009999"/>
            </a:solidFill>
            <a:ln w="57150" cap="flat">
              <a:solidFill>
                <a:srgbClr val="33669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defTabSz="457200">
                <a:defRPr sz="1800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8" name="Shape 38"/>
            <p:cNvSpPr/>
            <p:nvPr/>
          </p:nvSpPr>
          <p:spPr>
            <a:xfrm>
              <a:off x="533399" y="533399"/>
              <a:ext cx="533402" cy="533402"/>
            </a:xfrm>
            <a:prstGeom prst="rect">
              <a:avLst/>
            </a:prstGeom>
            <a:solidFill>
              <a:srgbClr val="339966"/>
            </a:solidFill>
            <a:ln w="57150" cap="flat">
              <a:solidFill>
                <a:srgbClr val="33669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defTabSz="457200">
                <a:defRPr sz="1800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9" name="Shape 39"/>
            <p:cNvSpPr/>
            <p:nvPr/>
          </p:nvSpPr>
          <p:spPr>
            <a:xfrm>
              <a:off x="-1" y="-2"/>
              <a:ext cx="533402" cy="533402"/>
            </a:xfrm>
            <a:prstGeom prst="rect">
              <a:avLst/>
            </a:prstGeom>
            <a:solidFill>
              <a:srgbClr val="009999"/>
            </a:solidFill>
            <a:ln w="57150" cap="flat">
              <a:solidFill>
                <a:srgbClr val="33669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defTabSz="457200">
                <a:defRPr sz="1800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sp>
        <p:nvSpPr>
          <p:cNvPr id="41" name="Shape 41"/>
          <p:cNvSpPr/>
          <p:nvPr/>
        </p:nvSpPr>
        <p:spPr>
          <a:xfrm>
            <a:off x="4114800" y="4191000"/>
            <a:ext cx="211138" cy="211138"/>
          </a:xfrm>
          <a:prstGeom prst="rect">
            <a:avLst/>
          </a:prstGeom>
          <a:solidFill>
            <a:srgbClr val="0099CC"/>
          </a:solidFill>
          <a:ln w="28575">
            <a:solidFill>
              <a:srgbClr val="336699"/>
            </a:solidFill>
            <a:round/>
          </a:ln>
        </p:spPr>
        <p:txBody>
          <a:bodyPr lIns="0" tIns="0" rIns="0" bIns="0" anchor="ctr"/>
          <a:lstStyle/>
          <a:p>
            <a:pPr lvl="0" algn="ctr" defTabSz="457200">
              <a:defRPr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42" name="Shape 42"/>
          <p:cNvSpPr/>
          <p:nvPr/>
        </p:nvSpPr>
        <p:spPr>
          <a:xfrm>
            <a:off x="4419600" y="4191000"/>
            <a:ext cx="211138" cy="211138"/>
          </a:xfrm>
          <a:prstGeom prst="rect">
            <a:avLst/>
          </a:prstGeom>
          <a:solidFill>
            <a:srgbClr val="009999"/>
          </a:solidFill>
          <a:ln w="28575">
            <a:solidFill>
              <a:srgbClr val="336699"/>
            </a:solidFill>
            <a:round/>
          </a:ln>
        </p:spPr>
        <p:txBody>
          <a:bodyPr lIns="0" tIns="0" rIns="0" bIns="0" anchor="ctr"/>
          <a:lstStyle/>
          <a:p>
            <a:pPr lvl="0" algn="ctr" defTabSz="457200">
              <a:defRPr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43" name="Shape 43"/>
          <p:cNvSpPr/>
          <p:nvPr/>
        </p:nvSpPr>
        <p:spPr>
          <a:xfrm>
            <a:off x="4724400" y="4191000"/>
            <a:ext cx="211138" cy="211138"/>
          </a:xfrm>
          <a:prstGeom prst="rect">
            <a:avLst/>
          </a:prstGeom>
          <a:solidFill>
            <a:srgbClr val="00CC99"/>
          </a:solidFill>
          <a:ln w="28575">
            <a:solidFill>
              <a:srgbClr val="336699"/>
            </a:solidFill>
            <a:round/>
          </a:ln>
        </p:spPr>
        <p:txBody>
          <a:bodyPr lIns="0" tIns="0" rIns="0" bIns="0" anchor="ctr"/>
          <a:lstStyle/>
          <a:p>
            <a:pPr lvl="0" algn="ctr" defTabSz="457200">
              <a:defRPr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44" name="Shape 4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2286000"/>
            <a:ext cx="533400" cy="533400"/>
          </a:xfrm>
          <a:prstGeom prst="rect">
            <a:avLst/>
          </a:prstGeom>
          <a:ln w="57150">
            <a:solidFill>
              <a:srgbClr val="336699"/>
            </a:solidFill>
            <a:round/>
          </a:ln>
        </p:spPr>
        <p:txBody>
          <a:bodyPr lIns="0" tIns="0" rIns="0" bIns="0" anchor="ctr"/>
          <a:lstStyle/>
          <a:p>
            <a:pPr lvl="0" algn="ctr" defTabSz="457200">
              <a:defRPr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3" name="Shape 3"/>
          <p:cNvSpPr/>
          <p:nvPr/>
        </p:nvSpPr>
        <p:spPr>
          <a:xfrm>
            <a:off x="533400" y="2819400"/>
            <a:ext cx="533400" cy="533400"/>
          </a:xfrm>
          <a:prstGeom prst="rect">
            <a:avLst/>
          </a:prstGeom>
          <a:ln w="57150">
            <a:solidFill>
              <a:srgbClr val="336699"/>
            </a:solidFill>
            <a:round/>
          </a:ln>
        </p:spPr>
        <p:txBody>
          <a:bodyPr lIns="0" tIns="0" rIns="0" bIns="0" anchor="ctr"/>
          <a:lstStyle/>
          <a:p>
            <a:pPr lvl="0" algn="ctr" defTabSz="457200">
              <a:defRPr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4" name="Shape 4"/>
          <p:cNvSpPr/>
          <p:nvPr/>
        </p:nvSpPr>
        <p:spPr>
          <a:xfrm>
            <a:off x="1981200" y="533400"/>
            <a:ext cx="381000" cy="381000"/>
          </a:xfrm>
          <a:prstGeom prst="rect">
            <a:avLst/>
          </a:prstGeom>
          <a:ln w="57150">
            <a:solidFill>
              <a:srgbClr val="336699"/>
            </a:solidFill>
            <a:round/>
          </a:ln>
        </p:spPr>
        <p:txBody>
          <a:bodyPr lIns="0" tIns="0" rIns="0" bIns="0" anchor="ctr"/>
          <a:lstStyle/>
          <a:p>
            <a:pPr lvl="0" algn="ctr" defTabSz="457200">
              <a:defRPr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5" name="Shape 5"/>
          <p:cNvSpPr/>
          <p:nvPr/>
        </p:nvSpPr>
        <p:spPr>
          <a:xfrm>
            <a:off x="762000" y="1066800"/>
            <a:ext cx="381000" cy="381000"/>
          </a:xfrm>
          <a:prstGeom prst="rect">
            <a:avLst/>
          </a:prstGeom>
          <a:ln w="57150">
            <a:solidFill>
              <a:srgbClr val="336699"/>
            </a:solidFill>
            <a:round/>
          </a:ln>
        </p:spPr>
        <p:txBody>
          <a:bodyPr lIns="0" tIns="0" rIns="0" bIns="0" anchor="ctr"/>
          <a:lstStyle/>
          <a:p>
            <a:pPr lvl="0" algn="ctr" defTabSz="457200">
              <a:defRPr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6" name="Shape 6"/>
          <p:cNvSpPr/>
          <p:nvPr/>
        </p:nvSpPr>
        <p:spPr>
          <a:xfrm>
            <a:off x="1143000" y="685800"/>
            <a:ext cx="381000" cy="381000"/>
          </a:xfrm>
          <a:prstGeom prst="rect">
            <a:avLst/>
          </a:prstGeom>
          <a:ln w="57150">
            <a:solidFill>
              <a:srgbClr val="336699"/>
            </a:solidFill>
            <a:round/>
          </a:ln>
        </p:spPr>
        <p:txBody>
          <a:bodyPr lIns="0" tIns="0" rIns="0" bIns="0" anchor="ctr"/>
          <a:lstStyle/>
          <a:p>
            <a:pPr lvl="0" algn="ctr" defTabSz="457200">
              <a:defRPr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7" name="Shape 7"/>
          <p:cNvSpPr/>
          <p:nvPr/>
        </p:nvSpPr>
        <p:spPr>
          <a:xfrm>
            <a:off x="2362200" y="152400"/>
            <a:ext cx="381000" cy="381000"/>
          </a:xfrm>
          <a:prstGeom prst="rect">
            <a:avLst/>
          </a:prstGeom>
          <a:ln w="57150">
            <a:solidFill>
              <a:srgbClr val="336699"/>
            </a:solidFill>
            <a:round/>
          </a:ln>
        </p:spPr>
        <p:txBody>
          <a:bodyPr lIns="0" tIns="0" rIns="0" bIns="0" anchor="ctr"/>
          <a:lstStyle/>
          <a:p>
            <a:pPr lvl="0" algn="ctr" defTabSz="457200">
              <a:defRPr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8" name="Shape 8"/>
          <p:cNvSpPr/>
          <p:nvPr/>
        </p:nvSpPr>
        <p:spPr>
          <a:xfrm>
            <a:off x="0" y="755650"/>
            <a:ext cx="5867400" cy="76200"/>
          </a:xfrm>
          <a:prstGeom prst="rect">
            <a:avLst/>
          </a:prstGeom>
          <a:ln w="57150">
            <a:solidFill>
              <a:srgbClr val="336699"/>
            </a:solidFill>
            <a:round/>
          </a:ln>
        </p:spPr>
        <p:txBody>
          <a:bodyPr lIns="0" tIns="0" rIns="0" bIns="0" anchor="ctr"/>
          <a:lstStyle/>
          <a:p>
            <a:pPr lvl="0" algn="ctr" defTabSz="457200">
              <a:defRPr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9" name="Shape 9"/>
          <p:cNvSpPr/>
          <p:nvPr/>
        </p:nvSpPr>
        <p:spPr>
          <a:xfrm>
            <a:off x="5715000" y="609600"/>
            <a:ext cx="304800" cy="304800"/>
          </a:xfrm>
          <a:prstGeom prst="rect">
            <a:avLst/>
          </a:prstGeom>
          <a:solidFill>
            <a:srgbClr val="0099CC"/>
          </a:solidFill>
          <a:ln w="57150">
            <a:solidFill>
              <a:srgbClr val="336699"/>
            </a:solidFill>
            <a:round/>
          </a:ln>
        </p:spPr>
        <p:txBody>
          <a:bodyPr lIns="0" tIns="0" rIns="0" bIns="0" anchor="ctr"/>
          <a:lstStyle/>
          <a:p>
            <a:pPr lvl="0" algn="ctr" defTabSz="457200">
              <a:defRPr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10" name="Shape 10"/>
          <p:cNvSpPr/>
          <p:nvPr/>
        </p:nvSpPr>
        <p:spPr>
          <a:xfrm>
            <a:off x="5562600" y="457200"/>
            <a:ext cx="304800" cy="304800"/>
          </a:xfrm>
          <a:prstGeom prst="rect">
            <a:avLst/>
          </a:prstGeom>
          <a:solidFill>
            <a:srgbClr val="00CC99"/>
          </a:solidFill>
          <a:ln w="57150">
            <a:solidFill>
              <a:srgbClr val="336699"/>
            </a:solidFill>
            <a:round/>
          </a:ln>
        </p:spPr>
        <p:txBody>
          <a:bodyPr lIns="0" tIns="0" rIns="0" bIns="0" anchor="ctr"/>
          <a:lstStyle/>
          <a:p>
            <a:pPr lvl="0" algn="ctr" defTabSz="457200">
              <a:defRPr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11" name="Shape 11"/>
          <p:cNvSpPr/>
          <p:nvPr/>
        </p:nvSpPr>
        <p:spPr>
          <a:xfrm>
            <a:off x="8458200" y="3962400"/>
            <a:ext cx="381000" cy="381000"/>
          </a:xfrm>
          <a:prstGeom prst="rect">
            <a:avLst/>
          </a:prstGeom>
          <a:solidFill>
            <a:srgbClr val="0099CC"/>
          </a:solidFill>
          <a:ln w="57150">
            <a:solidFill>
              <a:srgbClr val="336699"/>
            </a:solidFill>
            <a:round/>
          </a:ln>
        </p:spPr>
        <p:txBody>
          <a:bodyPr lIns="0" tIns="0" rIns="0" bIns="0" anchor="ctr"/>
          <a:lstStyle/>
          <a:p>
            <a:pPr lvl="0" algn="ctr" defTabSz="457200">
              <a:defRPr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12" name="Shape 12"/>
          <p:cNvSpPr/>
          <p:nvPr/>
        </p:nvSpPr>
        <p:spPr>
          <a:xfrm>
            <a:off x="8686800" y="3657600"/>
            <a:ext cx="381000" cy="381000"/>
          </a:xfrm>
          <a:prstGeom prst="rect">
            <a:avLst/>
          </a:prstGeom>
          <a:solidFill>
            <a:srgbClr val="009999"/>
          </a:solidFill>
          <a:ln w="57150">
            <a:solidFill>
              <a:srgbClr val="336699"/>
            </a:solidFill>
            <a:round/>
          </a:ln>
        </p:spPr>
        <p:txBody>
          <a:bodyPr lIns="0" tIns="0" rIns="0" bIns="0" anchor="ctr"/>
          <a:lstStyle/>
          <a:p>
            <a:pPr lvl="0" algn="ctr" defTabSz="457200">
              <a:defRPr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grpSp>
        <p:nvGrpSpPr>
          <p:cNvPr id="15" name="Group 15"/>
          <p:cNvGrpSpPr/>
          <p:nvPr/>
        </p:nvGrpSpPr>
        <p:grpSpPr>
          <a:xfrm>
            <a:off x="-2" y="2285998"/>
            <a:ext cx="1066805" cy="1066805"/>
            <a:chOff x="0" y="0"/>
            <a:chExt cx="1066803" cy="1066803"/>
          </a:xfrm>
        </p:grpSpPr>
        <p:sp>
          <p:nvSpPr>
            <p:cNvPr id="13" name="Shape 13"/>
            <p:cNvSpPr/>
            <p:nvPr/>
          </p:nvSpPr>
          <p:spPr>
            <a:xfrm>
              <a:off x="-1" y="-1"/>
              <a:ext cx="533403" cy="533403"/>
            </a:xfrm>
            <a:prstGeom prst="rect">
              <a:avLst/>
            </a:prstGeom>
            <a:solidFill>
              <a:srgbClr val="00CC99"/>
            </a:solidFill>
            <a:ln w="57150" cap="flat">
              <a:solidFill>
                <a:srgbClr val="33669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defTabSz="457200">
                <a:defRPr sz="1800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4" name="Shape 14"/>
            <p:cNvSpPr/>
            <p:nvPr/>
          </p:nvSpPr>
          <p:spPr>
            <a:xfrm>
              <a:off x="533401" y="533401"/>
              <a:ext cx="533403" cy="533403"/>
            </a:xfrm>
            <a:prstGeom prst="rect">
              <a:avLst/>
            </a:prstGeom>
            <a:solidFill>
              <a:srgbClr val="009999"/>
            </a:solidFill>
            <a:ln w="57150" cap="flat">
              <a:solidFill>
                <a:srgbClr val="33669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defTabSz="457200">
                <a:defRPr sz="1800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1998" y="152397"/>
            <a:ext cx="1981204" cy="1295405"/>
            <a:chOff x="0" y="-1"/>
            <a:chExt cx="1981203" cy="1295403"/>
          </a:xfrm>
        </p:grpSpPr>
        <p:sp>
          <p:nvSpPr>
            <p:cNvPr id="16" name="Shape 16"/>
            <p:cNvSpPr/>
            <p:nvPr/>
          </p:nvSpPr>
          <p:spPr>
            <a:xfrm>
              <a:off x="1219201" y="380999"/>
              <a:ext cx="381002" cy="381002"/>
            </a:xfrm>
            <a:prstGeom prst="rect">
              <a:avLst/>
            </a:prstGeom>
            <a:solidFill>
              <a:srgbClr val="0099CC"/>
            </a:solidFill>
            <a:ln w="57150" cap="flat">
              <a:solidFill>
                <a:srgbClr val="33669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defTabSz="457200">
                <a:defRPr sz="1800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7" name="Shape 17"/>
            <p:cNvSpPr/>
            <p:nvPr/>
          </p:nvSpPr>
          <p:spPr>
            <a:xfrm>
              <a:off x="-1" y="914401"/>
              <a:ext cx="381002" cy="381002"/>
            </a:xfrm>
            <a:prstGeom prst="rect">
              <a:avLst/>
            </a:prstGeom>
            <a:solidFill>
              <a:srgbClr val="0099CC"/>
            </a:solidFill>
            <a:ln w="57150" cap="flat">
              <a:solidFill>
                <a:srgbClr val="33669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defTabSz="457200">
                <a:defRPr sz="1800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8" name="Shape 18"/>
            <p:cNvSpPr/>
            <p:nvPr/>
          </p:nvSpPr>
          <p:spPr>
            <a:xfrm>
              <a:off x="380999" y="533400"/>
              <a:ext cx="381002" cy="381002"/>
            </a:xfrm>
            <a:prstGeom prst="rect">
              <a:avLst/>
            </a:prstGeom>
            <a:solidFill>
              <a:srgbClr val="339966"/>
            </a:solidFill>
            <a:ln w="57150" cap="flat">
              <a:solidFill>
                <a:srgbClr val="33669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defTabSz="457200">
                <a:defRPr sz="1800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9" name="Shape 19"/>
            <p:cNvSpPr/>
            <p:nvPr/>
          </p:nvSpPr>
          <p:spPr>
            <a:xfrm>
              <a:off x="1600201" y="-2"/>
              <a:ext cx="381002" cy="381003"/>
            </a:xfrm>
            <a:prstGeom prst="rect">
              <a:avLst/>
            </a:prstGeom>
            <a:solidFill>
              <a:srgbClr val="009999"/>
            </a:solidFill>
            <a:ln w="57150" cap="flat">
              <a:solidFill>
                <a:srgbClr val="33669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defTabSz="457200">
                <a:defRPr sz="1800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sp>
        <p:nvSpPr>
          <p:cNvPr id="21" name="Shape 21"/>
          <p:cNvSpPr>
            <a:spLocks noGrp="1"/>
          </p:cNvSpPr>
          <p:nvPr>
            <p:ph type="sldNum" sz="quarter" idx="2"/>
          </p:nvPr>
        </p:nvSpPr>
        <p:spPr>
          <a:xfrm>
            <a:off x="5994517" y="6466204"/>
            <a:ext cx="355359" cy="326387"/>
          </a:xfrm>
          <a:prstGeom prst="rect">
            <a:avLst/>
          </a:prstGeom>
          <a:solidFill>
            <a:srgbClr val="00CC99"/>
          </a:solidFill>
          <a:ln w="57150">
            <a:solidFill>
              <a:srgbClr val="336699"/>
            </a:solidFill>
            <a:round/>
          </a:ln>
        </p:spPr>
        <p:txBody>
          <a:bodyPr wrap="none" lIns="45718" tIns="45718" rIns="45718" bIns="45718" anchor="ctr">
            <a:spAutoFit/>
          </a:bodyPr>
          <a:lstStyle>
            <a:lvl1pPr algn="ctr" defTabSz="457200">
              <a:defRPr sz="1200">
                <a:latin typeface="Tahoma Negreta"/>
                <a:ea typeface="Tahoma Negreta"/>
                <a:cs typeface="Tahoma Negreta"/>
                <a:sym typeface="Tahoma Negreta"/>
              </a:defRPr>
            </a:lvl1pPr>
          </a:lstStyle>
          <a:p>
            <a:pPr lvl="0"/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>
        <a:defRPr sz="4000">
          <a:solidFill>
            <a:srgbClr val="FFFFFF"/>
          </a:solidFill>
          <a:latin typeface="Tahoma"/>
          <a:ea typeface="Tahoma"/>
          <a:cs typeface="Tahoma"/>
          <a:sym typeface="Tahoma"/>
        </a:defRPr>
      </a:lvl1pPr>
      <a:lvl2pPr>
        <a:defRPr sz="4000">
          <a:solidFill>
            <a:srgbClr val="FFFFFF"/>
          </a:solidFill>
          <a:latin typeface="Tahoma"/>
          <a:ea typeface="Tahoma"/>
          <a:cs typeface="Tahoma"/>
          <a:sym typeface="Tahoma"/>
        </a:defRPr>
      </a:lvl2pPr>
      <a:lvl3pPr>
        <a:defRPr sz="4000">
          <a:solidFill>
            <a:srgbClr val="FFFFFF"/>
          </a:solidFill>
          <a:latin typeface="Tahoma"/>
          <a:ea typeface="Tahoma"/>
          <a:cs typeface="Tahoma"/>
          <a:sym typeface="Tahoma"/>
        </a:defRPr>
      </a:lvl3pPr>
      <a:lvl4pPr>
        <a:defRPr sz="4000">
          <a:solidFill>
            <a:srgbClr val="FFFFFF"/>
          </a:solidFill>
          <a:latin typeface="Tahoma"/>
          <a:ea typeface="Tahoma"/>
          <a:cs typeface="Tahoma"/>
          <a:sym typeface="Tahoma"/>
        </a:defRPr>
      </a:lvl4pPr>
      <a:lvl5pPr>
        <a:defRPr sz="4000">
          <a:solidFill>
            <a:srgbClr val="FFFFFF"/>
          </a:solidFill>
          <a:latin typeface="Tahoma"/>
          <a:ea typeface="Tahoma"/>
          <a:cs typeface="Tahoma"/>
          <a:sym typeface="Tahoma"/>
        </a:defRPr>
      </a:lvl5pPr>
      <a:lvl6pPr>
        <a:defRPr sz="4000">
          <a:solidFill>
            <a:srgbClr val="FFFFFF"/>
          </a:solidFill>
          <a:latin typeface="Tahoma"/>
          <a:ea typeface="Tahoma"/>
          <a:cs typeface="Tahoma"/>
          <a:sym typeface="Tahoma"/>
        </a:defRPr>
      </a:lvl6pPr>
      <a:lvl7pPr>
        <a:defRPr sz="4000">
          <a:solidFill>
            <a:srgbClr val="FFFFFF"/>
          </a:solidFill>
          <a:latin typeface="Tahoma"/>
          <a:ea typeface="Tahoma"/>
          <a:cs typeface="Tahoma"/>
          <a:sym typeface="Tahoma"/>
        </a:defRPr>
      </a:lvl7pPr>
      <a:lvl8pPr>
        <a:defRPr sz="4000">
          <a:solidFill>
            <a:srgbClr val="FFFFFF"/>
          </a:solidFill>
          <a:latin typeface="Tahoma"/>
          <a:ea typeface="Tahoma"/>
          <a:cs typeface="Tahoma"/>
          <a:sym typeface="Tahoma"/>
        </a:defRPr>
      </a:lvl8pPr>
      <a:lvl9pPr>
        <a:defRPr sz="4000">
          <a:solidFill>
            <a:srgbClr val="FFFFFF"/>
          </a:solidFill>
          <a:latin typeface="Tahoma"/>
          <a:ea typeface="Tahoma"/>
          <a:cs typeface="Tahoma"/>
          <a:sym typeface="Tahoma"/>
        </a:defRPr>
      </a:lvl9pPr>
    </p:titleStyle>
    <p:bodyStyle>
      <a:lvl1pPr marL="342900" indent="-342900">
        <a:spcBef>
          <a:spcPts val="600"/>
        </a:spcBef>
        <a:buClr>
          <a:srgbClr val="0099CC"/>
        </a:buClr>
        <a:buSzPct val="75000"/>
        <a:buFont typeface="Wingdings"/>
        <a:buChar char="■"/>
        <a:defRPr sz="2800">
          <a:solidFill>
            <a:srgbClr val="FFFFFF"/>
          </a:solidFill>
          <a:latin typeface="Tahoma"/>
          <a:ea typeface="Tahoma"/>
          <a:cs typeface="Tahoma"/>
          <a:sym typeface="Tahoma"/>
        </a:defRPr>
      </a:lvl1pPr>
      <a:lvl2pPr marL="790575" indent="-333375">
        <a:spcBef>
          <a:spcPts val="600"/>
        </a:spcBef>
        <a:buClr>
          <a:srgbClr val="0099CC"/>
        </a:buClr>
        <a:buSzPct val="75000"/>
        <a:buFont typeface="Wingdings"/>
        <a:buChar char="■"/>
        <a:defRPr sz="2800">
          <a:solidFill>
            <a:srgbClr val="FFFFFF"/>
          </a:solidFill>
          <a:latin typeface="Tahoma"/>
          <a:ea typeface="Tahoma"/>
          <a:cs typeface="Tahoma"/>
          <a:sym typeface="Tahoma"/>
        </a:defRPr>
      </a:lvl2pPr>
      <a:lvl3pPr marL="1234438" indent="-320038">
        <a:spcBef>
          <a:spcPts val="600"/>
        </a:spcBef>
        <a:buClr>
          <a:srgbClr val="0099CC"/>
        </a:buClr>
        <a:buSzPct val="75000"/>
        <a:buFont typeface="Wingdings"/>
        <a:buChar char="■"/>
        <a:defRPr sz="2800">
          <a:solidFill>
            <a:srgbClr val="FFFFFF"/>
          </a:solidFill>
          <a:latin typeface="Tahoma"/>
          <a:ea typeface="Tahoma"/>
          <a:cs typeface="Tahoma"/>
          <a:sym typeface="Tahoma"/>
        </a:defRPr>
      </a:lvl3pPr>
      <a:lvl4pPr marL="1727200" indent="-355600">
        <a:spcBef>
          <a:spcPts val="600"/>
        </a:spcBef>
        <a:buClr>
          <a:srgbClr val="0099CC"/>
        </a:buClr>
        <a:buSzPct val="75000"/>
        <a:buFont typeface="Wingdings"/>
        <a:buChar char="■"/>
        <a:defRPr sz="2800">
          <a:solidFill>
            <a:srgbClr val="FFFFFF"/>
          </a:solidFill>
          <a:latin typeface="Tahoma"/>
          <a:ea typeface="Tahoma"/>
          <a:cs typeface="Tahoma"/>
          <a:sym typeface="Tahoma"/>
        </a:defRPr>
      </a:lvl4pPr>
      <a:lvl5pPr marL="2184400" indent="-355600">
        <a:spcBef>
          <a:spcPts val="600"/>
        </a:spcBef>
        <a:buClr>
          <a:srgbClr val="0099CC"/>
        </a:buClr>
        <a:buSzPct val="75000"/>
        <a:buFont typeface="Wingdings"/>
        <a:buChar char="■"/>
        <a:defRPr sz="2800">
          <a:solidFill>
            <a:srgbClr val="FFFFFF"/>
          </a:solidFill>
          <a:latin typeface="Tahoma"/>
          <a:ea typeface="Tahoma"/>
          <a:cs typeface="Tahoma"/>
          <a:sym typeface="Tahoma"/>
        </a:defRPr>
      </a:lvl5pPr>
      <a:lvl6pPr marL="2641600" indent="-355600">
        <a:spcBef>
          <a:spcPts val="600"/>
        </a:spcBef>
        <a:buClr>
          <a:srgbClr val="0099CC"/>
        </a:buClr>
        <a:buSzPct val="75000"/>
        <a:buFont typeface="Wingdings"/>
        <a:buChar char="•"/>
        <a:defRPr sz="2800">
          <a:solidFill>
            <a:srgbClr val="FFFFFF"/>
          </a:solidFill>
          <a:latin typeface="Tahoma"/>
          <a:ea typeface="Tahoma"/>
          <a:cs typeface="Tahoma"/>
          <a:sym typeface="Tahoma"/>
        </a:defRPr>
      </a:lvl6pPr>
      <a:lvl7pPr marL="3098800" indent="-355600">
        <a:spcBef>
          <a:spcPts val="600"/>
        </a:spcBef>
        <a:buClr>
          <a:srgbClr val="0099CC"/>
        </a:buClr>
        <a:buSzPct val="75000"/>
        <a:buFont typeface="Wingdings"/>
        <a:buChar char="•"/>
        <a:defRPr sz="2800">
          <a:solidFill>
            <a:srgbClr val="FFFFFF"/>
          </a:solidFill>
          <a:latin typeface="Tahoma"/>
          <a:ea typeface="Tahoma"/>
          <a:cs typeface="Tahoma"/>
          <a:sym typeface="Tahoma"/>
        </a:defRPr>
      </a:lvl7pPr>
      <a:lvl8pPr marL="3556000" indent="-355600">
        <a:spcBef>
          <a:spcPts val="600"/>
        </a:spcBef>
        <a:buClr>
          <a:srgbClr val="0099CC"/>
        </a:buClr>
        <a:buSzPct val="75000"/>
        <a:buFont typeface="Wingdings"/>
        <a:buChar char="•"/>
        <a:defRPr sz="2800">
          <a:solidFill>
            <a:srgbClr val="FFFFFF"/>
          </a:solidFill>
          <a:latin typeface="Tahoma"/>
          <a:ea typeface="Tahoma"/>
          <a:cs typeface="Tahoma"/>
          <a:sym typeface="Tahoma"/>
        </a:defRPr>
      </a:lvl8pPr>
      <a:lvl9pPr marL="4013200" indent="-355600">
        <a:spcBef>
          <a:spcPts val="600"/>
        </a:spcBef>
        <a:buClr>
          <a:srgbClr val="0099CC"/>
        </a:buClr>
        <a:buSzPct val="75000"/>
        <a:buFont typeface="Wingdings"/>
        <a:buChar char="•"/>
        <a:defRPr sz="2800">
          <a:solidFill>
            <a:srgbClr val="FFFFFF"/>
          </a:solidFill>
          <a:latin typeface="Tahoma"/>
          <a:ea typeface="Tahoma"/>
          <a:cs typeface="Tahoma"/>
          <a:sym typeface="Tahoma"/>
        </a:defRPr>
      </a:lvl9pPr>
    </p:bodyStyle>
    <p:otherStyle>
      <a:lvl1pPr algn="ctr" defTabSz="457200">
        <a:defRPr sz="1200">
          <a:solidFill>
            <a:schemeClr val="tx1"/>
          </a:solidFill>
          <a:latin typeface="+mn-lt"/>
          <a:ea typeface="+mn-ea"/>
          <a:cs typeface="+mn-cs"/>
          <a:sym typeface="Tahoma Negreta"/>
        </a:defRPr>
      </a:lvl1pPr>
      <a:lvl2pPr algn="ctr" defTabSz="457200">
        <a:defRPr sz="1200">
          <a:solidFill>
            <a:schemeClr val="tx1"/>
          </a:solidFill>
          <a:latin typeface="+mn-lt"/>
          <a:ea typeface="+mn-ea"/>
          <a:cs typeface="+mn-cs"/>
          <a:sym typeface="Tahoma Negreta"/>
        </a:defRPr>
      </a:lvl2pPr>
      <a:lvl3pPr algn="ctr" defTabSz="457200">
        <a:defRPr sz="1200">
          <a:solidFill>
            <a:schemeClr val="tx1"/>
          </a:solidFill>
          <a:latin typeface="+mn-lt"/>
          <a:ea typeface="+mn-ea"/>
          <a:cs typeface="+mn-cs"/>
          <a:sym typeface="Tahoma Negreta"/>
        </a:defRPr>
      </a:lvl3pPr>
      <a:lvl4pPr algn="ctr" defTabSz="457200">
        <a:defRPr sz="1200">
          <a:solidFill>
            <a:schemeClr val="tx1"/>
          </a:solidFill>
          <a:latin typeface="+mn-lt"/>
          <a:ea typeface="+mn-ea"/>
          <a:cs typeface="+mn-cs"/>
          <a:sym typeface="Tahoma Negreta"/>
        </a:defRPr>
      </a:lvl4pPr>
      <a:lvl5pPr algn="ctr" defTabSz="457200">
        <a:defRPr sz="1200">
          <a:solidFill>
            <a:schemeClr val="tx1"/>
          </a:solidFill>
          <a:latin typeface="+mn-lt"/>
          <a:ea typeface="+mn-ea"/>
          <a:cs typeface="+mn-cs"/>
          <a:sym typeface="Tahoma Negreta"/>
        </a:defRPr>
      </a:lvl5pPr>
      <a:lvl6pPr algn="ctr" defTabSz="457200">
        <a:defRPr sz="1200">
          <a:solidFill>
            <a:schemeClr val="tx1"/>
          </a:solidFill>
          <a:latin typeface="+mn-lt"/>
          <a:ea typeface="+mn-ea"/>
          <a:cs typeface="+mn-cs"/>
          <a:sym typeface="Tahoma Negreta"/>
        </a:defRPr>
      </a:lvl6pPr>
      <a:lvl7pPr algn="ctr" defTabSz="457200">
        <a:defRPr sz="1200">
          <a:solidFill>
            <a:schemeClr val="tx1"/>
          </a:solidFill>
          <a:latin typeface="+mn-lt"/>
          <a:ea typeface="+mn-ea"/>
          <a:cs typeface="+mn-cs"/>
          <a:sym typeface="Tahoma Negreta"/>
        </a:defRPr>
      </a:lvl7pPr>
      <a:lvl8pPr algn="ctr" defTabSz="457200">
        <a:defRPr sz="1200">
          <a:solidFill>
            <a:schemeClr val="tx1"/>
          </a:solidFill>
          <a:latin typeface="+mn-lt"/>
          <a:ea typeface="+mn-ea"/>
          <a:cs typeface="+mn-cs"/>
          <a:sym typeface="Tahoma Negreta"/>
        </a:defRPr>
      </a:lvl8pPr>
      <a:lvl9pPr algn="ctr" defTabSz="457200">
        <a:defRPr sz="1200">
          <a:solidFill>
            <a:schemeClr val="tx1"/>
          </a:solidFill>
          <a:latin typeface="+mn-lt"/>
          <a:ea typeface="+mn-ea"/>
          <a:cs typeface="+mn-cs"/>
          <a:sym typeface="Tahoma Negret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/>
          <p:nvPr/>
        </p:nvSpPr>
        <p:spPr>
          <a:xfrm>
            <a:off x="1295400" y="6603999"/>
            <a:ext cx="28956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b">
            <a:spAutoFit/>
          </a:bodyPr>
          <a:lstStyle>
            <a:lvl1pPr defTabSz="457200">
              <a:defRPr sz="1200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00">
                <a:solidFill>
                  <a:srgbClr val="B2B2B2"/>
                </a:solidFill>
              </a:rPr>
              <a:t>Prof. Edgard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5791200" y="6477000"/>
            <a:ext cx="762000" cy="304800"/>
            <a:chOff x="0" y="0"/>
            <a:chExt cx="762000" cy="304800"/>
          </a:xfrm>
        </p:grpSpPr>
        <p:sp>
          <p:nvSpPr>
            <p:cNvPr id="50" name="Shape 50"/>
            <p:cNvSpPr/>
            <p:nvPr/>
          </p:nvSpPr>
          <p:spPr>
            <a:xfrm>
              <a:off x="0" y="0"/>
              <a:ext cx="762000" cy="304800"/>
            </a:xfrm>
            <a:prstGeom prst="rect">
              <a:avLst/>
            </a:prstGeom>
            <a:solidFill>
              <a:srgbClr val="00CC99"/>
            </a:solidFill>
            <a:ln w="57150" cap="flat">
              <a:solidFill>
                <a:srgbClr val="33669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200">
                  <a:latin typeface="Tahoma Negreta"/>
                  <a:ea typeface="Tahoma Negreta"/>
                  <a:cs typeface="Tahoma Negreta"/>
                  <a:sym typeface="Tahoma Negreta"/>
                </a:defRPr>
              </a:pPr>
              <a:endParaRPr/>
            </a:p>
          </p:txBody>
        </p:sp>
        <p:sp>
          <p:nvSpPr>
            <p:cNvPr id="51" name="Shape 51"/>
            <p:cNvSpPr/>
            <p:nvPr/>
          </p:nvSpPr>
          <p:spPr>
            <a:xfrm>
              <a:off x="317498" y="63498"/>
              <a:ext cx="127001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>
                  <a:latin typeface="Tahoma Negreta"/>
                  <a:ea typeface="Tahoma Negreta"/>
                  <a:cs typeface="Tahoma Negreta"/>
                  <a:sym typeface="Tahoma Negreta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200">
                  <a:solidFill>
                    <a:srgbClr val="000066"/>
                  </a:solidFill>
                </a:rPr>
                <a:t>1</a:t>
              </a:r>
            </a:p>
          </p:txBody>
        </p:sp>
      </p:grpSp>
      <p:sp>
        <p:nvSpPr>
          <p:cNvPr id="53" name="Shape 53"/>
          <p:cNvSpPr>
            <a:spLocks noGrp="1"/>
          </p:cNvSpPr>
          <p:nvPr>
            <p:ph type="title" idx="4294967295"/>
          </p:nvPr>
        </p:nvSpPr>
        <p:spPr>
          <a:xfrm>
            <a:off x="685800" y="2286000"/>
            <a:ext cx="7772400" cy="1752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lvl="0" algn="ctr">
              <a:lnSpc>
                <a:spcPct val="90000"/>
              </a:lnSpc>
              <a:defRPr sz="1800">
                <a:solidFill>
                  <a:srgbClr val="000000"/>
                </a:solidFill>
              </a:defRPr>
            </a:pPr>
            <a:r>
              <a:rPr sz="4000" dirty="0">
                <a:solidFill>
                  <a:srgbClr val="FFFFFF"/>
                </a:solidFill>
              </a:rPr>
              <a:t>ADMINISTRAÇÃO DE PROJETOS</a:t>
            </a:r>
            <a:br>
              <a:rPr sz="4000" dirty="0">
                <a:solidFill>
                  <a:srgbClr val="FFFFFF"/>
                </a:solidFill>
              </a:rPr>
            </a:br>
            <a:r>
              <a:rPr lang="pt-BR" sz="4000" dirty="0">
                <a:solidFill>
                  <a:srgbClr val="FFFFFF"/>
                </a:solidFill>
              </a:rPr>
              <a:t>1</a:t>
            </a:r>
            <a:r>
              <a:rPr sz="4000" dirty="0">
                <a:solidFill>
                  <a:srgbClr val="FFFFFF"/>
                </a:solidFill>
              </a:rPr>
              <a:t> SEMESTRE 20</a:t>
            </a:r>
            <a:r>
              <a:rPr lang="pt-BR" sz="4000" dirty="0">
                <a:solidFill>
                  <a:srgbClr val="FFFFFF"/>
                </a:solidFill>
              </a:rPr>
              <a:t>22</a:t>
            </a:r>
            <a:endParaRPr sz="4000" dirty="0">
              <a:solidFill>
                <a:srgbClr val="FFFFFF"/>
              </a:solidFill>
            </a:endParaRPr>
          </a:p>
        </p:txBody>
      </p:sp>
      <p:sp>
        <p:nvSpPr>
          <p:cNvPr id="54" name="Shape 54"/>
          <p:cNvSpPr>
            <a:spLocks noGrp="1"/>
          </p:cNvSpPr>
          <p:nvPr>
            <p:ph type="body" idx="4294967295"/>
          </p:nvPr>
        </p:nvSpPr>
        <p:spPr>
          <a:xfrm>
            <a:off x="1371600" y="4495800"/>
            <a:ext cx="6400800" cy="152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80000"/>
              </a:lnSpc>
              <a:spcBef>
                <a:spcPts val="500"/>
              </a:spcBef>
              <a:buSzTx/>
              <a:buNone/>
              <a:defRPr sz="2400">
                <a:solidFill>
                  <a:srgbClr val="339966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339966"/>
                </a:solidFill>
              </a:rPr>
              <a:t>*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1" animBg="1" advAuto="0"/>
      <p:bldP spid="54" grpId="2" animBg="1" advAuto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/>
          <p:nvPr/>
        </p:nvSpPr>
        <p:spPr>
          <a:xfrm>
            <a:off x="1295400" y="6603999"/>
            <a:ext cx="28956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b">
            <a:spAutoFit/>
          </a:bodyPr>
          <a:lstStyle>
            <a:lvl1pPr defTabSz="457200">
              <a:defRPr sz="1200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00">
                <a:solidFill>
                  <a:srgbClr val="B2B2B2"/>
                </a:solidFill>
              </a:rPr>
              <a:t>Prof. Edgard</a:t>
            </a:r>
          </a:p>
        </p:txBody>
      </p:sp>
      <p:grpSp>
        <p:nvGrpSpPr>
          <p:cNvPr id="60" name="Group 60"/>
          <p:cNvGrpSpPr/>
          <p:nvPr/>
        </p:nvGrpSpPr>
        <p:grpSpPr>
          <a:xfrm>
            <a:off x="5791200" y="6477000"/>
            <a:ext cx="762000" cy="304800"/>
            <a:chOff x="0" y="0"/>
            <a:chExt cx="762000" cy="304800"/>
          </a:xfrm>
        </p:grpSpPr>
        <p:sp>
          <p:nvSpPr>
            <p:cNvPr id="58" name="Shape 58"/>
            <p:cNvSpPr/>
            <p:nvPr/>
          </p:nvSpPr>
          <p:spPr>
            <a:xfrm>
              <a:off x="0" y="0"/>
              <a:ext cx="762000" cy="304800"/>
            </a:xfrm>
            <a:prstGeom prst="rect">
              <a:avLst/>
            </a:prstGeom>
            <a:solidFill>
              <a:srgbClr val="00CC99"/>
            </a:solidFill>
            <a:ln w="57150" cap="flat">
              <a:solidFill>
                <a:srgbClr val="33669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200">
                  <a:latin typeface="Tahoma Negreta"/>
                  <a:ea typeface="Tahoma Negreta"/>
                  <a:cs typeface="Tahoma Negreta"/>
                  <a:sym typeface="Tahoma Negreta"/>
                </a:defRPr>
              </a:pPr>
              <a:endParaRPr/>
            </a:p>
          </p:txBody>
        </p:sp>
        <p:sp>
          <p:nvSpPr>
            <p:cNvPr id="59" name="Shape 59"/>
            <p:cNvSpPr/>
            <p:nvPr/>
          </p:nvSpPr>
          <p:spPr>
            <a:xfrm>
              <a:off x="317498" y="63498"/>
              <a:ext cx="127001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>
                  <a:latin typeface="Tahoma Negreta"/>
                  <a:ea typeface="Tahoma Negreta"/>
                  <a:cs typeface="Tahoma Negreta"/>
                  <a:sym typeface="Tahoma Negreta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200">
                  <a:solidFill>
                    <a:srgbClr val="000066"/>
                  </a:solidFill>
                </a:rPr>
                <a:t>2</a:t>
              </a:r>
            </a:p>
          </p:txBody>
        </p:sp>
      </p:grpSp>
      <p:sp>
        <p:nvSpPr>
          <p:cNvPr id="61" name="Shape 61"/>
          <p:cNvSpPr>
            <a:spLocks noGrp="1"/>
          </p:cNvSpPr>
          <p:nvPr>
            <p:ph type="title" idx="4294967295"/>
          </p:nvPr>
        </p:nvSpPr>
        <p:spPr>
          <a:xfrm>
            <a:off x="1295400" y="1219200"/>
            <a:ext cx="7086600" cy="144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FFFFFF"/>
                </a:solidFill>
              </a:rPr>
              <a:t>O QUE É UM PROJETO?</a:t>
            </a:r>
          </a:p>
        </p:txBody>
      </p:sp>
      <p:sp>
        <p:nvSpPr>
          <p:cNvPr id="62" name="Shape 62"/>
          <p:cNvSpPr>
            <a:spLocks noGrp="1"/>
          </p:cNvSpPr>
          <p:nvPr>
            <p:ph type="body" idx="4294967295"/>
          </p:nvPr>
        </p:nvSpPr>
        <p:spPr>
          <a:xfrm>
            <a:off x="1295400" y="2819400"/>
            <a:ext cx="7086600" cy="335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ALGO CLARO E COM CONTEÚDO BEM DETERMINADO.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APENAS UMA IDÉIA A SER TESTADA.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UMA OPORTUNIDADE DE TRABALHO.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UM SERVIÇO A SER ENTREGUE.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1" build="p" bldLvl="5" animBg="1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/>
          <p:nvPr/>
        </p:nvSpPr>
        <p:spPr>
          <a:xfrm>
            <a:off x="1295400" y="6603999"/>
            <a:ext cx="28956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b">
            <a:spAutoFit/>
          </a:bodyPr>
          <a:lstStyle>
            <a:lvl1pPr defTabSz="457200">
              <a:defRPr sz="1200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00">
                <a:solidFill>
                  <a:srgbClr val="B2B2B2"/>
                </a:solidFill>
              </a:rPr>
              <a:t>Prof. Edgard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5791200" y="6477000"/>
            <a:ext cx="762000" cy="304800"/>
            <a:chOff x="0" y="0"/>
            <a:chExt cx="762000" cy="304800"/>
          </a:xfrm>
        </p:grpSpPr>
        <p:sp>
          <p:nvSpPr>
            <p:cNvPr id="66" name="Shape 66"/>
            <p:cNvSpPr/>
            <p:nvPr/>
          </p:nvSpPr>
          <p:spPr>
            <a:xfrm>
              <a:off x="0" y="0"/>
              <a:ext cx="762000" cy="304800"/>
            </a:xfrm>
            <a:prstGeom prst="rect">
              <a:avLst/>
            </a:prstGeom>
            <a:solidFill>
              <a:srgbClr val="00CC99"/>
            </a:solidFill>
            <a:ln w="57150" cap="flat">
              <a:solidFill>
                <a:srgbClr val="33669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200">
                  <a:latin typeface="Tahoma Negreta"/>
                  <a:ea typeface="Tahoma Negreta"/>
                  <a:cs typeface="Tahoma Negreta"/>
                  <a:sym typeface="Tahoma Negreta"/>
                </a:defRPr>
              </a:pPr>
              <a:endParaRPr/>
            </a:p>
          </p:txBody>
        </p:sp>
        <p:sp>
          <p:nvSpPr>
            <p:cNvPr id="67" name="Shape 67"/>
            <p:cNvSpPr/>
            <p:nvPr/>
          </p:nvSpPr>
          <p:spPr>
            <a:xfrm>
              <a:off x="317498" y="63498"/>
              <a:ext cx="127001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>
                  <a:latin typeface="Tahoma Negreta"/>
                  <a:ea typeface="Tahoma Negreta"/>
                  <a:cs typeface="Tahoma Negreta"/>
                  <a:sym typeface="Tahoma Negreta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200">
                  <a:solidFill>
                    <a:srgbClr val="000066"/>
                  </a:solidFill>
                </a:rPr>
                <a:t>3</a:t>
              </a:r>
            </a:p>
          </p:txBody>
        </p:sp>
      </p:grpSp>
      <p:sp>
        <p:nvSpPr>
          <p:cNvPr id="69" name="Shape 69"/>
          <p:cNvSpPr>
            <a:spLocks noGrp="1"/>
          </p:cNvSpPr>
          <p:nvPr>
            <p:ph type="title" idx="4294967295"/>
          </p:nvPr>
        </p:nvSpPr>
        <p:spPr>
          <a:xfrm>
            <a:off x="1295400" y="1219200"/>
            <a:ext cx="7086600" cy="144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FFFFFF"/>
                </a:solidFill>
              </a:rPr>
              <a:t>O QUE É UM PROJETO?</a:t>
            </a:r>
          </a:p>
        </p:txBody>
      </p:sp>
      <p:sp>
        <p:nvSpPr>
          <p:cNvPr id="70" name="Shape 70"/>
          <p:cNvSpPr>
            <a:spLocks noGrp="1"/>
          </p:cNvSpPr>
          <p:nvPr>
            <p:ph type="body" idx="4294967295"/>
          </p:nvPr>
        </p:nvSpPr>
        <p:spPr>
          <a:xfrm>
            <a:off x="4495800" y="4038600"/>
            <a:ext cx="3886200" cy="213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>
            <a:lvl1pPr marL="1444977" indent="-1444977">
              <a:spcBef>
                <a:spcPts val="700"/>
              </a:spcBef>
              <a:defRPr sz="32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ISTO É UM PROJETO?</a:t>
            </a:r>
          </a:p>
        </p:txBody>
      </p:sp>
      <p:pic>
        <p:nvPicPr>
          <p:cNvPr id="71" name="image1.png" descr="C:\Arquivos de programas\Arquivos comuns\Microsoft Shared\Clipart\cagcat50\SO01380_.wmf"/>
          <p:cNvPicPr/>
          <p:nvPr/>
        </p:nvPicPr>
        <p:blipFill>
          <a:blip r:embed="rId2"/>
          <a:stretch>
            <a:fillRect/>
          </a:stretch>
        </p:blipFill>
        <p:spPr>
          <a:xfrm>
            <a:off x="1524000" y="2819400"/>
            <a:ext cx="3009900" cy="3352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/>
          <p:nvPr/>
        </p:nvSpPr>
        <p:spPr>
          <a:xfrm>
            <a:off x="1295400" y="6603999"/>
            <a:ext cx="28956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b">
            <a:spAutoFit/>
          </a:bodyPr>
          <a:lstStyle>
            <a:lvl1pPr defTabSz="457200">
              <a:defRPr sz="1200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00">
                <a:solidFill>
                  <a:srgbClr val="B2B2B2"/>
                </a:solidFill>
              </a:rPr>
              <a:t>Prof. Edgard</a:t>
            </a:r>
          </a:p>
        </p:txBody>
      </p:sp>
      <p:grpSp>
        <p:nvGrpSpPr>
          <p:cNvPr id="77" name="Group 77"/>
          <p:cNvGrpSpPr/>
          <p:nvPr/>
        </p:nvGrpSpPr>
        <p:grpSpPr>
          <a:xfrm>
            <a:off x="5791200" y="6477000"/>
            <a:ext cx="762000" cy="304800"/>
            <a:chOff x="0" y="0"/>
            <a:chExt cx="762000" cy="304800"/>
          </a:xfrm>
        </p:grpSpPr>
        <p:sp>
          <p:nvSpPr>
            <p:cNvPr id="75" name="Shape 75"/>
            <p:cNvSpPr/>
            <p:nvPr/>
          </p:nvSpPr>
          <p:spPr>
            <a:xfrm>
              <a:off x="0" y="0"/>
              <a:ext cx="762000" cy="304800"/>
            </a:xfrm>
            <a:prstGeom prst="rect">
              <a:avLst/>
            </a:prstGeom>
            <a:solidFill>
              <a:srgbClr val="00CC99"/>
            </a:solidFill>
            <a:ln w="57150" cap="flat">
              <a:solidFill>
                <a:srgbClr val="33669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200">
                  <a:latin typeface="Tahoma Negreta"/>
                  <a:ea typeface="Tahoma Negreta"/>
                  <a:cs typeface="Tahoma Negreta"/>
                  <a:sym typeface="Tahoma Negreta"/>
                </a:defRPr>
              </a:pPr>
              <a:endParaRPr/>
            </a:p>
          </p:txBody>
        </p:sp>
        <p:sp>
          <p:nvSpPr>
            <p:cNvPr id="76" name="Shape 76"/>
            <p:cNvSpPr/>
            <p:nvPr/>
          </p:nvSpPr>
          <p:spPr>
            <a:xfrm>
              <a:off x="317498" y="63498"/>
              <a:ext cx="127001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>
                  <a:latin typeface="Tahoma Negreta"/>
                  <a:ea typeface="Tahoma Negreta"/>
                  <a:cs typeface="Tahoma Negreta"/>
                  <a:sym typeface="Tahoma Negreta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200">
                  <a:solidFill>
                    <a:srgbClr val="000066"/>
                  </a:solidFill>
                </a:rPr>
                <a:t>4</a:t>
              </a:r>
            </a:p>
          </p:txBody>
        </p:sp>
      </p:grpSp>
      <p:sp>
        <p:nvSpPr>
          <p:cNvPr id="78" name="Shape 78"/>
          <p:cNvSpPr>
            <a:spLocks noGrp="1"/>
          </p:cNvSpPr>
          <p:nvPr>
            <p:ph type="title" idx="4294967295"/>
          </p:nvPr>
        </p:nvSpPr>
        <p:spPr>
          <a:xfrm>
            <a:off x="1295400" y="1219200"/>
            <a:ext cx="7086600" cy="144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FFFFFF"/>
                </a:solidFill>
              </a:rPr>
              <a:t>O QUE É UM PROJETO?</a:t>
            </a:r>
          </a:p>
        </p:txBody>
      </p:sp>
      <p:sp>
        <p:nvSpPr>
          <p:cNvPr id="79" name="Shape 79"/>
          <p:cNvSpPr>
            <a:spLocks noGrp="1"/>
          </p:cNvSpPr>
          <p:nvPr>
            <p:ph type="body" idx="4294967295"/>
          </p:nvPr>
        </p:nvSpPr>
        <p:spPr>
          <a:xfrm>
            <a:off x="4495800" y="4038600"/>
            <a:ext cx="3886200" cy="213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>
            <a:lvl1pPr marL="1444977" indent="-1444977">
              <a:spcBef>
                <a:spcPts val="700"/>
              </a:spcBef>
              <a:defRPr sz="32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ISTO É UM PROJETO?</a:t>
            </a:r>
          </a:p>
        </p:txBody>
      </p:sp>
      <p:pic>
        <p:nvPicPr>
          <p:cNvPr id="80" name="image2.png" descr="C:\Arquivos de programas\Arquivos comuns\Microsoft Shared\Clipart\cagcat50\PE02043_.wmf"/>
          <p:cNvPicPr/>
          <p:nvPr/>
        </p:nvPicPr>
        <p:blipFill>
          <a:blip r:embed="rId2"/>
          <a:stretch>
            <a:fillRect/>
          </a:stretch>
        </p:blipFill>
        <p:spPr>
          <a:xfrm>
            <a:off x="1881185" y="2819400"/>
            <a:ext cx="2295528" cy="3352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/>
          <p:nvPr/>
        </p:nvSpPr>
        <p:spPr>
          <a:xfrm>
            <a:off x="1295400" y="6603999"/>
            <a:ext cx="28956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b">
            <a:spAutoFit/>
          </a:bodyPr>
          <a:lstStyle>
            <a:lvl1pPr defTabSz="457200">
              <a:defRPr sz="1200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00">
                <a:solidFill>
                  <a:srgbClr val="B2B2B2"/>
                </a:solidFill>
              </a:rPr>
              <a:t>Prof. Edgard</a:t>
            </a:r>
          </a:p>
        </p:txBody>
      </p:sp>
      <p:grpSp>
        <p:nvGrpSpPr>
          <p:cNvPr id="86" name="Group 86"/>
          <p:cNvGrpSpPr/>
          <p:nvPr/>
        </p:nvGrpSpPr>
        <p:grpSpPr>
          <a:xfrm>
            <a:off x="5791200" y="6477000"/>
            <a:ext cx="762000" cy="304800"/>
            <a:chOff x="0" y="0"/>
            <a:chExt cx="762000" cy="304800"/>
          </a:xfrm>
        </p:grpSpPr>
        <p:sp>
          <p:nvSpPr>
            <p:cNvPr id="84" name="Shape 84"/>
            <p:cNvSpPr/>
            <p:nvPr/>
          </p:nvSpPr>
          <p:spPr>
            <a:xfrm>
              <a:off x="0" y="0"/>
              <a:ext cx="762000" cy="304800"/>
            </a:xfrm>
            <a:prstGeom prst="rect">
              <a:avLst/>
            </a:prstGeom>
            <a:solidFill>
              <a:srgbClr val="00CC99"/>
            </a:solidFill>
            <a:ln w="57150" cap="flat">
              <a:solidFill>
                <a:srgbClr val="33669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200">
                  <a:latin typeface="Tahoma Negreta"/>
                  <a:ea typeface="Tahoma Negreta"/>
                  <a:cs typeface="Tahoma Negreta"/>
                  <a:sym typeface="Tahoma Negreta"/>
                </a:defRPr>
              </a:pPr>
              <a:endParaRPr/>
            </a:p>
          </p:txBody>
        </p:sp>
        <p:sp>
          <p:nvSpPr>
            <p:cNvPr id="85" name="Shape 85"/>
            <p:cNvSpPr/>
            <p:nvPr/>
          </p:nvSpPr>
          <p:spPr>
            <a:xfrm>
              <a:off x="317498" y="63498"/>
              <a:ext cx="127001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>
                  <a:latin typeface="Tahoma Negreta"/>
                  <a:ea typeface="Tahoma Negreta"/>
                  <a:cs typeface="Tahoma Negreta"/>
                  <a:sym typeface="Tahoma Negreta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200">
                  <a:solidFill>
                    <a:srgbClr val="000066"/>
                  </a:solidFill>
                </a:rPr>
                <a:t>5</a:t>
              </a:r>
            </a:p>
          </p:txBody>
        </p:sp>
      </p:grpSp>
      <p:pic>
        <p:nvPicPr>
          <p:cNvPr id="87" name="image3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579685" y="0"/>
            <a:ext cx="4516440" cy="65532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/>
          <p:nvPr/>
        </p:nvSpPr>
        <p:spPr>
          <a:xfrm>
            <a:off x="1295400" y="6603999"/>
            <a:ext cx="28956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b">
            <a:spAutoFit/>
          </a:bodyPr>
          <a:lstStyle>
            <a:lvl1pPr defTabSz="457200">
              <a:defRPr sz="1200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00">
                <a:solidFill>
                  <a:srgbClr val="B2B2B2"/>
                </a:solidFill>
              </a:rPr>
              <a:t>Prof. Edgard</a:t>
            </a:r>
          </a:p>
        </p:txBody>
      </p:sp>
      <p:grpSp>
        <p:nvGrpSpPr>
          <p:cNvPr id="93" name="Group 93"/>
          <p:cNvGrpSpPr/>
          <p:nvPr/>
        </p:nvGrpSpPr>
        <p:grpSpPr>
          <a:xfrm>
            <a:off x="5791200" y="6477000"/>
            <a:ext cx="762000" cy="304800"/>
            <a:chOff x="0" y="0"/>
            <a:chExt cx="762000" cy="304800"/>
          </a:xfrm>
        </p:grpSpPr>
        <p:sp>
          <p:nvSpPr>
            <p:cNvPr id="91" name="Shape 91"/>
            <p:cNvSpPr/>
            <p:nvPr/>
          </p:nvSpPr>
          <p:spPr>
            <a:xfrm>
              <a:off x="0" y="0"/>
              <a:ext cx="762000" cy="304800"/>
            </a:xfrm>
            <a:prstGeom prst="rect">
              <a:avLst/>
            </a:prstGeom>
            <a:solidFill>
              <a:srgbClr val="00CC99"/>
            </a:solidFill>
            <a:ln w="57150" cap="flat">
              <a:solidFill>
                <a:srgbClr val="33669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200">
                  <a:latin typeface="Tahoma Negreta"/>
                  <a:ea typeface="Tahoma Negreta"/>
                  <a:cs typeface="Tahoma Negreta"/>
                  <a:sym typeface="Tahoma Negreta"/>
                </a:defRPr>
              </a:pPr>
              <a:endParaRPr/>
            </a:p>
          </p:txBody>
        </p:sp>
        <p:sp>
          <p:nvSpPr>
            <p:cNvPr id="92" name="Shape 92"/>
            <p:cNvSpPr/>
            <p:nvPr/>
          </p:nvSpPr>
          <p:spPr>
            <a:xfrm>
              <a:off x="317498" y="63498"/>
              <a:ext cx="127001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>
                  <a:latin typeface="Tahoma Negreta"/>
                  <a:ea typeface="Tahoma Negreta"/>
                  <a:cs typeface="Tahoma Negreta"/>
                  <a:sym typeface="Tahoma Negreta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200">
                  <a:solidFill>
                    <a:srgbClr val="000066"/>
                  </a:solidFill>
                </a:rPr>
                <a:t>6</a:t>
              </a:r>
            </a:p>
          </p:txBody>
        </p:sp>
      </p:grpSp>
      <p:sp>
        <p:nvSpPr>
          <p:cNvPr id="94" name="Shape 94"/>
          <p:cNvSpPr>
            <a:spLocks noGrp="1"/>
          </p:cNvSpPr>
          <p:nvPr>
            <p:ph type="title" idx="4294967295"/>
          </p:nvPr>
        </p:nvSpPr>
        <p:spPr>
          <a:xfrm>
            <a:off x="457200" y="1066800"/>
            <a:ext cx="7391400" cy="1295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 defTabSz="896111">
              <a:defRPr sz="39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900">
                <a:solidFill>
                  <a:srgbClr val="FFFFFF"/>
                </a:solidFill>
              </a:rPr>
              <a:t>QUEM ESTÁ ENVOLVIDO NUM PROJETO?</a:t>
            </a:r>
          </a:p>
        </p:txBody>
      </p:sp>
      <p:sp>
        <p:nvSpPr>
          <p:cNvPr id="95" name="Shape 95"/>
          <p:cNvSpPr>
            <a:spLocks noGrp="1"/>
          </p:cNvSpPr>
          <p:nvPr>
            <p:ph type="body" idx="4294967295"/>
          </p:nvPr>
        </p:nvSpPr>
        <p:spPr>
          <a:xfrm>
            <a:off x="381000" y="2819400"/>
            <a:ext cx="8229600" cy="3733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1- DIRETOR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2- GERENTES USUARIOS E DE T.I.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3- COORDENADORES / LIDERES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4- ANALISTAS DESENVOLVEDORES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5- PROGRAMADORES / SUPORTE TECNICO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6- OPERADORES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7- USUARIOS FINAIS /EMPRESA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1" build="p" bldLvl="5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/>
          <p:nvPr/>
        </p:nvSpPr>
        <p:spPr>
          <a:xfrm>
            <a:off x="1295400" y="6603999"/>
            <a:ext cx="28956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b">
            <a:spAutoFit/>
          </a:bodyPr>
          <a:lstStyle>
            <a:lvl1pPr defTabSz="457200">
              <a:defRPr sz="1200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00">
                <a:solidFill>
                  <a:srgbClr val="B2B2B2"/>
                </a:solidFill>
              </a:rPr>
              <a:t>Prof. Edgard</a:t>
            </a:r>
          </a:p>
        </p:txBody>
      </p:sp>
      <p:grpSp>
        <p:nvGrpSpPr>
          <p:cNvPr id="101" name="Group 101"/>
          <p:cNvGrpSpPr/>
          <p:nvPr/>
        </p:nvGrpSpPr>
        <p:grpSpPr>
          <a:xfrm>
            <a:off x="5791200" y="6477000"/>
            <a:ext cx="762000" cy="304800"/>
            <a:chOff x="0" y="0"/>
            <a:chExt cx="762000" cy="304800"/>
          </a:xfrm>
        </p:grpSpPr>
        <p:sp>
          <p:nvSpPr>
            <p:cNvPr id="99" name="Shape 99"/>
            <p:cNvSpPr/>
            <p:nvPr/>
          </p:nvSpPr>
          <p:spPr>
            <a:xfrm>
              <a:off x="0" y="0"/>
              <a:ext cx="762000" cy="304800"/>
            </a:xfrm>
            <a:prstGeom prst="rect">
              <a:avLst/>
            </a:prstGeom>
            <a:solidFill>
              <a:srgbClr val="00CC99"/>
            </a:solidFill>
            <a:ln w="57150" cap="flat">
              <a:solidFill>
                <a:srgbClr val="33669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200">
                  <a:latin typeface="Tahoma Negreta"/>
                  <a:ea typeface="Tahoma Negreta"/>
                  <a:cs typeface="Tahoma Negreta"/>
                  <a:sym typeface="Tahoma Negreta"/>
                </a:defRPr>
              </a:pPr>
              <a:endParaRPr/>
            </a:p>
          </p:txBody>
        </p:sp>
        <p:sp>
          <p:nvSpPr>
            <p:cNvPr id="100" name="Shape 100"/>
            <p:cNvSpPr/>
            <p:nvPr/>
          </p:nvSpPr>
          <p:spPr>
            <a:xfrm>
              <a:off x="317498" y="63498"/>
              <a:ext cx="127001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>
                  <a:latin typeface="Tahoma Negreta"/>
                  <a:ea typeface="Tahoma Negreta"/>
                  <a:cs typeface="Tahoma Negreta"/>
                  <a:sym typeface="Tahoma Negreta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200">
                  <a:solidFill>
                    <a:srgbClr val="000066"/>
                  </a:solidFill>
                </a:rPr>
                <a:t>7</a:t>
              </a:r>
            </a:p>
          </p:txBody>
        </p:sp>
      </p:grpSp>
      <p:sp>
        <p:nvSpPr>
          <p:cNvPr id="102" name="Shape 102"/>
          <p:cNvSpPr>
            <a:spLocks noGrp="1"/>
          </p:cNvSpPr>
          <p:nvPr>
            <p:ph type="title" idx="4294967295"/>
          </p:nvPr>
        </p:nvSpPr>
        <p:spPr>
          <a:xfrm>
            <a:off x="457200" y="1066800"/>
            <a:ext cx="7391400" cy="1295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 defTabSz="896111">
              <a:defRPr sz="39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900">
                <a:solidFill>
                  <a:srgbClr val="FFFFFF"/>
                </a:solidFill>
              </a:rPr>
              <a:t>QUEM ESTÁ ENVOLVIDO NUM PROJETO?</a:t>
            </a:r>
          </a:p>
        </p:txBody>
      </p:sp>
      <p:sp>
        <p:nvSpPr>
          <p:cNvPr id="103" name="Shape 103"/>
          <p:cNvSpPr>
            <a:spLocks noGrp="1"/>
          </p:cNvSpPr>
          <p:nvPr>
            <p:ph type="body" idx="4294967295"/>
          </p:nvPr>
        </p:nvSpPr>
        <p:spPr>
          <a:xfrm>
            <a:off x="1295400" y="2819400"/>
            <a:ext cx="7086600" cy="335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EQUIPE DO PROJETO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CLIENTES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CONCORRENTES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PARCEIROS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COBRADORES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OUTROS (OPORTUNISTAS/CURIOSOS)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1" build="p" bldLvl="5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/>
          <p:nvPr/>
        </p:nvSpPr>
        <p:spPr>
          <a:xfrm>
            <a:off x="1295400" y="6603999"/>
            <a:ext cx="28956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b">
            <a:spAutoFit/>
          </a:bodyPr>
          <a:lstStyle>
            <a:lvl1pPr defTabSz="457200">
              <a:defRPr sz="1200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00">
                <a:solidFill>
                  <a:srgbClr val="B2B2B2"/>
                </a:solidFill>
              </a:rPr>
              <a:t>Prof. Edgard</a:t>
            </a:r>
          </a:p>
        </p:txBody>
      </p:sp>
      <p:grpSp>
        <p:nvGrpSpPr>
          <p:cNvPr id="109" name="Group 109"/>
          <p:cNvGrpSpPr/>
          <p:nvPr/>
        </p:nvGrpSpPr>
        <p:grpSpPr>
          <a:xfrm>
            <a:off x="5791200" y="6477000"/>
            <a:ext cx="762000" cy="304800"/>
            <a:chOff x="0" y="0"/>
            <a:chExt cx="762000" cy="304800"/>
          </a:xfrm>
        </p:grpSpPr>
        <p:sp>
          <p:nvSpPr>
            <p:cNvPr id="107" name="Shape 107"/>
            <p:cNvSpPr/>
            <p:nvPr/>
          </p:nvSpPr>
          <p:spPr>
            <a:xfrm>
              <a:off x="0" y="0"/>
              <a:ext cx="762000" cy="304800"/>
            </a:xfrm>
            <a:prstGeom prst="rect">
              <a:avLst/>
            </a:prstGeom>
            <a:solidFill>
              <a:srgbClr val="00CC99"/>
            </a:solidFill>
            <a:ln w="57150" cap="flat">
              <a:solidFill>
                <a:srgbClr val="33669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200">
                  <a:latin typeface="Tahoma Negreta"/>
                  <a:ea typeface="Tahoma Negreta"/>
                  <a:cs typeface="Tahoma Negreta"/>
                  <a:sym typeface="Tahoma Negreta"/>
                </a:defRPr>
              </a:pPr>
              <a:endParaRPr/>
            </a:p>
          </p:txBody>
        </p:sp>
        <p:sp>
          <p:nvSpPr>
            <p:cNvPr id="108" name="Shape 108"/>
            <p:cNvSpPr/>
            <p:nvPr/>
          </p:nvSpPr>
          <p:spPr>
            <a:xfrm>
              <a:off x="317498" y="63498"/>
              <a:ext cx="127001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>
                  <a:latin typeface="Tahoma Negreta"/>
                  <a:ea typeface="Tahoma Negreta"/>
                  <a:cs typeface="Tahoma Negreta"/>
                  <a:sym typeface="Tahoma Negreta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200">
                  <a:solidFill>
                    <a:srgbClr val="000066"/>
                  </a:solidFill>
                </a:rPr>
                <a:t>8</a:t>
              </a:r>
            </a:p>
          </p:txBody>
        </p:sp>
      </p:grpSp>
      <p:sp>
        <p:nvSpPr>
          <p:cNvPr id="110" name="Shape 110"/>
          <p:cNvSpPr>
            <a:spLocks noGrp="1"/>
          </p:cNvSpPr>
          <p:nvPr>
            <p:ph type="title" idx="4294967295"/>
          </p:nvPr>
        </p:nvSpPr>
        <p:spPr>
          <a:xfrm>
            <a:off x="685800" y="914400"/>
            <a:ext cx="8153400" cy="1295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FFFFFF"/>
                </a:solidFill>
              </a:rPr>
              <a:t>COMO GERENCIAR ESSA GENTE?</a:t>
            </a:r>
          </a:p>
        </p:txBody>
      </p:sp>
      <p:sp>
        <p:nvSpPr>
          <p:cNvPr id="111" name="Shape 111"/>
          <p:cNvSpPr>
            <a:spLocks noGrp="1"/>
          </p:cNvSpPr>
          <p:nvPr>
            <p:ph type="body" idx="4294967295"/>
          </p:nvPr>
        </p:nvSpPr>
        <p:spPr>
          <a:xfrm>
            <a:off x="838200" y="2209800"/>
            <a:ext cx="8305800" cy="3886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ESCOLHENDO OS MELHORES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ELIMINANDO OS SAPOS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CRIANDO UM RELACIONAMENTO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ANALISANDO OS USUARIOS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DEFININDO DIRETRIZES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ESTABELECENDO PARAMETROS DE TRABALHO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CONFINANDO OS CARANGUEJOS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1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1" build="p" bldLvl="5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/>
          <p:nvPr/>
        </p:nvSpPr>
        <p:spPr>
          <a:xfrm>
            <a:off x="1295400" y="6603999"/>
            <a:ext cx="28956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b">
            <a:spAutoFit/>
          </a:bodyPr>
          <a:lstStyle>
            <a:lvl1pPr defTabSz="457200">
              <a:defRPr sz="1200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00">
                <a:solidFill>
                  <a:srgbClr val="B2B2B2"/>
                </a:solidFill>
              </a:rPr>
              <a:t>Prof. Edgard</a:t>
            </a:r>
          </a:p>
        </p:txBody>
      </p:sp>
      <p:grpSp>
        <p:nvGrpSpPr>
          <p:cNvPr id="117" name="Group 117"/>
          <p:cNvGrpSpPr/>
          <p:nvPr/>
        </p:nvGrpSpPr>
        <p:grpSpPr>
          <a:xfrm>
            <a:off x="5791200" y="6477000"/>
            <a:ext cx="762000" cy="304800"/>
            <a:chOff x="0" y="0"/>
            <a:chExt cx="762000" cy="304800"/>
          </a:xfrm>
        </p:grpSpPr>
        <p:sp>
          <p:nvSpPr>
            <p:cNvPr id="115" name="Shape 115"/>
            <p:cNvSpPr/>
            <p:nvPr/>
          </p:nvSpPr>
          <p:spPr>
            <a:xfrm>
              <a:off x="0" y="0"/>
              <a:ext cx="762000" cy="304800"/>
            </a:xfrm>
            <a:prstGeom prst="rect">
              <a:avLst/>
            </a:prstGeom>
            <a:solidFill>
              <a:srgbClr val="00CC99"/>
            </a:solidFill>
            <a:ln w="57150" cap="flat">
              <a:solidFill>
                <a:srgbClr val="33669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200">
                  <a:latin typeface="Tahoma Negreta"/>
                  <a:ea typeface="Tahoma Negreta"/>
                  <a:cs typeface="Tahoma Negreta"/>
                  <a:sym typeface="Tahoma Negreta"/>
                </a:defRPr>
              </a:pPr>
              <a:endParaRPr/>
            </a:p>
          </p:txBody>
        </p:sp>
        <p:sp>
          <p:nvSpPr>
            <p:cNvPr id="116" name="Shape 116"/>
            <p:cNvSpPr/>
            <p:nvPr/>
          </p:nvSpPr>
          <p:spPr>
            <a:xfrm>
              <a:off x="317498" y="63498"/>
              <a:ext cx="127001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>
                  <a:latin typeface="Tahoma Negreta"/>
                  <a:ea typeface="Tahoma Negreta"/>
                  <a:cs typeface="Tahoma Negreta"/>
                  <a:sym typeface="Tahoma Negreta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200">
                  <a:solidFill>
                    <a:srgbClr val="000066"/>
                  </a:solidFill>
                </a:rPr>
                <a:t>9</a:t>
              </a:r>
            </a:p>
          </p:txBody>
        </p:sp>
      </p:grpSp>
      <p:sp>
        <p:nvSpPr>
          <p:cNvPr id="118" name="Shape 118"/>
          <p:cNvSpPr>
            <a:spLocks noGrp="1"/>
          </p:cNvSpPr>
          <p:nvPr>
            <p:ph type="title" idx="4294967295"/>
          </p:nvPr>
        </p:nvSpPr>
        <p:spPr>
          <a:xfrm>
            <a:off x="1295400" y="1219200"/>
            <a:ext cx="7467600" cy="144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FFFFFF"/>
                </a:solidFill>
              </a:rPr>
              <a:t>COMO TRATAR A EQUIPE?</a:t>
            </a:r>
          </a:p>
        </p:txBody>
      </p:sp>
      <p:sp>
        <p:nvSpPr>
          <p:cNvPr id="119" name="Shape 119"/>
          <p:cNvSpPr>
            <a:spLocks noGrp="1"/>
          </p:cNvSpPr>
          <p:nvPr>
            <p:ph type="body" idx="4294967295"/>
          </p:nvPr>
        </p:nvSpPr>
        <p:spPr>
          <a:xfrm>
            <a:off x="1295400" y="2819400"/>
            <a:ext cx="7086600" cy="335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 lnSpcReduction="10000"/>
          </a:bodyPr>
          <a:lstStyle/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ESTABELECER UM CLIMA DE CONFIANÇA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CONSEGUIR RESPEITO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DISCIPLINA SEM AUTORITARISMO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AMIZADE SIM / BAGUNÇA NÃO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JOGO ABERTO SEMPRE !!!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LEALDADE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1" build="p" bldLvl="5" animBg="1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/>
          <p:nvPr/>
        </p:nvSpPr>
        <p:spPr>
          <a:xfrm>
            <a:off x="1295400" y="6603999"/>
            <a:ext cx="28956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b">
            <a:spAutoFit/>
          </a:bodyPr>
          <a:lstStyle>
            <a:lvl1pPr defTabSz="457200">
              <a:defRPr sz="1200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00">
                <a:solidFill>
                  <a:srgbClr val="B2B2B2"/>
                </a:solidFill>
              </a:rPr>
              <a:t>Prof. Edgard</a:t>
            </a:r>
          </a:p>
        </p:txBody>
      </p:sp>
      <p:grpSp>
        <p:nvGrpSpPr>
          <p:cNvPr id="125" name="Group 125"/>
          <p:cNvGrpSpPr/>
          <p:nvPr/>
        </p:nvGrpSpPr>
        <p:grpSpPr>
          <a:xfrm>
            <a:off x="5791200" y="6477000"/>
            <a:ext cx="762000" cy="304800"/>
            <a:chOff x="0" y="0"/>
            <a:chExt cx="762000" cy="304800"/>
          </a:xfrm>
        </p:grpSpPr>
        <p:sp>
          <p:nvSpPr>
            <p:cNvPr id="123" name="Shape 123"/>
            <p:cNvSpPr/>
            <p:nvPr/>
          </p:nvSpPr>
          <p:spPr>
            <a:xfrm>
              <a:off x="0" y="0"/>
              <a:ext cx="762000" cy="304800"/>
            </a:xfrm>
            <a:prstGeom prst="rect">
              <a:avLst/>
            </a:prstGeom>
            <a:solidFill>
              <a:srgbClr val="00CC99"/>
            </a:solidFill>
            <a:ln w="57150" cap="flat">
              <a:solidFill>
                <a:srgbClr val="33669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200">
                  <a:latin typeface="Tahoma Negreta"/>
                  <a:ea typeface="Tahoma Negreta"/>
                  <a:cs typeface="Tahoma Negreta"/>
                  <a:sym typeface="Tahoma Negreta"/>
                </a:defRPr>
              </a:pPr>
              <a:endParaRPr/>
            </a:p>
          </p:txBody>
        </p:sp>
        <p:sp>
          <p:nvSpPr>
            <p:cNvPr id="124" name="Shape 124"/>
            <p:cNvSpPr/>
            <p:nvPr/>
          </p:nvSpPr>
          <p:spPr>
            <a:xfrm>
              <a:off x="277614" y="63498"/>
              <a:ext cx="206772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>
                  <a:latin typeface="Tahoma Negreta"/>
                  <a:ea typeface="Tahoma Negreta"/>
                  <a:cs typeface="Tahoma Negreta"/>
                  <a:sym typeface="Tahoma Negreta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200">
                  <a:solidFill>
                    <a:srgbClr val="000066"/>
                  </a:solidFill>
                </a:rPr>
                <a:t>10</a:t>
              </a:r>
            </a:p>
          </p:txBody>
        </p:sp>
      </p:grpSp>
      <p:sp>
        <p:nvSpPr>
          <p:cNvPr id="126" name="Shape 126"/>
          <p:cNvSpPr>
            <a:spLocks noGrp="1"/>
          </p:cNvSpPr>
          <p:nvPr>
            <p:ph type="title" idx="4294967295"/>
          </p:nvPr>
        </p:nvSpPr>
        <p:spPr>
          <a:xfrm>
            <a:off x="1295400" y="1219200"/>
            <a:ext cx="7086600" cy="144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FFFFFF"/>
                </a:solidFill>
              </a:rPr>
              <a:t>AS 5 FASES DE UMA EQUIPE</a:t>
            </a:r>
          </a:p>
        </p:txBody>
      </p:sp>
      <p:sp>
        <p:nvSpPr>
          <p:cNvPr id="127" name="Shape 127"/>
          <p:cNvSpPr>
            <a:spLocks noGrp="1"/>
          </p:cNvSpPr>
          <p:nvPr>
            <p:ph type="body" idx="4294967295"/>
          </p:nvPr>
        </p:nvSpPr>
        <p:spPr>
          <a:xfrm>
            <a:off x="1295400" y="2819400"/>
            <a:ext cx="7086600" cy="335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1290695" lvl="0" indent="-1290695">
              <a:buFontTx/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FORMAÇÃO</a:t>
            </a:r>
          </a:p>
          <a:p>
            <a:pPr marL="1290695" lvl="0" indent="-1290695">
              <a:buFontTx/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AGITAÇÃO (ADOLESCÊNCIA)</a:t>
            </a:r>
          </a:p>
          <a:p>
            <a:pPr marL="1290695" lvl="0" indent="-1290695">
              <a:buFontTx/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REGULAMENTAÇÃO</a:t>
            </a:r>
          </a:p>
          <a:p>
            <a:pPr marL="1290695" lvl="0" indent="-1290695">
              <a:buFontTx/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MATURIDADE (DESEMPENHO)</a:t>
            </a:r>
          </a:p>
          <a:p>
            <a:pPr marL="1290695" lvl="0" indent="-1290695">
              <a:buFontTx/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ACOMODAÇÃO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" grpId="1" build="p" bldLvl="5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/>
          <p:nvPr/>
        </p:nvSpPr>
        <p:spPr>
          <a:xfrm>
            <a:off x="1295400" y="6603999"/>
            <a:ext cx="28956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b">
            <a:spAutoFit/>
          </a:bodyPr>
          <a:lstStyle>
            <a:lvl1pPr defTabSz="457200">
              <a:defRPr sz="1200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00">
                <a:solidFill>
                  <a:srgbClr val="B2B2B2"/>
                </a:solidFill>
              </a:rPr>
              <a:t>Prof. Edgard</a:t>
            </a:r>
          </a:p>
        </p:txBody>
      </p:sp>
      <p:grpSp>
        <p:nvGrpSpPr>
          <p:cNvPr id="133" name="Group 133"/>
          <p:cNvGrpSpPr/>
          <p:nvPr/>
        </p:nvGrpSpPr>
        <p:grpSpPr>
          <a:xfrm>
            <a:off x="5791200" y="6477000"/>
            <a:ext cx="762000" cy="304800"/>
            <a:chOff x="0" y="0"/>
            <a:chExt cx="762000" cy="304800"/>
          </a:xfrm>
        </p:grpSpPr>
        <p:sp>
          <p:nvSpPr>
            <p:cNvPr id="131" name="Shape 131"/>
            <p:cNvSpPr/>
            <p:nvPr/>
          </p:nvSpPr>
          <p:spPr>
            <a:xfrm>
              <a:off x="0" y="0"/>
              <a:ext cx="762000" cy="304800"/>
            </a:xfrm>
            <a:prstGeom prst="rect">
              <a:avLst/>
            </a:prstGeom>
            <a:solidFill>
              <a:srgbClr val="00CC99"/>
            </a:solidFill>
            <a:ln w="57150" cap="flat">
              <a:solidFill>
                <a:srgbClr val="33669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200">
                  <a:latin typeface="Tahoma Negreta"/>
                  <a:ea typeface="Tahoma Negreta"/>
                  <a:cs typeface="Tahoma Negreta"/>
                  <a:sym typeface="Tahoma Negreta"/>
                </a:defRPr>
              </a:pPr>
              <a:endParaRPr/>
            </a:p>
          </p:txBody>
        </p:sp>
        <p:sp>
          <p:nvSpPr>
            <p:cNvPr id="132" name="Shape 132"/>
            <p:cNvSpPr/>
            <p:nvPr/>
          </p:nvSpPr>
          <p:spPr>
            <a:xfrm>
              <a:off x="277614" y="63498"/>
              <a:ext cx="206772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>
                  <a:latin typeface="Tahoma Negreta"/>
                  <a:ea typeface="Tahoma Negreta"/>
                  <a:cs typeface="Tahoma Negreta"/>
                  <a:sym typeface="Tahoma Negreta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200">
                  <a:solidFill>
                    <a:srgbClr val="000066"/>
                  </a:solidFill>
                </a:rPr>
                <a:t>11</a:t>
              </a:r>
            </a:p>
          </p:txBody>
        </p:sp>
      </p:grpSp>
      <p:sp>
        <p:nvSpPr>
          <p:cNvPr id="134" name="Shape 134"/>
          <p:cNvSpPr>
            <a:spLocks noGrp="1"/>
          </p:cNvSpPr>
          <p:nvPr>
            <p:ph type="title" idx="4294967295"/>
          </p:nvPr>
        </p:nvSpPr>
        <p:spPr>
          <a:xfrm>
            <a:off x="1295400" y="685800"/>
            <a:ext cx="7086600" cy="152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FFFFFF"/>
                </a:solidFill>
              </a:rPr>
              <a:t>FASES DE UMA EQUIPE</a:t>
            </a:r>
          </a:p>
        </p:txBody>
      </p:sp>
      <p:sp>
        <p:nvSpPr>
          <p:cNvPr id="135" name="Shape 135"/>
          <p:cNvSpPr>
            <a:spLocks noGrp="1"/>
          </p:cNvSpPr>
          <p:nvPr>
            <p:ph type="body" idx="4294967295"/>
          </p:nvPr>
        </p:nvSpPr>
        <p:spPr>
          <a:xfrm>
            <a:off x="1295400" y="2133600"/>
            <a:ext cx="7086600" cy="403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 lnSpcReduction="10000"/>
          </a:bodyPr>
          <a:lstStyle/>
          <a:p>
            <a:pPr marL="1176144" lvl="0" indent="-1176144" defTabSz="896111">
              <a:buFontTx/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2700">
                <a:solidFill>
                  <a:srgbClr val="FFFFFF"/>
                </a:solidFill>
              </a:rPr>
              <a:t>FORMAÇÃO :  São pessoas que sabem que ficarão juntas por alguns meses, queiram ou não, tendo que manter um bom relacionamento com os outros, simpatizando ou não com os mesmos.</a:t>
            </a:r>
            <a:endParaRPr sz="2700"/>
          </a:p>
          <a:p>
            <a:pPr marL="1176144" lvl="0" indent="-1176144" defTabSz="896111">
              <a:buFontTx/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2700">
                <a:solidFill>
                  <a:srgbClr val="FFFFFF"/>
                </a:solidFill>
              </a:rPr>
              <a:t>Agitação : Tipo BBB, todo mundo é legal, simpático, alegre, até acontecer os primeiros desentendimentos, quando cada um mostra quem realmente é.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" grpId="1" build="p" bldLvl="5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/>
          <p:nvPr/>
        </p:nvSpPr>
        <p:spPr>
          <a:xfrm>
            <a:off x="1295400" y="6603999"/>
            <a:ext cx="28956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b">
            <a:spAutoFit/>
          </a:bodyPr>
          <a:lstStyle>
            <a:lvl1pPr defTabSz="457200">
              <a:defRPr sz="1200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00">
                <a:solidFill>
                  <a:srgbClr val="B2B2B2"/>
                </a:solidFill>
              </a:rPr>
              <a:t>Prof. Edgard</a:t>
            </a:r>
          </a:p>
        </p:txBody>
      </p:sp>
      <p:grpSp>
        <p:nvGrpSpPr>
          <p:cNvPr id="141" name="Group 141"/>
          <p:cNvGrpSpPr/>
          <p:nvPr/>
        </p:nvGrpSpPr>
        <p:grpSpPr>
          <a:xfrm>
            <a:off x="5791200" y="6477000"/>
            <a:ext cx="762000" cy="304800"/>
            <a:chOff x="0" y="0"/>
            <a:chExt cx="762000" cy="304800"/>
          </a:xfrm>
        </p:grpSpPr>
        <p:sp>
          <p:nvSpPr>
            <p:cNvPr id="139" name="Shape 139"/>
            <p:cNvSpPr/>
            <p:nvPr/>
          </p:nvSpPr>
          <p:spPr>
            <a:xfrm>
              <a:off x="0" y="0"/>
              <a:ext cx="762000" cy="304800"/>
            </a:xfrm>
            <a:prstGeom prst="rect">
              <a:avLst/>
            </a:prstGeom>
            <a:solidFill>
              <a:srgbClr val="00CC99"/>
            </a:solidFill>
            <a:ln w="57150" cap="flat">
              <a:solidFill>
                <a:srgbClr val="33669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200">
                  <a:latin typeface="Tahoma Negreta"/>
                  <a:ea typeface="Tahoma Negreta"/>
                  <a:cs typeface="Tahoma Negreta"/>
                  <a:sym typeface="Tahoma Negreta"/>
                </a:defRPr>
              </a:pPr>
              <a:endParaRPr/>
            </a:p>
          </p:txBody>
        </p:sp>
        <p:sp>
          <p:nvSpPr>
            <p:cNvPr id="140" name="Shape 140"/>
            <p:cNvSpPr/>
            <p:nvPr/>
          </p:nvSpPr>
          <p:spPr>
            <a:xfrm>
              <a:off x="277614" y="63498"/>
              <a:ext cx="206772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>
                  <a:latin typeface="Tahoma Negreta"/>
                  <a:ea typeface="Tahoma Negreta"/>
                  <a:cs typeface="Tahoma Negreta"/>
                  <a:sym typeface="Tahoma Negreta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200">
                  <a:solidFill>
                    <a:srgbClr val="000066"/>
                  </a:solidFill>
                </a:rPr>
                <a:t>12</a:t>
              </a:r>
            </a:p>
          </p:txBody>
        </p:sp>
      </p:grpSp>
      <p:sp>
        <p:nvSpPr>
          <p:cNvPr id="142" name="Shape 142"/>
          <p:cNvSpPr>
            <a:spLocks noGrp="1"/>
          </p:cNvSpPr>
          <p:nvPr>
            <p:ph type="title" idx="4294967295"/>
          </p:nvPr>
        </p:nvSpPr>
        <p:spPr>
          <a:xfrm>
            <a:off x="1295400" y="685800"/>
            <a:ext cx="7086600" cy="152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FFFFFF"/>
                </a:solidFill>
              </a:rPr>
              <a:t>FASES DE UMA EQUIPE</a:t>
            </a:r>
          </a:p>
        </p:txBody>
      </p:sp>
      <p:sp>
        <p:nvSpPr>
          <p:cNvPr id="143" name="Shape 143"/>
          <p:cNvSpPr>
            <a:spLocks noGrp="1"/>
          </p:cNvSpPr>
          <p:nvPr>
            <p:ph type="body" idx="4294967295"/>
          </p:nvPr>
        </p:nvSpPr>
        <p:spPr>
          <a:xfrm>
            <a:off x="1295400" y="2133600"/>
            <a:ext cx="7086600" cy="403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528066" lvl="0" indent="-528066" defTabSz="905255"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700">
                <a:solidFill>
                  <a:srgbClr val="FFFFFF"/>
                </a:solidFill>
              </a:rPr>
              <a:t>3	REGULAMENTAÇÃO : As pessoas já sabem quem é quem e começam a respeitar a posição do outro e saber como é o líder. (última oportunidade para cair a ficha e ficar na equipe)</a:t>
            </a:r>
            <a:endParaRPr sz="2700"/>
          </a:p>
          <a:p>
            <a:pPr marL="528066" lvl="0" indent="-528066" defTabSz="905255"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700">
                <a:solidFill>
                  <a:srgbClr val="FFFFFF"/>
                </a:solidFill>
              </a:rPr>
              <a:t>4	MATURIDADE : Sabem como trabalhar e onde deverão chegar. O desempenho fica bem melhor, a produtividade aumenta.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1" build="p" bldLvl="5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146"/>
          <p:cNvSpPr/>
          <p:nvPr/>
        </p:nvSpPr>
        <p:spPr>
          <a:xfrm>
            <a:off x="1295400" y="6603999"/>
            <a:ext cx="28956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b">
            <a:spAutoFit/>
          </a:bodyPr>
          <a:lstStyle>
            <a:lvl1pPr defTabSz="457200">
              <a:defRPr sz="1200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00">
                <a:solidFill>
                  <a:srgbClr val="B2B2B2"/>
                </a:solidFill>
              </a:rPr>
              <a:t>Prof. Edgard</a:t>
            </a:r>
          </a:p>
        </p:txBody>
      </p:sp>
      <p:grpSp>
        <p:nvGrpSpPr>
          <p:cNvPr id="149" name="Group 149"/>
          <p:cNvGrpSpPr/>
          <p:nvPr/>
        </p:nvGrpSpPr>
        <p:grpSpPr>
          <a:xfrm>
            <a:off x="5791200" y="6477000"/>
            <a:ext cx="762000" cy="304800"/>
            <a:chOff x="0" y="0"/>
            <a:chExt cx="762000" cy="304800"/>
          </a:xfrm>
        </p:grpSpPr>
        <p:sp>
          <p:nvSpPr>
            <p:cNvPr id="147" name="Shape 147"/>
            <p:cNvSpPr/>
            <p:nvPr/>
          </p:nvSpPr>
          <p:spPr>
            <a:xfrm>
              <a:off x="0" y="0"/>
              <a:ext cx="762000" cy="304800"/>
            </a:xfrm>
            <a:prstGeom prst="rect">
              <a:avLst/>
            </a:prstGeom>
            <a:solidFill>
              <a:srgbClr val="00CC99"/>
            </a:solidFill>
            <a:ln w="57150" cap="flat">
              <a:solidFill>
                <a:srgbClr val="33669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200">
                  <a:latin typeface="Tahoma Negreta"/>
                  <a:ea typeface="Tahoma Negreta"/>
                  <a:cs typeface="Tahoma Negreta"/>
                  <a:sym typeface="Tahoma Negreta"/>
                </a:defRPr>
              </a:pPr>
              <a:endParaRPr/>
            </a:p>
          </p:txBody>
        </p:sp>
        <p:sp>
          <p:nvSpPr>
            <p:cNvPr id="148" name="Shape 148"/>
            <p:cNvSpPr/>
            <p:nvPr/>
          </p:nvSpPr>
          <p:spPr>
            <a:xfrm>
              <a:off x="277614" y="63498"/>
              <a:ext cx="206772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>
                  <a:latin typeface="Tahoma Negreta"/>
                  <a:ea typeface="Tahoma Negreta"/>
                  <a:cs typeface="Tahoma Negreta"/>
                  <a:sym typeface="Tahoma Negreta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200">
                  <a:solidFill>
                    <a:srgbClr val="000066"/>
                  </a:solidFill>
                </a:rPr>
                <a:t>13</a:t>
              </a:r>
            </a:p>
          </p:txBody>
        </p:sp>
      </p:grpSp>
      <p:sp>
        <p:nvSpPr>
          <p:cNvPr id="150" name="Shape 150"/>
          <p:cNvSpPr>
            <a:spLocks noGrp="1"/>
          </p:cNvSpPr>
          <p:nvPr>
            <p:ph type="title" idx="4294967295"/>
          </p:nvPr>
        </p:nvSpPr>
        <p:spPr>
          <a:xfrm>
            <a:off x="1295400" y="685800"/>
            <a:ext cx="7086600" cy="152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FFFFFF"/>
                </a:solidFill>
              </a:rPr>
              <a:t>FASES DE UMA EQUIPE</a:t>
            </a:r>
          </a:p>
        </p:txBody>
      </p:sp>
      <p:sp>
        <p:nvSpPr>
          <p:cNvPr id="151" name="Shape 151"/>
          <p:cNvSpPr>
            <a:spLocks noGrp="1"/>
          </p:cNvSpPr>
          <p:nvPr>
            <p:ph type="body" idx="4294967295"/>
          </p:nvPr>
        </p:nvSpPr>
        <p:spPr>
          <a:xfrm>
            <a:off x="1295400" y="2133600"/>
            <a:ext cx="7086600" cy="403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528066" lvl="0" indent="-528066" defTabSz="905255"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700">
                <a:solidFill>
                  <a:srgbClr val="FFFFFF"/>
                </a:solidFill>
              </a:rPr>
              <a:t>5-	ACOMODAÇÃO : As arestas já foram aparadas, o chefe é boa gente, a turma gosta de um chopinho na sexta, só falta implantar o projeto. (maravilha)</a:t>
            </a:r>
            <a:endParaRPr sz="2700"/>
          </a:p>
          <a:p>
            <a:pPr marL="1188148" lvl="0" indent="-1188148" defTabSz="905255">
              <a:defRPr sz="1800">
                <a:solidFill>
                  <a:srgbClr val="000000"/>
                </a:solidFill>
              </a:defRPr>
            </a:pPr>
            <a:r>
              <a:rPr sz="2700">
                <a:solidFill>
                  <a:srgbClr val="FFFFFF"/>
                </a:solidFill>
              </a:rPr>
              <a:t>Obs: Aqui o papel do líder é fundamental, pois é ele que tem que jogar gasolina na fogueira. Só ficará tudo bem depois da aceitação do usuário.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" grpId="1" build="p" bldLvl="5" animBg="1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/>
          <p:nvPr/>
        </p:nvSpPr>
        <p:spPr>
          <a:xfrm>
            <a:off x="1295400" y="6603999"/>
            <a:ext cx="28956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b">
            <a:spAutoFit/>
          </a:bodyPr>
          <a:lstStyle>
            <a:lvl1pPr defTabSz="457200">
              <a:defRPr sz="1200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00">
                <a:solidFill>
                  <a:srgbClr val="B2B2B2"/>
                </a:solidFill>
              </a:rPr>
              <a:t>Prof. Edgard</a:t>
            </a:r>
          </a:p>
        </p:txBody>
      </p:sp>
      <p:grpSp>
        <p:nvGrpSpPr>
          <p:cNvPr id="157" name="Group 157"/>
          <p:cNvGrpSpPr/>
          <p:nvPr/>
        </p:nvGrpSpPr>
        <p:grpSpPr>
          <a:xfrm>
            <a:off x="5791200" y="6477000"/>
            <a:ext cx="762000" cy="304800"/>
            <a:chOff x="0" y="0"/>
            <a:chExt cx="762000" cy="304800"/>
          </a:xfrm>
        </p:grpSpPr>
        <p:sp>
          <p:nvSpPr>
            <p:cNvPr id="155" name="Shape 155"/>
            <p:cNvSpPr/>
            <p:nvPr/>
          </p:nvSpPr>
          <p:spPr>
            <a:xfrm>
              <a:off x="0" y="0"/>
              <a:ext cx="762000" cy="304800"/>
            </a:xfrm>
            <a:prstGeom prst="rect">
              <a:avLst/>
            </a:prstGeom>
            <a:solidFill>
              <a:srgbClr val="00CC99"/>
            </a:solidFill>
            <a:ln w="57150" cap="flat">
              <a:solidFill>
                <a:srgbClr val="33669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200">
                  <a:latin typeface="Tahoma Negreta"/>
                  <a:ea typeface="Tahoma Negreta"/>
                  <a:cs typeface="Tahoma Negreta"/>
                  <a:sym typeface="Tahoma Negreta"/>
                </a:defRPr>
              </a:pPr>
              <a:endParaRPr/>
            </a:p>
          </p:txBody>
        </p:sp>
        <p:sp>
          <p:nvSpPr>
            <p:cNvPr id="156" name="Shape 156"/>
            <p:cNvSpPr/>
            <p:nvPr/>
          </p:nvSpPr>
          <p:spPr>
            <a:xfrm>
              <a:off x="277614" y="63498"/>
              <a:ext cx="206772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>
                  <a:latin typeface="Tahoma Negreta"/>
                  <a:ea typeface="Tahoma Negreta"/>
                  <a:cs typeface="Tahoma Negreta"/>
                  <a:sym typeface="Tahoma Negreta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200">
                  <a:solidFill>
                    <a:srgbClr val="000066"/>
                  </a:solidFill>
                </a:rPr>
                <a:t>14</a:t>
              </a:r>
            </a:p>
          </p:txBody>
        </p:sp>
      </p:grpSp>
      <p:sp>
        <p:nvSpPr>
          <p:cNvPr id="158" name="Shape 158"/>
          <p:cNvSpPr>
            <a:spLocks noGrp="1"/>
          </p:cNvSpPr>
          <p:nvPr>
            <p:ph type="title" idx="4294967295"/>
          </p:nvPr>
        </p:nvSpPr>
        <p:spPr>
          <a:xfrm>
            <a:off x="1295400" y="533400"/>
            <a:ext cx="7086600" cy="160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FFFFFF"/>
                </a:solidFill>
              </a:rPr>
              <a:t>TIPOS DE PODER</a:t>
            </a:r>
          </a:p>
        </p:txBody>
      </p:sp>
      <p:sp>
        <p:nvSpPr>
          <p:cNvPr id="159" name="Shape 159"/>
          <p:cNvSpPr>
            <a:spLocks noGrp="1"/>
          </p:cNvSpPr>
          <p:nvPr>
            <p:ph type="body" idx="4294967295"/>
          </p:nvPr>
        </p:nvSpPr>
        <p:spPr>
          <a:xfrm>
            <a:off x="1295400" y="1905000"/>
            <a:ext cx="7086600" cy="426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763807" lvl="0" indent="-763807" defTabSz="905255">
              <a:lnSpc>
                <a:spcPct val="90000"/>
              </a:lnSpc>
              <a:defRPr sz="1800">
                <a:solidFill>
                  <a:srgbClr val="000000"/>
                </a:solidFill>
              </a:defRPr>
            </a:pPr>
            <a:r>
              <a:rPr sz="2700">
                <a:solidFill>
                  <a:srgbClr val="FFFFFF"/>
                </a:solidFill>
              </a:rPr>
              <a:t>O PODER DOS RECURSOS</a:t>
            </a:r>
            <a:endParaRPr sz="2700"/>
          </a:p>
          <a:p>
            <a:pPr marL="914510" lvl="1" indent="-461882" defTabSz="905255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defRPr sz="1800">
                <a:solidFill>
                  <a:srgbClr val="000000"/>
                </a:solidFill>
              </a:defRPr>
            </a:pPr>
            <a:r>
              <a:rPr sz="2300">
                <a:solidFill>
                  <a:srgbClr val="FFFFFF"/>
                </a:solidFill>
              </a:rPr>
              <a:t>DINHEIRO, PROPRIEDADES, ARMAS, ETC.</a:t>
            </a:r>
            <a:endParaRPr sz="2300"/>
          </a:p>
          <a:p>
            <a:pPr marL="763807" lvl="0" indent="-763807" defTabSz="905255">
              <a:lnSpc>
                <a:spcPct val="90000"/>
              </a:lnSpc>
              <a:defRPr sz="1800">
                <a:solidFill>
                  <a:srgbClr val="000000"/>
                </a:solidFill>
              </a:defRPr>
            </a:pPr>
            <a:r>
              <a:rPr sz="2700">
                <a:solidFill>
                  <a:srgbClr val="FFFFFF"/>
                </a:solidFill>
              </a:rPr>
              <a:t>O PODER DA POSIÇÃO</a:t>
            </a:r>
            <a:endParaRPr sz="2700"/>
          </a:p>
          <a:p>
            <a:pPr marL="914510" lvl="1" indent="-461882" defTabSz="905255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defRPr sz="1800">
                <a:solidFill>
                  <a:srgbClr val="000000"/>
                </a:solidFill>
              </a:defRPr>
            </a:pPr>
            <a:r>
              <a:rPr sz="2300">
                <a:solidFill>
                  <a:srgbClr val="FFFFFF"/>
                </a:solidFill>
              </a:rPr>
              <a:t>Direito de tomar decisões, contratar ou demitir pessoas, alocar verbas, etc. (chamado de autoridade as vezes por ser oficial e legitimo)</a:t>
            </a:r>
            <a:endParaRPr sz="2300"/>
          </a:p>
          <a:p>
            <a:pPr marL="763807" lvl="0" indent="-763807" defTabSz="905255">
              <a:lnSpc>
                <a:spcPct val="90000"/>
              </a:lnSpc>
              <a:defRPr sz="1800">
                <a:solidFill>
                  <a:srgbClr val="000000"/>
                </a:solidFill>
              </a:defRPr>
            </a:pPr>
            <a:r>
              <a:rPr sz="2700">
                <a:solidFill>
                  <a:srgbClr val="FFFFFF"/>
                </a:solidFill>
              </a:rPr>
              <a:t>O PODER TÉCNICO</a:t>
            </a:r>
            <a:endParaRPr sz="2700"/>
          </a:p>
          <a:p>
            <a:pPr marL="914510" lvl="1" indent="-461882" defTabSz="905255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  <a:defRPr sz="1800">
                <a:solidFill>
                  <a:srgbClr val="000000"/>
                </a:solidFill>
              </a:defRPr>
            </a:pPr>
            <a:r>
              <a:rPr sz="2300">
                <a:solidFill>
                  <a:srgbClr val="FFFFFF"/>
                </a:solidFill>
              </a:rPr>
              <a:t>Conhecimento, experiência, capacidade (também chamado de autoridade, mas sobre o assunto)</a:t>
            </a:r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" grpId="1" build="p" bldLvl="5" animBg="1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/>
          <p:nvPr/>
        </p:nvSpPr>
        <p:spPr>
          <a:xfrm>
            <a:off x="1295400" y="6603999"/>
            <a:ext cx="28956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b">
            <a:spAutoFit/>
          </a:bodyPr>
          <a:lstStyle>
            <a:lvl1pPr defTabSz="457200">
              <a:defRPr sz="1200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00">
                <a:solidFill>
                  <a:srgbClr val="B2B2B2"/>
                </a:solidFill>
              </a:rPr>
              <a:t>Prof. Edgard</a:t>
            </a:r>
          </a:p>
        </p:txBody>
      </p:sp>
      <p:grpSp>
        <p:nvGrpSpPr>
          <p:cNvPr id="165" name="Group 165"/>
          <p:cNvGrpSpPr/>
          <p:nvPr/>
        </p:nvGrpSpPr>
        <p:grpSpPr>
          <a:xfrm>
            <a:off x="5791200" y="6477000"/>
            <a:ext cx="762000" cy="304800"/>
            <a:chOff x="0" y="0"/>
            <a:chExt cx="762000" cy="304800"/>
          </a:xfrm>
        </p:grpSpPr>
        <p:sp>
          <p:nvSpPr>
            <p:cNvPr id="163" name="Shape 163"/>
            <p:cNvSpPr/>
            <p:nvPr/>
          </p:nvSpPr>
          <p:spPr>
            <a:xfrm>
              <a:off x="0" y="0"/>
              <a:ext cx="762000" cy="304800"/>
            </a:xfrm>
            <a:prstGeom prst="rect">
              <a:avLst/>
            </a:prstGeom>
            <a:solidFill>
              <a:srgbClr val="00CC99"/>
            </a:solidFill>
            <a:ln w="57150" cap="flat">
              <a:solidFill>
                <a:srgbClr val="33669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200">
                  <a:latin typeface="Tahoma Negreta"/>
                  <a:ea typeface="Tahoma Negreta"/>
                  <a:cs typeface="Tahoma Negreta"/>
                  <a:sym typeface="Tahoma Negreta"/>
                </a:defRPr>
              </a:pPr>
              <a:endParaRPr/>
            </a:p>
          </p:txBody>
        </p:sp>
        <p:sp>
          <p:nvSpPr>
            <p:cNvPr id="164" name="Shape 164"/>
            <p:cNvSpPr/>
            <p:nvPr/>
          </p:nvSpPr>
          <p:spPr>
            <a:xfrm>
              <a:off x="277614" y="63498"/>
              <a:ext cx="206772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>
                  <a:latin typeface="Tahoma Negreta"/>
                  <a:ea typeface="Tahoma Negreta"/>
                  <a:cs typeface="Tahoma Negreta"/>
                  <a:sym typeface="Tahoma Negreta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200">
                  <a:solidFill>
                    <a:srgbClr val="000066"/>
                  </a:solidFill>
                </a:rPr>
                <a:t>15</a:t>
              </a:r>
            </a:p>
          </p:txBody>
        </p:sp>
      </p:grpSp>
      <p:sp>
        <p:nvSpPr>
          <p:cNvPr id="166" name="Shape 166"/>
          <p:cNvSpPr>
            <a:spLocks noGrp="1"/>
          </p:cNvSpPr>
          <p:nvPr>
            <p:ph type="title" idx="4294967295"/>
          </p:nvPr>
        </p:nvSpPr>
        <p:spPr>
          <a:xfrm>
            <a:off x="1295400" y="533400"/>
            <a:ext cx="7086600" cy="1371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FFFFFF"/>
                </a:solidFill>
              </a:rPr>
              <a:t>MÁ UTILIZAÇÃO DO PODER</a:t>
            </a:r>
          </a:p>
        </p:txBody>
      </p:sp>
      <p:sp>
        <p:nvSpPr>
          <p:cNvPr id="167" name="Shape 167"/>
          <p:cNvSpPr>
            <a:spLocks noGrp="1"/>
          </p:cNvSpPr>
          <p:nvPr>
            <p:ph type="body" idx="4294967295"/>
          </p:nvPr>
        </p:nvSpPr>
        <p:spPr>
          <a:xfrm>
            <a:off x="1295400" y="1905000"/>
            <a:ext cx="7086600" cy="426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REJEIÇÃO DIRETA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TÁTICA DA ÚLTIMA GAVETA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MOBILIZAÇÃO DE APOIO POLITICO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NO FUTURO???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MAIORES ESPECIFICAÇÕES...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BODE EXPIATÓRIO...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DESVIO/DESCRÉDITO</a:t>
            </a:r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1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" grpId="1" build="p" bldLvl="5" animBg="1" advAuto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/>
          <p:nvPr/>
        </p:nvSpPr>
        <p:spPr>
          <a:xfrm>
            <a:off x="1295400" y="6603999"/>
            <a:ext cx="28956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b">
            <a:spAutoFit/>
          </a:bodyPr>
          <a:lstStyle>
            <a:lvl1pPr defTabSz="457200">
              <a:defRPr sz="1200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00">
                <a:solidFill>
                  <a:srgbClr val="B2B2B2"/>
                </a:solidFill>
              </a:rPr>
              <a:t>Prof. Edgard</a:t>
            </a:r>
          </a:p>
        </p:txBody>
      </p:sp>
      <p:grpSp>
        <p:nvGrpSpPr>
          <p:cNvPr id="173" name="Group 173"/>
          <p:cNvGrpSpPr/>
          <p:nvPr/>
        </p:nvGrpSpPr>
        <p:grpSpPr>
          <a:xfrm>
            <a:off x="5791200" y="6477000"/>
            <a:ext cx="762000" cy="304800"/>
            <a:chOff x="0" y="0"/>
            <a:chExt cx="762000" cy="304800"/>
          </a:xfrm>
        </p:grpSpPr>
        <p:sp>
          <p:nvSpPr>
            <p:cNvPr id="171" name="Shape 171"/>
            <p:cNvSpPr/>
            <p:nvPr/>
          </p:nvSpPr>
          <p:spPr>
            <a:xfrm>
              <a:off x="0" y="0"/>
              <a:ext cx="762000" cy="304800"/>
            </a:xfrm>
            <a:prstGeom prst="rect">
              <a:avLst/>
            </a:prstGeom>
            <a:solidFill>
              <a:srgbClr val="00CC99"/>
            </a:solidFill>
            <a:ln w="57150" cap="flat">
              <a:solidFill>
                <a:srgbClr val="33669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200">
                  <a:latin typeface="Tahoma Negreta"/>
                  <a:ea typeface="Tahoma Negreta"/>
                  <a:cs typeface="Tahoma Negreta"/>
                  <a:sym typeface="Tahoma Negreta"/>
                </a:defRPr>
              </a:pPr>
              <a:endParaRPr/>
            </a:p>
          </p:txBody>
        </p:sp>
        <p:sp>
          <p:nvSpPr>
            <p:cNvPr id="172" name="Shape 172"/>
            <p:cNvSpPr/>
            <p:nvPr/>
          </p:nvSpPr>
          <p:spPr>
            <a:xfrm>
              <a:off x="277614" y="63498"/>
              <a:ext cx="206772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>
                  <a:latin typeface="Tahoma Negreta"/>
                  <a:ea typeface="Tahoma Negreta"/>
                  <a:cs typeface="Tahoma Negreta"/>
                  <a:sym typeface="Tahoma Negreta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200">
                  <a:solidFill>
                    <a:srgbClr val="000066"/>
                  </a:solidFill>
                </a:rPr>
                <a:t>16</a:t>
              </a:r>
            </a:p>
          </p:txBody>
        </p:sp>
      </p:grpSp>
      <p:sp>
        <p:nvSpPr>
          <p:cNvPr id="174" name="Shape 174"/>
          <p:cNvSpPr>
            <a:spLocks noGrp="1"/>
          </p:cNvSpPr>
          <p:nvPr>
            <p:ph type="title" idx="4294967295"/>
          </p:nvPr>
        </p:nvSpPr>
        <p:spPr>
          <a:xfrm>
            <a:off x="1295400" y="381000"/>
            <a:ext cx="7086600" cy="1219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48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800">
                <a:solidFill>
                  <a:srgbClr val="FFFFFF"/>
                </a:solidFill>
              </a:rPr>
              <a:t>Poder: Um novo desafio</a:t>
            </a:r>
          </a:p>
        </p:txBody>
      </p:sp>
      <p:sp>
        <p:nvSpPr>
          <p:cNvPr id="175" name="Shape 175"/>
          <p:cNvSpPr>
            <a:spLocks noGrp="1"/>
          </p:cNvSpPr>
          <p:nvPr>
            <p:ph type="body" idx="4294967295"/>
          </p:nvPr>
        </p:nvSpPr>
        <p:spPr>
          <a:xfrm>
            <a:off x="609600" y="1600200"/>
            <a:ext cx="8534400" cy="472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0" lvl="1" indent="457200"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  <a:latin typeface="Verdana Bold"/>
                <a:ea typeface="Verdana Bold"/>
                <a:cs typeface="Verdana Bold"/>
                <a:sym typeface="Verdana Bold"/>
              </a:rPr>
              <a:t>O poder é bom e necessário porque permite todas as realizações, inclusive as ligadas a liderança, trabalho em equipe, gerenciamento de talentos. Possibilita, ainda, as ações transformadoras necessárias. Identificar o poder individual de cada um possibilita a autonomia e incentiva as iniciativas pessoais. </a:t>
            </a:r>
          </a:p>
        </p:txBody>
      </p:sp>
    </p:spTree>
  </p:cSld>
  <p:clrMapOvr>
    <a:masterClrMapping/>
  </p:clrMapOvr>
  <p:transition spd="med"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/>
          <p:nvPr/>
        </p:nvSpPr>
        <p:spPr>
          <a:xfrm>
            <a:off x="1295400" y="6603999"/>
            <a:ext cx="28956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b">
            <a:spAutoFit/>
          </a:bodyPr>
          <a:lstStyle>
            <a:lvl1pPr defTabSz="457200">
              <a:defRPr sz="1200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00">
                <a:solidFill>
                  <a:srgbClr val="B2B2B2"/>
                </a:solidFill>
              </a:rPr>
              <a:t>Prof. Edgard</a:t>
            </a:r>
          </a:p>
        </p:txBody>
      </p:sp>
      <p:grpSp>
        <p:nvGrpSpPr>
          <p:cNvPr id="181" name="Group 181"/>
          <p:cNvGrpSpPr/>
          <p:nvPr/>
        </p:nvGrpSpPr>
        <p:grpSpPr>
          <a:xfrm>
            <a:off x="5791200" y="6477000"/>
            <a:ext cx="762000" cy="304800"/>
            <a:chOff x="0" y="0"/>
            <a:chExt cx="762000" cy="304800"/>
          </a:xfrm>
        </p:grpSpPr>
        <p:sp>
          <p:nvSpPr>
            <p:cNvPr id="179" name="Shape 179"/>
            <p:cNvSpPr/>
            <p:nvPr/>
          </p:nvSpPr>
          <p:spPr>
            <a:xfrm>
              <a:off x="0" y="0"/>
              <a:ext cx="762000" cy="304800"/>
            </a:xfrm>
            <a:prstGeom prst="rect">
              <a:avLst/>
            </a:prstGeom>
            <a:solidFill>
              <a:srgbClr val="00CC99"/>
            </a:solidFill>
            <a:ln w="57150" cap="flat">
              <a:solidFill>
                <a:srgbClr val="33669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200">
                  <a:latin typeface="Tahoma Negreta"/>
                  <a:ea typeface="Tahoma Negreta"/>
                  <a:cs typeface="Tahoma Negreta"/>
                  <a:sym typeface="Tahoma Negreta"/>
                </a:defRPr>
              </a:pPr>
              <a:endParaRPr/>
            </a:p>
          </p:txBody>
        </p:sp>
        <p:sp>
          <p:nvSpPr>
            <p:cNvPr id="180" name="Shape 180"/>
            <p:cNvSpPr/>
            <p:nvPr/>
          </p:nvSpPr>
          <p:spPr>
            <a:xfrm>
              <a:off x="277614" y="63498"/>
              <a:ext cx="206772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>
                  <a:latin typeface="Tahoma Negreta"/>
                  <a:ea typeface="Tahoma Negreta"/>
                  <a:cs typeface="Tahoma Negreta"/>
                  <a:sym typeface="Tahoma Negreta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200">
                  <a:solidFill>
                    <a:srgbClr val="000066"/>
                  </a:solidFill>
                </a:rPr>
                <a:t>17</a:t>
              </a:r>
            </a:p>
          </p:txBody>
        </p:sp>
      </p:grpSp>
      <p:sp>
        <p:nvSpPr>
          <p:cNvPr id="182" name="Shape 182"/>
          <p:cNvSpPr>
            <a:spLocks noGrp="1"/>
          </p:cNvSpPr>
          <p:nvPr>
            <p:ph type="title" idx="4294967295"/>
          </p:nvPr>
        </p:nvSpPr>
        <p:spPr>
          <a:xfrm>
            <a:off x="1295400" y="990600"/>
            <a:ext cx="7086600" cy="990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FFFFFF"/>
                </a:solidFill>
              </a:rPr>
              <a:t>DICAS</a:t>
            </a:r>
          </a:p>
        </p:txBody>
      </p:sp>
      <p:sp>
        <p:nvSpPr>
          <p:cNvPr id="183" name="Shape 183"/>
          <p:cNvSpPr>
            <a:spLocks noGrp="1"/>
          </p:cNvSpPr>
          <p:nvPr>
            <p:ph type="body" idx="4294967295"/>
          </p:nvPr>
        </p:nvSpPr>
        <p:spPr>
          <a:xfrm>
            <a:off x="304800" y="2133600"/>
            <a:ext cx="8534400" cy="403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 lnSpcReduction="10000"/>
          </a:bodyPr>
          <a:lstStyle/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CONHECER CADA ELEMENTO DA EQUIPE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ANALISAR SEUS CONHECIMENTOS/FRAQUEZAS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TER UM BACK-UP NATURAL OU FORÇADO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SABER USAR OS FOFOQUEIROS (PORTA-VOZES)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MANTER BOM RELACIONAMENTO COM OS CHEFES, MAS PRINCIPALMENTE COM AS SECRETÁRIAS.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MANTER OS CONTROLES ATUALIZADOS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" grpId="1" build="p" bldLvl="5" animBg="1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/>
          <p:nvPr/>
        </p:nvSpPr>
        <p:spPr>
          <a:xfrm>
            <a:off x="1295400" y="6603999"/>
            <a:ext cx="28956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b">
            <a:spAutoFit/>
          </a:bodyPr>
          <a:lstStyle>
            <a:lvl1pPr defTabSz="457200">
              <a:defRPr sz="1200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00">
                <a:solidFill>
                  <a:srgbClr val="B2B2B2"/>
                </a:solidFill>
              </a:rPr>
              <a:t>Prof. Edgard</a:t>
            </a:r>
          </a:p>
        </p:txBody>
      </p:sp>
      <p:grpSp>
        <p:nvGrpSpPr>
          <p:cNvPr id="189" name="Group 189"/>
          <p:cNvGrpSpPr/>
          <p:nvPr/>
        </p:nvGrpSpPr>
        <p:grpSpPr>
          <a:xfrm>
            <a:off x="5791200" y="6477000"/>
            <a:ext cx="762000" cy="304800"/>
            <a:chOff x="0" y="0"/>
            <a:chExt cx="762000" cy="304800"/>
          </a:xfrm>
        </p:grpSpPr>
        <p:sp>
          <p:nvSpPr>
            <p:cNvPr id="187" name="Shape 187"/>
            <p:cNvSpPr/>
            <p:nvPr/>
          </p:nvSpPr>
          <p:spPr>
            <a:xfrm>
              <a:off x="0" y="0"/>
              <a:ext cx="762000" cy="304800"/>
            </a:xfrm>
            <a:prstGeom prst="rect">
              <a:avLst/>
            </a:prstGeom>
            <a:solidFill>
              <a:srgbClr val="00CC99"/>
            </a:solidFill>
            <a:ln w="57150" cap="flat">
              <a:solidFill>
                <a:srgbClr val="33669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200">
                  <a:latin typeface="Tahoma Negreta"/>
                  <a:ea typeface="Tahoma Negreta"/>
                  <a:cs typeface="Tahoma Negreta"/>
                  <a:sym typeface="Tahoma Negreta"/>
                </a:defRPr>
              </a:pPr>
              <a:endParaRPr/>
            </a:p>
          </p:txBody>
        </p:sp>
        <p:sp>
          <p:nvSpPr>
            <p:cNvPr id="188" name="Shape 188"/>
            <p:cNvSpPr/>
            <p:nvPr/>
          </p:nvSpPr>
          <p:spPr>
            <a:xfrm>
              <a:off x="277614" y="63498"/>
              <a:ext cx="206772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>
                  <a:latin typeface="Tahoma Negreta"/>
                  <a:ea typeface="Tahoma Negreta"/>
                  <a:cs typeface="Tahoma Negreta"/>
                  <a:sym typeface="Tahoma Negreta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200">
                  <a:solidFill>
                    <a:srgbClr val="000066"/>
                  </a:solidFill>
                </a:rPr>
                <a:t>18</a:t>
              </a:r>
            </a:p>
          </p:txBody>
        </p:sp>
      </p:grpSp>
      <p:sp>
        <p:nvSpPr>
          <p:cNvPr id="190" name="Shape 190"/>
          <p:cNvSpPr>
            <a:spLocks noGrp="1"/>
          </p:cNvSpPr>
          <p:nvPr>
            <p:ph type="title" idx="4294967295"/>
          </p:nvPr>
        </p:nvSpPr>
        <p:spPr>
          <a:xfrm>
            <a:off x="304800" y="228600"/>
            <a:ext cx="8077200" cy="1371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 algn="ctr"/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FFFFFF"/>
                </a:solidFill>
              </a:rPr>
              <a:t>DIFERENÇAS EMPREGADO/PROFISSIONAL</a:t>
            </a:r>
          </a:p>
        </p:txBody>
      </p:sp>
      <p:sp>
        <p:nvSpPr>
          <p:cNvPr id="191" name="Shape 191"/>
          <p:cNvSpPr>
            <a:spLocks noGrp="1"/>
          </p:cNvSpPr>
          <p:nvPr>
            <p:ph type="body" idx="4294967295"/>
          </p:nvPr>
        </p:nvSpPr>
        <p:spPr>
          <a:xfrm>
            <a:off x="304800" y="2133600"/>
            <a:ext cx="8534400" cy="403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829733" lvl="0" indent="-829733">
              <a:lnSpc>
                <a:spcPct val="90000"/>
              </a:lnSpc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E = Troca energia por salário</a:t>
            </a:r>
          </a:p>
          <a:p>
            <a:pPr marL="829733" lvl="0" indent="-829733">
              <a:lnSpc>
                <a:spcPct val="90000"/>
              </a:lnSpc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CC6600"/>
                </a:solidFill>
              </a:rPr>
              <a:t>P = O salário é conseqüência do trabalho</a:t>
            </a:r>
            <a:endParaRPr>
              <a:solidFill>
                <a:srgbClr val="CC6600"/>
              </a:solidFill>
            </a:endParaRPr>
          </a:p>
          <a:p>
            <a:pPr lvl="0">
              <a:lnSpc>
                <a:spcPct val="90000"/>
              </a:lnSpc>
              <a:defRPr sz="1800">
                <a:solidFill>
                  <a:srgbClr val="000000"/>
                </a:solidFill>
              </a:defRPr>
            </a:pPr>
            <a:endParaRPr>
              <a:solidFill>
                <a:srgbClr val="CC6600"/>
              </a:solidFill>
            </a:endParaRPr>
          </a:p>
          <a:p>
            <a:pPr marL="829733" lvl="0" indent="-829733">
              <a:lnSpc>
                <a:spcPct val="90000"/>
              </a:lnSpc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E = Não tem interesse em se aperfeiçoar</a:t>
            </a:r>
          </a:p>
          <a:p>
            <a:pPr marL="829733" lvl="0" indent="-829733">
              <a:lnSpc>
                <a:spcPct val="90000"/>
              </a:lnSpc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CC6600"/>
                </a:solidFill>
              </a:rPr>
              <a:t>P = Faz cursos na empresa e voluntariamente</a:t>
            </a:r>
            <a:endParaRPr>
              <a:solidFill>
                <a:srgbClr val="CC6600"/>
              </a:solidFill>
            </a:endParaRPr>
          </a:p>
          <a:p>
            <a:pPr lvl="0">
              <a:lnSpc>
                <a:spcPct val="90000"/>
              </a:lnSpc>
              <a:defRPr sz="1800">
                <a:solidFill>
                  <a:srgbClr val="000000"/>
                </a:solidFill>
              </a:defRPr>
            </a:pPr>
            <a:endParaRPr>
              <a:solidFill>
                <a:srgbClr val="CC6600"/>
              </a:solidFill>
            </a:endParaRPr>
          </a:p>
          <a:p>
            <a:pPr marL="829733" lvl="0" indent="-829733">
              <a:lnSpc>
                <a:spcPct val="90000"/>
              </a:lnSpc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E = Faz o que lhe é ordenado</a:t>
            </a:r>
          </a:p>
          <a:p>
            <a:pPr marL="829733" lvl="0" indent="-829733">
              <a:lnSpc>
                <a:spcPct val="90000"/>
              </a:lnSpc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CC6600"/>
                </a:solidFill>
              </a:rPr>
              <a:t>P = É inovador, dá idéias</a:t>
            </a:r>
            <a:r>
              <a:rPr sz="2800">
                <a:solidFill>
                  <a:srgbClr val="FFFFFF"/>
                </a:solidFill>
              </a:rPr>
              <a:t> 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1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" grpId="1" build="p" bldLvl="5" animBg="1" advAuto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/>
          <p:nvPr/>
        </p:nvSpPr>
        <p:spPr>
          <a:xfrm>
            <a:off x="1295400" y="6603999"/>
            <a:ext cx="28956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b">
            <a:spAutoFit/>
          </a:bodyPr>
          <a:lstStyle>
            <a:lvl1pPr defTabSz="457200">
              <a:defRPr sz="1200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00">
                <a:solidFill>
                  <a:srgbClr val="B2B2B2"/>
                </a:solidFill>
              </a:rPr>
              <a:t>Prof. Edgard</a:t>
            </a:r>
          </a:p>
        </p:txBody>
      </p:sp>
      <p:grpSp>
        <p:nvGrpSpPr>
          <p:cNvPr id="197" name="Group 197"/>
          <p:cNvGrpSpPr/>
          <p:nvPr/>
        </p:nvGrpSpPr>
        <p:grpSpPr>
          <a:xfrm>
            <a:off x="5791200" y="6477000"/>
            <a:ext cx="762000" cy="304800"/>
            <a:chOff x="0" y="0"/>
            <a:chExt cx="762000" cy="304800"/>
          </a:xfrm>
        </p:grpSpPr>
        <p:sp>
          <p:nvSpPr>
            <p:cNvPr id="195" name="Shape 195"/>
            <p:cNvSpPr/>
            <p:nvPr/>
          </p:nvSpPr>
          <p:spPr>
            <a:xfrm>
              <a:off x="0" y="0"/>
              <a:ext cx="762000" cy="304800"/>
            </a:xfrm>
            <a:prstGeom prst="rect">
              <a:avLst/>
            </a:prstGeom>
            <a:solidFill>
              <a:srgbClr val="00CC99"/>
            </a:solidFill>
            <a:ln w="57150" cap="flat">
              <a:solidFill>
                <a:srgbClr val="33669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200">
                  <a:latin typeface="Tahoma Negreta"/>
                  <a:ea typeface="Tahoma Negreta"/>
                  <a:cs typeface="Tahoma Negreta"/>
                  <a:sym typeface="Tahoma Negreta"/>
                </a:defRPr>
              </a:pPr>
              <a:endParaRPr/>
            </a:p>
          </p:txBody>
        </p:sp>
        <p:sp>
          <p:nvSpPr>
            <p:cNvPr id="196" name="Shape 196"/>
            <p:cNvSpPr/>
            <p:nvPr/>
          </p:nvSpPr>
          <p:spPr>
            <a:xfrm>
              <a:off x="277614" y="63498"/>
              <a:ext cx="206772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>
                  <a:latin typeface="Tahoma Negreta"/>
                  <a:ea typeface="Tahoma Negreta"/>
                  <a:cs typeface="Tahoma Negreta"/>
                  <a:sym typeface="Tahoma Negreta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200">
                  <a:solidFill>
                    <a:srgbClr val="000066"/>
                  </a:solidFill>
                </a:rPr>
                <a:t>19</a:t>
              </a:r>
            </a:p>
          </p:txBody>
        </p:sp>
      </p:grpSp>
      <p:sp>
        <p:nvSpPr>
          <p:cNvPr id="198" name="Shape 198"/>
          <p:cNvSpPr>
            <a:spLocks noGrp="1"/>
          </p:cNvSpPr>
          <p:nvPr>
            <p:ph type="title" idx="4294967295"/>
          </p:nvPr>
        </p:nvSpPr>
        <p:spPr>
          <a:xfrm>
            <a:off x="304800" y="228600"/>
            <a:ext cx="8077200" cy="1371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 algn="ctr"/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FFFFFF"/>
                </a:solidFill>
              </a:rPr>
              <a:t>DIFERENÇAS EMPREGADO/PROFISSIONAL</a:t>
            </a:r>
          </a:p>
        </p:txBody>
      </p:sp>
      <p:sp>
        <p:nvSpPr>
          <p:cNvPr id="199" name="Shape 199"/>
          <p:cNvSpPr>
            <a:spLocks noGrp="1"/>
          </p:cNvSpPr>
          <p:nvPr>
            <p:ph type="body" idx="4294967295"/>
          </p:nvPr>
        </p:nvSpPr>
        <p:spPr>
          <a:xfrm>
            <a:off x="304800" y="2133599"/>
            <a:ext cx="8534400" cy="4572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E = Não passa seus conhecimentos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CC6600"/>
                </a:solidFill>
              </a:rPr>
              <a:t>P = Mais que dedicado é competente</a:t>
            </a:r>
            <a:endParaRPr>
              <a:solidFill>
                <a:srgbClr val="CC6600"/>
              </a:solidFill>
            </a:endParaRP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E = Reivindica, cobra mais do que faz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CC6600"/>
                </a:solidFill>
              </a:rPr>
              <a:t>P = Delega poderes, ensina, coopera</a:t>
            </a:r>
            <a:endParaRPr>
              <a:solidFill>
                <a:srgbClr val="CC6600"/>
              </a:solidFill>
            </a:endParaRP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E = Não vê perspectivas futuras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CC6600"/>
                </a:solidFill>
              </a:rPr>
              <a:t>P = Visualiza o seu futuro e o da empresa</a:t>
            </a:r>
            <a:endParaRPr>
              <a:solidFill>
                <a:srgbClr val="CC6600"/>
              </a:solidFill>
            </a:endParaRP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E = Não se preocupa com qualidade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CC6600"/>
                </a:solidFill>
              </a:rPr>
              <a:t>P = Busca a excelência do produto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1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" grpId="1" build="p" bldLvl="5" animBg="1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202"/>
          <p:cNvSpPr/>
          <p:nvPr/>
        </p:nvSpPr>
        <p:spPr>
          <a:xfrm>
            <a:off x="1295400" y="6603999"/>
            <a:ext cx="28956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b">
            <a:spAutoFit/>
          </a:bodyPr>
          <a:lstStyle>
            <a:lvl1pPr defTabSz="457200">
              <a:defRPr sz="1200">
                <a:solidFill>
                  <a:srgbClr val="B2B2B2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00">
                <a:solidFill>
                  <a:srgbClr val="B2B2B2"/>
                </a:solidFill>
              </a:rPr>
              <a:t>Prof. Edgard</a:t>
            </a:r>
          </a:p>
        </p:txBody>
      </p:sp>
      <p:grpSp>
        <p:nvGrpSpPr>
          <p:cNvPr id="205" name="Group 205"/>
          <p:cNvGrpSpPr/>
          <p:nvPr/>
        </p:nvGrpSpPr>
        <p:grpSpPr>
          <a:xfrm>
            <a:off x="5791200" y="6477000"/>
            <a:ext cx="762000" cy="304800"/>
            <a:chOff x="0" y="0"/>
            <a:chExt cx="762000" cy="304800"/>
          </a:xfrm>
        </p:grpSpPr>
        <p:sp>
          <p:nvSpPr>
            <p:cNvPr id="203" name="Shape 203"/>
            <p:cNvSpPr/>
            <p:nvPr/>
          </p:nvSpPr>
          <p:spPr>
            <a:xfrm>
              <a:off x="0" y="0"/>
              <a:ext cx="762000" cy="304800"/>
            </a:xfrm>
            <a:prstGeom prst="rect">
              <a:avLst/>
            </a:prstGeom>
            <a:solidFill>
              <a:srgbClr val="00CC99"/>
            </a:solidFill>
            <a:ln w="57150" cap="flat">
              <a:solidFill>
                <a:srgbClr val="33669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200">
                  <a:latin typeface="Tahoma Negreta"/>
                  <a:ea typeface="Tahoma Negreta"/>
                  <a:cs typeface="Tahoma Negreta"/>
                  <a:sym typeface="Tahoma Negreta"/>
                </a:defRPr>
              </a:pPr>
              <a:endParaRPr/>
            </a:p>
          </p:txBody>
        </p:sp>
        <p:sp>
          <p:nvSpPr>
            <p:cNvPr id="204" name="Shape 204"/>
            <p:cNvSpPr/>
            <p:nvPr/>
          </p:nvSpPr>
          <p:spPr>
            <a:xfrm>
              <a:off x="277614" y="63498"/>
              <a:ext cx="206772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>
                  <a:latin typeface="Tahoma Negreta"/>
                  <a:ea typeface="Tahoma Negreta"/>
                  <a:cs typeface="Tahoma Negreta"/>
                  <a:sym typeface="Tahoma Negreta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200">
                  <a:solidFill>
                    <a:srgbClr val="000066"/>
                  </a:solidFill>
                </a:rPr>
                <a:t>20</a:t>
              </a:r>
            </a:p>
          </p:txBody>
        </p:sp>
      </p:grpSp>
      <p:sp>
        <p:nvSpPr>
          <p:cNvPr id="206" name="Shape 206"/>
          <p:cNvSpPr>
            <a:spLocks noGrp="1"/>
          </p:cNvSpPr>
          <p:nvPr>
            <p:ph type="title" idx="4294967295"/>
          </p:nvPr>
        </p:nvSpPr>
        <p:spPr>
          <a:xfrm>
            <a:off x="457200" y="533400"/>
            <a:ext cx="8153400" cy="160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32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DESCREVA QUAL O PAPEL DE CADA UM NO DESENVOLVIMENTO DE UM PROJETO</a:t>
            </a:r>
          </a:p>
        </p:txBody>
      </p:sp>
      <p:sp>
        <p:nvSpPr>
          <p:cNvPr id="207" name="Shape 207"/>
          <p:cNvSpPr>
            <a:spLocks noGrp="1"/>
          </p:cNvSpPr>
          <p:nvPr>
            <p:ph type="body" idx="4294967295"/>
          </p:nvPr>
        </p:nvSpPr>
        <p:spPr>
          <a:xfrm>
            <a:off x="381000" y="2819400"/>
            <a:ext cx="8229600" cy="3733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1- DIRETOR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2- GERENTES USUARIOS E DE T.I.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3- COORDENADORES / LIDERES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4- ANALISTAS DESENVOLVEDORES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5- PROGRAMADORES / SUPORTE TECNICO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6- OPERADORES</a:t>
            </a:r>
          </a:p>
          <a:p>
            <a:pPr marL="829733" lvl="0" indent="-82973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7- USUARIOS FINAIS /EMPRESA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2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" grpId="1" build="p" bldLvl="5" animBg="1" advAuto="0"/>
    </p:bldLst>
  </p:timing>
</p:sld>
</file>

<file path=ppt/theme/theme1.xml><?xml version="1.0" encoding="utf-8"?>
<a:theme xmlns:a="http://schemas.openxmlformats.org/drawingml/2006/main" name="Default">
  <a:themeElements>
    <a:clrScheme name="Default">
      <a:dk1>
        <a:srgbClr val="000066"/>
      </a:dk1>
      <a:lt1>
        <a:srgbClr val="000066"/>
      </a:lt1>
      <a:dk2>
        <a:srgbClr val="A7A7A7"/>
      </a:dk2>
      <a:lt2>
        <a:srgbClr val="535353"/>
      </a:lt2>
      <a:accent1>
        <a:srgbClr val="00CC99"/>
      </a:accent1>
      <a:accent2>
        <a:srgbClr val="0099CC"/>
      </a:accent2>
      <a:accent3>
        <a:srgbClr val="AAAAB8"/>
      </a:accent3>
      <a:accent4>
        <a:srgbClr val="DADADA"/>
      </a:accent4>
      <a:accent5>
        <a:srgbClr val="AAE0C9"/>
      </a:accent5>
      <a:accent6>
        <a:srgbClr val="008BB9"/>
      </a:accent6>
      <a:hlink>
        <a:srgbClr val="0000FF"/>
      </a:hlink>
      <a:folHlink>
        <a:srgbClr val="FF00FF"/>
      </a:folHlink>
    </a:clrScheme>
    <a:fontScheme name="Default">
      <a:majorFont>
        <a:latin typeface="Helvetica"/>
        <a:ea typeface="Helvetica"/>
        <a:cs typeface="Helvetica"/>
      </a:majorFont>
      <a:minorFont>
        <a:latin typeface="Avenir Roman"/>
        <a:ea typeface="Avenir Roman"/>
        <a:cs typeface="Avenir Roman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66"/>
        </a:solidFill>
        <a:ln w="25400" cap="flat">
          <a:solidFill>
            <a:srgbClr val="00CC99"/>
          </a:solidFill>
          <a:prstDash val="solid"/>
          <a:bevel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66"/>
            </a:solidFill>
            <a:effectLst/>
            <a:uFillTx/>
            <a:latin typeface="+mn-lt"/>
            <a:ea typeface="+mn-ea"/>
            <a:cs typeface="+mn-cs"/>
            <a:sym typeface="Avenir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CC99"/>
          </a:solidFill>
          <a:prstDash val="solid"/>
          <a:bevel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66"/>
            </a:solidFill>
            <a:effectLst/>
            <a:uFillTx/>
            <a:latin typeface="+mn-lt"/>
            <a:ea typeface="+mn-ea"/>
            <a:cs typeface="+mn-cs"/>
            <a:sym typeface="Avenir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CC99"/>
      </a:accent1>
      <a:accent2>
        <a:srgbClr val="0099CC"/>
      </a:accent2>
      <a:accent3>
        <a:srgbClr val="AAAAB8"/>
      </a:accent3>
      <a:accent4>
        <a:srgbClr val="DADADA"/>
      </a:accent4>
      <a:accent5>
        <a:srgbClr val="AAE0C9"/>
      </a:accent5>
      <a:accent6>
        <a:srgbClr val="008BB9"/>
      </a:accent6>
      <a:hlink>
        <a:srgbClr val="0000FF"/>
      </a:hlink>
      <a:folHlink>
        <a:srgbClr val="FF00FF"/>
      </a:folHlink>
    </a:clrScheme>
    <a:fontScheme name="Default">
      <a:majorFont>
        <a:latin typeface="Helvetica"/>
        <a:ea typeface="Helvetica"/>
        <a:cs typeface="Helvetica"/>
      </a:majorFont>
      <a:minorFont>
        <a:latin typeface="Avenir Roman"/>
        <a:ea typeface="Avenir Roman"/>
        <a:cs typeface="Avenir Roman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66"/>
        </a:solidFill>
        <a:ln w="25400" cap="flat">
          <a:solidFill>
            <a:srgbClr val="00CC99"/>
          </a:solidFill>
          <a:prstDash val="solid"/>
          <a:bevel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66"/>
            </a:solidFill>
            <a:effectLst/>
            <a:uFillTx/>
            <a:latin typeface="+mn-lt"/>
            <a:ea typeface="+mn-ea"/>
            <a:cs typeface="+mn-cs"/>
            <a:sym typeface="Avenir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CC99"/>
          </a:solidFill>
          <a:prstDash val="solid"/>
          <a:bevel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66"/>
            </a:solidFill>
            <a:effectLst/>
            <a:uFillTx/>
            <a:latin typeface="+mn-lt"/>
            <a:ea typeface="+mn-ea"/>
            <a:cs typeface="+mn-cs"/>
            <a:sym typeface="Avenir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808</Words>
  <Application>Microsoft Macintosh PowerPoint</Application>
  <PresentationFormat>Apresentação na tela (4:3)</PresentationFormat>
  <Paragraphs>146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7" baseType="lpstr">
      <vt:lpstr>Avenir Roman</vt:lpstr>
      <vt:lpstr>Helvetica</vt:lpstr>
      <vt:lpstr>Tahoma</vt:lpstr>
      <vt:lpstr>Tahoma Negreta</vt:lpstr>
      <vt:lpstr>Verdana Bold</vt:lpstr>
      <vt:lpstr>Wingdings</vt:lpstr>
      <vt:lpstr>Default</vt:lpstr>
      <vt:lpstr>ADMINISTRAÇÃO DE PROJETOS 1 SEMESTRE 2022</vt:lpstr>
      <vt:lpstr>O QUE É UM PROJETO?</vt:lpstr>
      <vt:lpstr>O QUE É UM PROJETO?</vt:lpstr>
      <vt:lpstr>O QUE É UM PROJETO?</vt:lpstr>
      <vt:lpstr>Apresentação do PowerPoint</vt:lpstr>
      <vt:lpstr>QUEM ESTÁ ENVOLVIDO NUM PROJETO?</vt:lpstr>
      <vt:lpstr>QUEM ESTÁ ENVOLVIDO NUM PROJETO?</vt:lpstr>
      <vt:lpstr>COMO GERENCIAR ESSA GENTE?</vt:lpstr>
      <vt:lpstr>COMO TRATAR A EQUIPE?</vt:lpstr>
      <vt:lpstr>AS 5 FASES DE UMA EQUIPE</vt:lpstr>
      <vt:lpstr>FASES DE UMA EQUIPE</vt:lpstr>
      <vt:lpstr>FASES DE UMA EQUIPE</vt:lpstr>
      <vt:lpstr>FASES DE UMA EQUIPE</vt:lpstr>
      <vt:lpstr>TIPOS DE PODER</vt:lpstr>
      <vt:lpstr>MÁ UTILIZAÇÃO DO PODER</vt:lpstr>
      <vt:lpstr>Poder: Um novo desafio</vt:lpstr>
      <vt:lpstr>DICAS</vt:lpstr>
      <vt:lpstr>DIFERENÇAS EMPREGADO/PROFISSIONAL</vt:lpstr>
      <vt:lpstr>DIFERENÇAS EMPREGADO/PROFISSIONAL</vt:lpstr>
      <vt:lpstr>DESCREVA QUAL O PAPEL DE CADA UM NO DESENVOLVIMENTO DE UM PROJETO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ADMINISTRAÇÃO DE PROJETOS 2 SEMESTRE 2016</dc:title>
  <cp:lastModifiedBy>EDGARD ALEXANDRE ROMANATO</cp:lastModifiedBy>
  <cp:revision>2</cp:revision>
  <dcterms:modified xsi:type="dcterms:W3CDTF">2022-04-22T20:02:03Z</dcterms:modified>
</cp:coreProperties>
</file>