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lvl1pPr>
      <a:defRPr sz="2400">
        <a:latin typeface="+mj-lt"/>
        <a:ea typeface="+mj-ea"/>
        <a:cs typeface="+mj-cs"/>
        <a:sym typeface="Helvetica"/>
      </a:defRPr>
    </a:lvl1pPr>
    <a:lvl2pPr>
      <a:defRPr sz="2400">
        <a:latin typeface="+mj-lt"/>
        <a:ea typeface="+mj-ea"/>
        <a:cs typeface="+mj-cs"/>
        <a:sym typeface="Helvetica"/>
      </a:defRPr>
    </a:lvl2pPr>
    <a:lvl3pPr>
      <a:defRPr sz="2400">
        <a:latin typeface="+mj-lt"/>
        <a:ea typeface="+mj-ea"/>
        <a:cs typeface="+mj-cs"/>
        <a:sym typeface="Helvetica"/>
      </a:defRPr>
    </a:lvl3pPr>
    <a:lvl4pPr>
      <a:defRPr sz="2400">
        <a:latin typeface="+mj-lt"/>
        <a:ea typeface="+mj-ea"/>
        <a:cs typeface="+mj-cs"/>
        <a:sym typeface="Helvetica"/>
      </a:defRPr>
    </a:lvl4pPr>
    <a:lvl5pPr>
      <a:defRPr sz="2400">
        <a:latin typeface="+mj-lt"/>
        <a:ea typeface="+mj-ea"/>
        <a:cs typeface="+mj-cs"/>
        <a:sym typeface="Helvetica"/>
      </a:defRPr>
    </a:lvl5pPr>
    <a:lvl6pPr>
      <a:defRPr sz="2400">
        <a:latin typeface="+mj-lt"/>
        <a:ea typeface="+mj-ea"/>
        <a:cs typeface="+mj-cs"/>
        <a:sym typeface="Helvetica"/>
      </a:defRPr>
    </a:lvl6pPr>
    <a:lvl7pPr>
      <a:defRPr sz="2400">
        <a:latin typeface="+mj-lt"/>
        <a:ea typeface="+mj-ea"/>
        <a:cs typeface="+mj-cs"/>
        <a:sym typeface="Helvetica"/>
      </a:defRPr>
    </a:lvl7pPr>
    <a:lvl8pPr>
      <a:defRPr sz="2400">
        <a:latin typeface="+mj-lt"/>
        <a:ea typeface="+mj-ea"/>
        <a:cs typeface="+mj-cs"/>
        <a:sym typeface="Helvetica"/>
      </a:defRPr>
    </a:lvl8pPr>
    <a:lvl9pPr>
      <a:defRPr sz="2400">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ECFF"/>
          </a:solidFill>
        </a:fill>
      </a:tcStyle>
    </a:wholeTbl>
    <a:band2H>
      <a:tcTxStyle/>
      <a:tcStyle>
        <a:tcBdr/>
        <a:fill>
          <a:solidFill>
            <a:srgbClr val="E6F6FF"/>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firstRow>
  </a:tblStyle>
  <a:tblStyle styleId="{C7B018BB-80A7-4F77-B60F-C8B233D01FF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2E6F3"/>
          </a:solidFill>
        </a:fill>
      </a:tcStyle>
    </a:wholeTbl>
    <a:band2H>
      <a:tcTxStyle/>
      <a:tcStyle>
        <a:tcBdr/>
        <a:fill>
          <a:solidFill>
            <a:srgbClr val="F1F3F9"/>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firstRow>
  </a:tblStyle>
  <a:tblStyle styleId="{EEE7283C-3CF3-47DC-8721-378D4A62B22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F6E6"/>
          </a:solidFill>
        </a:fill>
      </a:tcStyle>
    </a:wholeTbl>
    <a:band2H>
      <a:tcTxStyle/>
      <a:tcStyle>
        <a:tcBdr/>
        <a:fill>
          <a:solidFill>
            <a:srgbClr val="E6FAF3"/>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firstRow>
  </a:tblStyle>
  <a:tblStyle styleId="{CF821DB8-F4EB-4A41-A1BA-3FCAFE7338EE}" styleName="">
    <a:tblBg/>
    <a:wholeTbl>
      <a:tcTxStyle b="on" i="on">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CCFF"/>
          </a:solidFill>
        </a:fill>
      </a:tcStyle>
    </a:firstCol>
    <a:lastRow>
      <a:tcTxStyle b="on" i="on">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0CCFF"/>
          </a:solidFill>
        </a:fill>
      </a:tcStyle>
    </a:firstRow>
  </a:tblStyle>
  <a:tblStyle styleId="{33BA23B1-9221-436E-865A-0063620EA4FD}"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5"/>
  </p:normalViewPr>
  <p:slideViewPr>
    <p:cSldViewPr snapToGrid="0" snapToObjects="1">
      <p:cViewPr varScale="1">
        <p:scale>
          <a:sx n="106" d="100"/>
          <a:sy n="106" d="100"/>
        </p:scale>
        <p:origin x="1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bg>
      <p:bgPr>
        <a:gradFill flip="none" rotWithShape="1">
          <a:gsLst>
            <a:gs pos="0">
              <a:srgbClr val="000000"/>
            </a:gs>
            <a:gs pos="100000">
              <a:srgbClr val="002F5E"/>
            </a:gs>
          </a:gsLst>
          <a:lin ang="16200000" scaled="0"/>
        </a:gradFill>
        <a:effectLst/>
      </p:bgPr>
    </p:bg>
    <p:spTree>
      <p:nvGrpSpPr>
        <p:cNvPr id="1" name=""/>
        <p:cNvGrpSpPr/>
        <p:nvPr/>
      </p:nvGrpSpPr>
      <p:grpSpPr>
        <a:xfrm>
          <a:off x="0" y="0"/>
          <a:ext cx="0" cy="0"/>
          <a:chOff x="0" y="0"/>
          <a:chExt cx="0" cy="0"/>
        </a:xfrm>
      </p:grpSpPr>
      <p:sp>
        <p:nvSpPr>
          <p:cNvPr id="9" name="Shape 9"/>
          <p:cNvSpPr/>
          <p:nvPr/>
        </p:nvSpPr>
        <p:spPr>
          <a:xfrm>
            <a:off x="381000" y="0"/>
            <a:ext cx="1447800" cy="6856413"/>
          </a:xfrm>
          <a:prstGeom prst="rect">
            <a:avLst/>
          </a:prstGeom>
          <a:gradFill>
            <a:gsLst>
              <a:gs pos="0">
                <a:srgbClr val="000000"/>
              </a:gs>
              <a:gs pos="100000">
                <a:srgbClr val="003F7E"/>
              </a:gs>
            </a:gsLst>
            <a:lin ang="16200000"/>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10" name="Shape 10"/>
          <p:cNvSpPr/>
          <p:nvPr/>
        </p:nvSpPr>
        <p:spPr>
          <a:xfrm>
            <a:off x="685799" y="2438400"/>
            <a:ext cx="8456615" cy="762000"/>
          </a:xfrm>
          <a:prstGeom prst="rect">
            <a:avLst/>
          </a:prstGeom>
          <a:gradFill>
            <a:gsLst>
              <a:gs pos="0">
                <a:srgbClr val="0066CC"/>
              </a:gs>
              <a:gs pos="100000">
                <a:srgbClr val="000F1F"/>
              </a:gs>
            </a:gsLst>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11" name="Shape 11"/>
          <p:cNvSpPr>
            <a:spLocks noGrp="1"/>
          </p:cNvSpPr>
          <p:nvPr>
            <p:ph type="title"/>
          </p:nvPr>
        </p:nvSpPr>
        <p:spPr>
          <a:xfrm>
            <a:off x="685800" y="1600200"/>
            <a:ext cx="7772400" cy="2514600"/>
          </a:xfrm>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Clique para editar o estilo do título mestre</a:t>
            </a:r>
          </a:p>
        </p:txBody>
      </p:sp>
      <p:sp>
        <p:nvSpPr>
          <p:cNvPr id="12" name="Shape 12"/>
          <p:cNvSpPr>
            <a:spLocks noGrp="1"/>
          </p:cNvSpPr>
          <p:nvPr>
            <p:ph type="body" idx="1"/>
          </p:nvPr>
        </p:nvSpPr>
        <p:spPr>
          <a:xfrm>
            <a:off x="2057400" y="4114800"/>
            <a:ext cx="6400800" cy="2743200"/>
          </a:xfrm>
          <a:prstGeom prst="rect">
            <a:avLst/>
          </a:prstGeom>
          <a:extLst>
            <a:ext uri="{C572A759-6A51-4108-AA02-DFA0A04FC94B}">
              <ma14:wrappingTextBoxFlag xmlns="" xmlns:ma14="http://schemas.microsoft.com/office/mac/drawingml/2011/main" val="1"/>
            </a:ext>
          </a:extLst>
        </p:spPr>
        <p:txBody>
          <a:bodyPr/>
          <a:lstStyle>
            <a:lvl1pPr marL="0" indent="0" algn="ctr">
              <a:buClrTx/>
              <a:buSzTx/>
              <a:buFontTx/>
              <a:buNone/>
              <a:defRPr>
                <a:latin typeface="Times New Roman"/>
                <a:ea typeface="Times New Roman"/>
                <a:cs typeface="Times New Roman"/>
                <a:sym typeface="Times New Roman"/>
              </a:defRPr>
            </a:lvl1pPr>
          </a:lstStyle>
          <a:p>
            <a:pPr lvl="0">
              <a:defRPr sz="1800">
                <a:solidFill>
                  <a:srgbClr val="000000"/>
                </a:solidFill>
              </a:defRPr>
            </a:pPr>
            <a:r>
              <a:rPr sz="3200">
                <a:solidFill>
                  <a:srgbClr val="FFFFFF"/>
                </a:solidFill>
              </a:rPr>
              <a:t>Clique para editar o estilo do subtítulo mestre</a:t>
            </a:r>
          </a:p>
        </p:txBody>
      </p:sp>
      <p:sp>
        <p:nvSpPr>
          <p:cNvPr id="13" name="Shape 13"/>
          <p:cNvSpPr>
            <a:spLocks noGrp="1"/>
          </p:cNvSpPr>
          <p:nvPr>
            <p:ph type="sldNum" sz="quarter" idx="2"/>
          </p:nvPr>
        </p:nvSpPr>
        <p:spPr>
          <a:xfrm>
            <a:off x="8175621" y="6180737"/>
            <a:ext cx="282575" cy="287722"/>
          </a:xfrm>
          <a:prstGeom prst="rect">
            <a:avLst/>
          </a:prstGeom>
        </p:spPr>
        <p:txBody>
          <a:bodyPr/>
          <a:lstStyle/>
          <a:p>
            <a:pPr lvl="0"/>
            <a:fld id="{86CB4B4D-7CA3-9044-876B-883B54F8677D}" type="slidenum">
              <a:t>‹nº›</a:t>
            </a:fld>
            <a:endParaRPr/>
          </a:p>
        </p:txBody>
      </p:sp>
      <p:sp>
        <p:nvSpPr>
          <p:cNvPr id="14" name="Shape 14"/>
          <p:cNvSpPr/>
          <p:nvPr/>
        </p:nvSpPr>
        <p:spPr>
          <a:xfrm>
            <a:off x="0" y="3505200"/>
            <a:ext cx="4724400" cy="152400"/>
          </a:xfrm>
          <a:prstGeom prst="rect">
            <a:avLst/>
          </a:prstGeom>
          <a:solidFill>
            <a:srgbClr val="00CCFF">
              <a:alpha val="50000"/>
            </a:srgbClr>
          </a:soli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6" name="Shape 16"/>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7" name="Shape 17"/>
          <p:cNvSpPr>
            <a:spLocks noGrp="1"/>
          </p:cNvSpPr>
          <p:nvPr>
            <p:ph type="title"/>
          </p:nvPr>
        </p:nvSpPr>
        <p:spPr>
          <a:prstGeom prst="rect">
            <a:avLst/>
          </a:prstGeom>
        </p:spPr>
        <p:txBody>
          <a:bodyPr/>
          <a:lstStyle/>
          <a:p>
            <a:pPr lvl="0"/>
            <a:endParaRPr/>
          </a:p>
        </p:txBody>
      </p:sp>
      <p:sp>
        <p:nvSpPr>
          <p:cNvPr id="18" name="Shape 18"/>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0" name="Shape 20"/>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21" name="Shape 21"/>
          <p:cNvSpPr>
            <a:spLocks noGrp="1"/>
          </p:cNvSpPr>
          <p:nvPr>
            <p:ph type="title"/>
          </p:nvPr>
        </p:nvSpPr>
        <p:spPr>
          <a:prstGeom prst="rect">
            <a:avLst/>
          </a:prstGeom>
        </p:spPr>
        <p:txBody>
          <a:bodyPr/>
          <a:lstStyle/>
          <a:p>
            <a:pPr lvl="0"/>
            <a:endParaRPr/>
          </a:p>
        </p:txBody>
      </p:sp>
      <p:sp>
        <p:nvSpPr>
          <p:cNvPr id="22" name="Shape 22"/>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4" name="Shape 24"/>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25" name="Shape 25"/>
          <p:cNvSpPr>
            <a:spLocks noGrp="1"/>
          </p:cNvSpPr>
          <p:nvPr>
            <p:ph type="title"/>
          </p:nvPr>
        </p:nvSpPr>
        <p:spPr>
          <a:xfrm>
            <a:off x="685800" y="0"/>
            <a:ext cx="7772400" cy="2362200"/>
          </a:xfrm>
          <a:prstGeom prst="rect">
            <a:avLst/>
          </a:prstGeom>
        </p:spPr>
        <p:txBody>
          <a:bodyPr/>
          <a:lstStyle/>
          <a:p>
            <a:pPr lvl="0"/>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2F5E"/>
            </a:gs>
            <a:gs pos="100000">
              <a:srgbClr val="0066CC"/>
            </a:gs>
          </a:gsLst>
          <a:lin ang="16200000" scaled="0"/>
        </a:gradFill>
        <a:effectLst/>
      </p:bgPr>
    </p:bg>
    <p:spTree>
      <p:nvGrpSpPr>
        <p:cNvPr id="1" name=""/>
        <p:cNvGrpSpPr/>
        <p:nvPr/>
      </p:nvGrpSpPr>
      <p:grpSpPr>
        <a:xfrm>
          <a:off x="0" y="0"/>
          <a:ext cx="0" cy="0"/>
          <a:chOff x="0" y="0"/>
          <a:chExt cx="0" cy="0"/>
        </a:xfrm>
      </p:grpSpPr>
      <p:sp>
        <p:nvSpPr>
          <p:cNvPr id="2" name="Shape 2"/>
          <p:cNvSpPr/>
          <p:nvPr/>
        </p:nvSpPr>
        <p:spPr>
          <a:xfrm>
            <a:off x="381000" y="0"/>
            <a:ext cx="1447800" cy="6856413"/>
          </a:xfrm>
          <a:prstGeom prst="rect">
            <a:avLst/>
          </a:prstGeom>
          <a:gradFill>
            <a:gsLst>
              <a:gs pos="0">
                <a:srgbClr val="003F7E"/>
              </a:gs>
              <a:gs pos="100000">
                <a:srgbClr val="0066CC">
                  <a:alpha val="50000"/>
                </a:srgbClr>
              </a:gs>
            </a:gsLst>
            <a:lin ang="16200000"/>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3" name="Shape 3"/>
          <p:cNvSpPr/>
          <p:nvPr/>
        </p:nvSpPr>
        <p:spPr>
          <a:xfrm>
            <a:off x="152400" y="1752600"/>
            <a:ext cx="4724400" cy="152400"/>
          </a:xfrm>
          <a:prstGeom prst="rect">
            <a:avLst/>
          </a:prstGeom>
          <a:solidFill>
            <a:srgbClr val="00CCFF">
              <a:alpha val="50000"/>
            </a:srgbClr>
          </a:soli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4" name="Shape 4"/>
          <p:cNvSpPr/>
          <p:nvPr/>
        </p:nvSpPr>
        <p:spPr>
          <a:xfrm>
            <a:off x="761999" y="762000"/>
            <a:ext cx="8380415" cy="762000"/>
          </a:xfrm>
          <a:prstGeom prst="rect">
            <a:avLst/>
          </a:prstGeom>
          <a:gradFill>
            <a:gsLst>
              <a:gs pos="0">
                <a:srgbClr val="0066CC"/>
              </a:gs>
              <a:gs pos="100000">
                <a:srgbClr val="000F1F"/>
              </a:gs>
            </a:gsLst>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5" name="Shape 5"/>
          <p:cNvSpPr>
            <a:spLocks noGrp="1"/>
          </p:cNvSpPr>
          <p:nvPr>
            <p:ph type="sldNum" sz="quarter" idx="2"/>
          </p:nvPr>
        </p:nvSpPr>
        <p:spPr>
          <a:xfrm>
            <a:off x="8175621" y="6142637"/>
            <a:ext cx="282575" cy="287722"/>
          </a:xfrm>
          <a:prstGeom prst="rect">
            <a:avLst/>
          </a:prstGeom>
          <a:ln w="12700">
            <a:miter lim="400000"/>
          </a:ln>
        </p:spPr>
        <p:txBody>
          <a:bodyPr wrap="none" lIns="46037" tIns="46037" rIns="46037" bIns="46037" anchor="ctr">
            <a:spAutoFit/>
          </a:bodyPr>
          <a:lstStyle>
            <a:lvl1pPr algn="r">
              <a:defRPr sz="1400">
                <a:solidFill>
                  <a:srgbClr val="FFFFFF"/>
                </a:solidFill>
                <a:latin typeface="Times New Roman"/>
                <a:ea typeface="Times New Roman"/>
                <a:cs typeface="Times New Roman"/>
                <a:sym typeface="Times New Roman"/>
              </a:defRPr>
            </a:lvl1pPr>
          </a:lstStyle>
          <a:p>
            <a:pPr lvl="0"/>
            <a:fld id="{86CB4B4D-7CA3-9044-876B-883B54F8677D}" type="slidenum">
              <a:t>‹nº›</a:t>
            </a:fld>
            <a:endParaRPr/>
          </a:p>
        </p:txBody>
      </p:sp>
      <p:sp>
        <p:nvSpPr>
          <p:cNvPr id="6" name="Shape 6"/>
          <p:cNvSpPr>
            <a:spLocks noGrp="1"/>
          </p:cNvSpPr>
          <p:nvPr>
            <p:ph type="title"/>
          </p:nvPr>
        </p:nvSpPr>
        <p:spPr>
          <a:xfrm>
            <a:off x="685800" y="381000"/>
            <a:ext cx="7772400" cy="1600200"/>
          </a:xfrm>
          <a:prstGeom prst="rect">
            <a:avLst/>
          </a:prstGeom>
          <a:ln w="12700">
            <a:miter lim="400000"/>
          </a:ln>
        </p:spPr>
        <p:txBody>
          <a:bodyPr lIns="46037" tIns="46037" rIns="46037" bIns="46037" anchor="ctr"/>
          <a:lstStyle/>
          <a:p>
            <a:pPr lvl="0"/>
            <a:endParaRPr/>
          </a:p>
        </p:txBody>
      </p:sp>
      <p:sp>
        <p:nvSpPr>
          <p:cNvPr id="7" name="Shape 7"/>
          <p:cNvSpPr>
            <a:spLocks noGrp="1"/>
          </p:cNvSpPr>
          <p:nvPr>
            <p:ph type="body" idx="1"/>
          </p:nvPr>
        </p:nvSpPr>
        <p:spPr>
          <a:xfrm>
            <a:off x="685800" y="1981200"/>
            <a:ext cx="7772400" cy="4876800"/>
          </a:xfrm>
          <a:prstGeom prst="rect">
            <a:avLst/>
          </a:prstGeom>
          <a:ln w="12700">
            <a:miter lim="400000"/>
          </a:ln>
        </p:spPr>
        <p:txBody>
          <a:bodyPr lIns="46037" tIns="46037" rIns="46037" bIns="46037"/>
          <a:lstStyle/>
          <a:p>
            <a:pPr lvl="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1pPr>
      <a:lvl2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2pPr>
      <a:lvl3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3pPr>
      <a:lvl4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4pPr>
      <a:lvl5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5pPr>
      <a:lvl6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6pPr>
      <a:lvl7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7pPr>
      <a:lvl8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8pPr>
      <a:lvl9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9pPr>
    </p:titleStyle>
    <p:bodyStyle>
      <a:lvl1pPr marL="342900" indent="-342900">
        <a:spcBef>
          <a:spcPts val="700"/>
        </a:spcBef>
        <a:buClr>
          <a:srgbClr val="00CCFF"/>
        </a:buClr>
        <a:buSzPct val="55000"/>
        <a:buFont typeface="Wingdings"/>
        <a:buChar char="•"/>
        <a:defRPr sz="3200">
          <a:solidFill>
            <a:srgbClr val="FFFFFF"/>
          </a:solidFill>
          <a:latin typeface="Times New Roman Bold"/>
          <a:ea typeface="Times New Roman Bold"/>
          <a:cs typeface="Times New Roman Bold"/>
          <a:sym typeface="Times New Roman Bold"/>
        </a:defRPr>
      </a:lvl1pPr>
      <a:lvl2pPr marL="783771" indent="-326571">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2pPr>
      <a:lvl3pPr marL="1219200" indent="-3048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3pPr>
      <a:lvl4pPr marL="1737360" indent="-36576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4pPr>
      <a:lvl5pPr marL="22352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5pPr>
      <a:lvl6pPr marL="26924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6pPr>
      <a:lvl7pPr marL="31496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7pPr>
      <a:lvl8pPr marL="36068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8pPr>
      <a:lvl9pPr marL="40640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9pPr>
    </p:bodyStyle>
    <p:otherStyle>
      <a:lvl1pPr algn="r">
        <a:defRPr sz="1400">
          <a:solidFill>
            <a:schemeClr val="tx1"/>
          </a:solidFill>
          <a:latin typeface="+mn-lt"/>
          <a:ea typeface="+mn-ea"/>
          <a:cs typeface="+mn-cs"/>
          <a:sym typeface="Times New Roman"/>
        </a:defRPr>
      </a:lvl1pPr>
      <a:lvl2pPr algn="r">
        <a:defRPr sz="1400">
          <a:solidFill>
            <a:schemeClr val="tx1"/>
          </a:solidFill>
          <a:latin typeface="+mn-lt"/>
          <a:ea typeface="+mn-ea"/>
          <a:cs typeface="+mn-cs"/>
          <a:sym typeface="Times New Roman"/>
        </a:defRPr>
      </a:lvl2pPr>
      <a:lvl3pPr algn="r">
        <a:defRPr sz="1400">
          <a:solidFill>
            <a:schemeClr val="tx1"/>
          </a:solidFill>
          <a:latin typeface="+mn-lt"/>
          <a:ea typeface="+mn-ea"/>
          <a:cs typeface="+mn-cs"/>
          <a:sym typeface="Times New Roman"/>
        </a:defRPr>
      </a:lvl3pPr>
      <a:lvl4pPr algn="r">
        <a:defRPr sz="1400">
          <a:solidFill>
            <a:schemeClr val="tx1"/>
          </a:solidFill>
          <a:latin typeface="+mn-lt"/>
          <a:ea typeface="+mn-ea"/>
          <a:cs typeface="+mn-cs"/>
          <a:sym typeface="Times New Roman"/>
        </a:defRPr>
      </a:lvl4pPr>
      <a:lvl5pPr algn="r">
        <a:defRPr sz="1400">
          <a:solidFill>
            <a:schemeClr val="tx1"/>
          </a:solidFill>
          <a:latin typeface="+mn-lt"/>
          <a:ea typeface="+mn-ea"/>
          <a:cs typeface="+mn-cs"/>
          <a:sym typeface="Times New Roman"/>
        </a:defRPr>
      </a:lvl5pPr>
      <a:lvl6pPr algn="r">
        <a:defRPr sz="1400">
          <a:solidFill>
            <a:schemeClr val="tx1"/>
          </a:solidFill>
          <a:latin typeface="+mn-lt"/>
          <a:ea typeface="+mn-ea"/>
          <a:cs typeface="+mn-cs"/>
          <a:sym typeface="Times New Roman"/>
        </a:defRPr>
      </a:lvl6pPr>
      <a:lvl7pPr algn="r">
        <a:defRPr sz="1400">
          <a:solidFill>
            <a:schemeClr val="tx1"/>
          </a:solidFill>
          <a:latin typeface="+mn-lt"/>
          <a:ea typeface="+mn-ea"/>
          <a:cs typeface="+mn-cs"/>
          <a:sym typeface="Times New Roman"/>
        </a:defRPr>
      </a:lvl7pPr>
      <a:lvl8pPr algn="r">
        <a:defRPr sz="1400">
          <a:solidFill>
            <a:schemeClr val="tx1"/>
          </a:solidFill>
          <a:latin typeface="+mn-lt"/>
          <a:ea typeface="+mn-ea"/>
          <a:cs typeface="+mn-cs"/>
          <a:sym typeface="Times New Roman"/>
        </a:defRPr>
      </a:lvl8pPr>
      <a:lvl9pPr algn="r">
        <a:defRPr sz="1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29" name="Shape 29"/>
          <p:cNvSpPr>
            <a:spLocks noGrp="1"/>
          </p:cNvSpPr>
          <p:nvPr>
            <p:ph type="title"/>
          </p:nvPr>
        </p:nvSpPr>
        <p:spPr>
          <a:xfrm>
            <a:off x="1027906" y="2247897"/>
            <a:ext cx="7772401" cy="1143006"/>
          </a:xfrm>
          <a:prstGeom prst="rect">
            <a:avLst/>
          </a:prstGeom>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31" name="Shape 31"/>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32" name="Shape 32"/>
          <p:cNvSpPr>
            <a:spLocks noGrp="1"/>
          </p:cNvSpPr>
          <p:nvPr>
            <p:ph type="body" idx="1"/>
          </p:nvPr>
        </p:nvSpPr>
        <p:spPr>
          <a:xfrm>
            <a:off x="685800" y="20066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lnSpcReduction="10000"/>
          </a:bodyPr>
          <a:lstStyle/>
          <a:p>
            <a:pPr marL="0" lvl="0" indent="0" algn="ctr" defTabSz="353233">
              <a:lnSpc>
                <a:spcPct val="150000"/>
              </a:lnSpc>
              <a:spcBef>
                <a:spcPts val="0"/>
              </a:spcBef>
              <a:buSzTx/>
              <a:buNone/>
              <a:defRPr sz="1800">
                <a:solidFill>
                  <a:srgbClr val="000000"/>
                </a:solidFill>
              </a:defRPr>
            </a:pPr>
            <a:r>
              <a:rPr sz="1746" dirty="0" err="1">
                <a:uFill>
                  <a:solidFill/>
                </a:uFill>
                <a:latin typeface="Calibri"/>
                <a:ea typeface="Calibri"/>
                <a:cs typeface="Calibri"/>
                <a:sym typeface="Calibri"/>
              </a:rPr>
              <a:t>Afinal</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quem</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seria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esse</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camarada</a:t>
            </a:r>
            <a:r>
              <a:rPr sz="1746" dirty="0">
                <a:uFill>
                  <a:solidFill/>
                </a:uFill>
                <a:latin typeface="Calibri"/>
                <a:ea typeface="Calibri"/>
                <a:cs typeface="Calibri"/>
                <a:sym typeface="Calibri"/>
              </a:rPr>
              <a:t> e </a:t>
            </a:r>
            <a:r>
              <a:rPr sz="1746" dirty="0" err="1">
                <a:uFill>
                  <a:solidFill/>
                </a:uFill>
                <a:latin typeface="Calibri"/>
                <a:ea typeface="Calibri"/>
                <a:cs typeface="Calibri"/>
                <a:sym typeface="Calibri"/>
              </a:rPr>
              <a:t>quais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suas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principais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funções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dentro</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Empresa</a:t>
            </a:r>
            <a:r>
              <a:rPr sz="1746" dirty="0">
                <a:uFill>
                  <a:solidFill/>
                </a:uFill>
                <a:latin typeface="Calibri"/>
                <a:ea typeface="Calibri"/>
                <a:cs typeface="Calibri"/>
                <a:sym typeface="Calibri"/>
              </a:rPr>
              <a:t>?</a:t>
            </a:r>
          </a:p>
          <a:p>
            <a:pPr marL="0" lvl="0" indent="0" algn="ctr" defTabSz="353233">
              <a:lnSpc>
                <a:spcPct val="150000"/>
              </a:lnSpc>
              <a:spcBef>
                <a:spcPts val="0"/>
              </a:spcBef>
              <a:buSzTx/>
              <a:buNone/>
              <a:defRPr sz="1800">
                <a:solidFill>
                  <a:srgbClr val="000000"/>
                </a:solidFill>
              </a:defRPr>
            </a:pPr>
            <a:r>
              <a:rPr sz="1746" dirty="0">
                <a:uFill>
                  <a:solidFill/>
                </a:uFill>
                <a:latin typeface="Calibri"/>
                <a:ea typeface="Calibri"/>
                <a:cs typeface="Calibri"/>
                <a:sym typeface="Calibri"/>
              </a:rPr>
              <a:t>Na </a:t>
            </a:r>
            <a:r>
              <a:rPr sz="1746" dirty="0" err="1">
                <a:uFill>
                  <a:solidFill/>
                </a:uFill>
                <a:latin typeface="Calibri"/>
                <a:ea typeface="Calibri"/>
                <a:cs typeface="Calibri"/>
                <a:sym typeface="Calibri"/>
              </a:rPr>
              <a:t>maioria</a:t>
            </a:r>
            <a:r>
              <a:rPr sz="1746" dirty="0">
                <a:uFill>
                  <a:solidFill/>
                </a:uFill>
                <a:latin typeface="Calibri"/>
                <a:ea typeface="Calibri"/>
                <a:cs typeface="Calibri"/>
                <a:sym typeface="Calibri"/>
              </a:rPr>
              <a:t> dos </a:t>
            </a:r>
            <a:r>
              <a:rPr sz="1746" dirty="0" err="1">
                <a:uFill>
                  <a:solidFill/>
                </a:uFill>
                <a:latin typeface="Calibri"/>
                <a:ea typeface="Calibri"/>
                <a:cs typeface="Calibri"/>
                <a:sym typeface="Calibri"/>
              </a:rPr>
              <a:t>casos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pessoa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mais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velha</a:t>
            </a:r>
            <a:r>
              <a:rPr sz="1746" dirty="0">
                <a:uFill>
                  <a:solidFill/>
                </a:uFill>
                <a:latin typeface="Calibri"/>
                <a:ea typeface="Calibri"/>
                <a:cs typeface="Calibri"/>
                <a:sym typeface="Calibri"/>
              </a:rPr>
              <a:t> com </a:t>
            </a:r>
            <a:r>
              <a:rPr sz="1746" dirty="0" err="1">
                <a:uFill>
                  <a:solidFill/>
                </a:uFill>
                <a:latin typeface="Calibri"/>
                <a:ea typeface="Calibri"/>
                <a:cs typeface="Calibri"/>
                <a:sym typeface="Calibri"/>
              </a:rPr>
              <a:t>muita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experiência</a:t>
            </a:r>
            <a:r>
              <a:rPr sz="1746" dirty="0">
                <a:uFill>
                  <a:solidFill/>
                </a:uFill>
                <a:latin typeface="Calibri"/>
                <a:ea typeface="Calibri"/>
                <a:cs typeface="Calibri"/>
                <a:sym typeface="Calibri"/>
              </a:rPr>
              <a:t> e </a:t>
            </a:r>
            <a:r>
              <a:rPr sz="1746" dirty="0" err="1">
                <a:uFill>
                  <a:solidFill/>
                </a:uFill>
                <a:latin typeface="Calibri"/>
                <a:ea typeface="Calibri"/>
                <a:cs typeface="Calibri"/>
                <a:sym typeface="Calibri"/>
              </a:rPr>
              <a:t>conhecimento</a:t>
            </a:r>
            <a:r>
              <a:rPr sz="1746" dirty="0">
                <a:uFill>
                  <a:solidFill/>
                </a:uFill>
                <a:latin typeface="Calibri"/>
                <a:ea typeface="Calibri"/>
                <a:cs typeface="Calibri"/>
                <a:sym typeface="Calibri"/>
              </a:rPr>
              <a:t> de T.I., que </a:t>
            </a:r>
            <a:r>
              <a:rPr sz="1746" dirty="0" err="1">
                <a:uFill>
                  <a:solidFill/>
                </a:uFill>
                <a:latin typeface="Calibri"/>
                <a:ea typeface="Calibri"/>
                <a:cs typeface="Calibri"/>
                <a:sym typeface="Calibri"/>
              </a:rPr>
              <a:t>já</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trabalhou</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em</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varias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Empresas</a:t>
            </a:r>
            <a:r>
              <a:rPr sz="1746" dirty="0">
                <a:uFill>
                  <a:solidFill/>
                </a:uFill>
                <a:latin typeface="Calibri"/>
                <a:ea typeface="Calibri"/>
                <a:cs typeface="Calibri"/>
                <a:sym typeface="Calibri"/>
              </a:rPr>
              <a:t> e que </a:t>
            </a:r>
            <a:r>
              <a:rPr sz="1746" dirty="0" err="1">
                <a:uFill>
                  <a:solidFill/>
                </a:uFill>
                <a:latin typeface="Calibri"/>
                <a:ea typeface="Calibri"/>
                <a:cs typeface="Calibri"/>
                <a:sym typeface="Calibri"/>
              </a:rPr>
              <a:t>traz</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consigo</a:t>
            </a:r>
            <a:r>
              <a:rPr sz="1746" dirty="0">
                <a:uFill>
                  <a:solidFill/>
                </a:uFill>
                <a:latin typeface="Calibri"/>
                <a:ea typeface="Calibri"/>
                <a:cs typeface="Calibri"/>
                <a:sym typeface="Calibri"/>
              </a:rPr>
              <a:t> um </a:t>
            </a:r>
            <a:r>
              <a:rPr sz="1746" dirty="0" err="1">
                <a:uFill>
                  <a:solidFill/>
                </a:uFill>
                <a:latin typeface="Calibri"/>
                <a:ea typeface="Calibri"/>
                <a:cs typeface="Calibri"/>
                <a:sym typeface="Calibri"/>
              </a:rPr>
              <a:t>histórico</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relativo</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sucesso</a:t>
            </a:r>
            <a:r>
              <a:rPr sz="1746" dirty="0">
                <a:uFill>
                  <a:solidFill/>
                </a:uFill>
                <a:latin typeface="Calibri"/>
                <a:ea typeface="Calibri"/>
                <a:cs typeface="Calibri"/>
                <a:sym typeface="Calibri"/>
              </a:rPr>
              <a:t> </a:t>
            </a:r>
            <a:r>
              <a:rPr lang="pt-BR" sz="1746" dirty="0">
                <a:uFill>
                  <a:solidFill/>
                </a:uFill>
                <a:latin typeface="Calibri"/>
                <a:ea typeface="Calibri"/>
                <a:cs typeface="Calibri"/>
                <a:sym typeface="Calibri"/>
              </a:rPr>
              <a:t>por ter</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implementado</a:t>
            </a:r>
            <a:r>
              <a:rPr sz="1746" dirty="0">
                <a:uFill>
                  <a:solidFill/>
                </a:uFill>
                <a:latin typeface="Calibri"/>
                <a:ea typeface="Calibri"/>
                <a:cs typeface="Calibri"/>
                <a:sym typeface="Calibri"/>
              </a:rPr>
              <a:t> </a:t>
            </a:r>
            <a:r>
              <a:rPr lang="pt-BR" sz="1746" dirty="0" err="1">
                <a:uFill>
                  <a:solidFill/>
                </a:uFill>
                <a:latin typeface="Calibri"/>
                <a:ea typeface="Calibri"/>
                <a:cs typeface="Calibri"/>
                <a:sym typeface="Calibri"/>
              </a:rPr>
              <a:t>varios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sistemas</a:t>
            </a:r>
            <a:r>
              <a:rPr sz="1746" dirty="0">
                <a:uFill>
                  <a:solidFill/>
                </a:uFill>
                <a:latin typeface="Calibri"/>
                <a:ea typeface="Calibri"/>
                <a:cs typeface="Calibri"/>
                <a:sym typeface="Calibri"/>
              </a:rPr>
              <a:t>.</a:t>
            </a:r>
          </a:p>
          <a:p>
            <a:pPr marL="0" lvl="0" indent="0" algn="ctr" defTabSz="353233">
              <a:lnSpc>
                <a:spcPct val="150000"/>
              </a:lnSpc>
              <a:spcBef>
                <a:spcPts val="0"/>
              </a:spcBef>
              <a:buSzTx/>
              <a:buNone/>
              <a:defRPr sz="1800">
                <a:solidFill>
                  <a:srgbClr val="000000"/>
                </a:solidFill>
              </a:defRPr>
            </a:pPr>
            <a:r>
              <a:rPr sz="1746" dirty="0">
                <a:uFill>
                  <a:solidFill/>
                </a:uFill>
                <a:latin typeface="Calibri"/>
                <a:ea typeface="Calibri"/>
                <a:cs typeface="Calibri"/>
                <a:sym typeface="Calibri"/>
              </a:rPr>
              <a:t>Dessa </a:t>
            </a:r>
            <a:r>
              <a:rPr sz="1746" dirty="0" err="1">
                <a:uFill>
                  <a:solidFill/>
                </a:uFill>
                <a:latin typeface="Calibri"/>
                <a:ea typeface="Calibri"/>
                <a:cs typeface="Calibri"/>
                <a:sym typeface="Calibri"/>
              </a:rPr>
              <a:t>pessoa</a:t>
            </a:r>
            <a:r>
              <a:rPr sz="1746" dirty="0">
                <a:uFill>
                  <a:solidFill/>
                </a:uFill>
                <a:latin typeface="Calibri"/>
                <a:ea typeface="Calibri"/>
                <a:cs typeface="Calibri"/>
                <a:sym typeface="Calibri"/>
              </a:rPr>
              <a:t> e do </a:t>
            </a:r>
            <a:r>
              <a:rPr sz="1746" dirty="0" err="1">
                <a:uFill>
                  <a:solidFill/>
                </a:uFill>
                <a:latin typeface="Calibri"/>
                <a:ea typeface="Calibri"/>
                <a:cs typeface="Calibri"/>
                <a:sym typeface="Calibri"/>
              </a:rPr>
              <a:t>seu</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desempenho</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depende</a:t>
            </a:r>
            <a:r>
              <a:rPr sz="1746" dirty="0">
                <a:uFill>
                  <a:solidFill/>
                </a:uFill>
                <a:latin typeface="Calibri"/>
                <a:ea typeface="Calibri"/>
                <a:cs typeface="Calibri"/>
                <a:sym typeface="Calibri"/>
              </a:rPr>
              <a:t> o </a:t>
            </a:r>
            <a:r>
              <a:rPr sz="1746" dirty="0" err="1">
                <a:uFill>
                  <a:solidFill/>
                </a:uFill>
                <a:latin typeface="Calibri"/>
                <a:ea typeface="Calibri"/>
                <a:cs typeface="Calibri"/>
                <a:sym typeface="Calibri"/>
              </a:rPr>
              <a:t>sucesso</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ou</a:t>
            </a:r>
            <a:r>
              <a:rPr sz="1746" dirty="0">
                <a:uFill>
                  <a:solidFill/>
                </a:uFill>
                <a:latin typeface="Calibri"/>
                <a:ea typeface="Calibri"/>
                <a:cs typeface="Calibri"/>
                <a:sym typeface="Calibri"/>
              </a:rPr>
              <a:t> o </a:t>
            </a:r>
            <a:r>
              <a:rPr sz="1746" dirty="0" err="1">
                <a:uFill>
                  <a:solidFill/>
                </a:uFill>
                <a:latin typeface="Calibri"/>
                <a:ea typeface="Calibri"/>
                <a:cs typeface="Calibri"/>
                <a:sym typeface="Calibri"/>
              </a:rPr>
              <a:t>fracasso</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sistemas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novos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sistemas</a:t>
            </a:r>
            <a:r>
              <a:rPr sz="1746" dirty="0">
                <a:uFill>
                  <a:solidFill/>
                </a:uFill>
                <a:latin typeface="Calibri"/>
                <a:ea typeface="Calibri"/>
                <a:cs typeface="Calibri"/>
                <a:sym typeface="Calibri"/>
              </a:rPr>
              <a:t> que </a:t>
            </a:r>
            <a:r>
              <a:rPr sz="1746" dirty="0" err="1">
                <a:uFill>
                  <a:solidFill/>
                </a:uFill>
                <a:latin typeface="Calibri"/>
                <a:ea typeface="Calibri"/>
                <a:cs typeface="Calibri"/>
                <a:sym typeface="Calibri"/>
              </a:rPr>
              <a:t>foram</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adquiridos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ou</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desenvolvidos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por</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suas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equipes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conforme</a:t>
            </a:r>
            <a:r>
              <a:rPr sz="1746" dirty="0">
                <a:uFill>
                  <a:solidFill/>
                </a:uFill>
                <a:latin typeface="Calibri"/>
                <a:ea typeface="Calibri"/>
                <a:cs typeface="Calibri"/>
                <a:sym typeface="Calibri"/>
              </a:rPr>
              <a:t> as </a:t>
            </a:r>
            <a:r>
              <a:rPr sz="1746" dirty="0" err="1">
                <a:uFill>
                  <a:solidFill/>
                </a:uFill>
                <a:latin typeface="Calibri"/>
                <a:ea typeface="Calibri"/>
                <a:cs typeface="Calibri"/>
                <a:sym typeface="Calibri"/>
              </a:rPr>
              <a:t>solicitações</a:t>
            </a:r>
            <a:r>
              <a:rPr sz="1746" dirty="0">
                <a:uFill>
                  <a:solidFill/>
                </a:uFill>
                <a:latin typeface="Calibri"/>
                <a:ea typeface="Calibri"/>
                <a:cs typeface="Calibri"/>
                <a:sym typeface="Calibri"/>
              </a:rPr>
              <a:t> dos </a:t>
            </a:r>
            <a:r>
              <a:rPr sz="1746" dirty="0" err="1">
                <a:uFill>
                  <a:solidFill/>
                </a:uFill>
                <a:latin typeface="Calibri"/>
                <a:ea typeface="Calibri"/>
                <a:cs typeface="Calibri"/>
                <a:sym typeface="Calibri"/>
              </a:rPr>
              <a:t>executivos</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ou</a:t>
            </a:r>
            <a:r>
              <a:rPr sz="1746" dirty="0">
                <a:uFill>
                  <a:solidFill/>
                </a:uFill>
                <a:latin typeface="Calibri"/>
                <a:ea typeface="Calibri"/>
                <a:cs typeface="Calibri"/>
                <a:sym typeface="Calibri"/>
              </a:rPr>
              <a:t> da </a:t>
            </a:r>
            <a:r>
              <a:rPr sz="1746" dirty="0" err="1">
                <a:uFill>
                  <a:solidFill/>
                </a:uFill>
                <a:latin typeface="Calibri"/>
                <a:ea typeface="Calibri"/>
                <a:cs typeface="Calibri"/>
                <a:sym typeface="Calibri"/>
              </a:rPr>
              <a:t>necessidade</a:t>
            </a:r>
            <a:r>
              <a:rPr sz="1746" dirty="0">
                <a:uFill>
                  <a:solidFill/>
                </a:uFill>
                <a:latin typeface="Calibri"/>
                <a:ea typeface="Calibri"/>
                <a:cs typeface="Calibri"/>
                <a:sym typeface="Calibri"/>
              </a:rPr>
              <a:t> dos </a:t>
            </a:r>
            <a:r>
              <a:rPr sz="1746" dirty="0" err="1">
                <a:uFill>
                  <a:solidFill/>
                </a:uFill>
                <a:latin typeface="Calibri"/>
                <a:ea typeface="Calibri"/>
                <a:cs typeface="Calibri"/>
                <a:sym typeface="Calibri"/>
              </a:rPr>
              <a:t>departamentos</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Industria</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farmácia</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Multinacional</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ou</a:t>
            </a:r>
            <a:r>
              <a:rPr sz="1746" dirty="0">
                <a:uFill>
                  <a:solidFill/>
                </a:uFill>
                <a:latin typeface="Calibri"/>
                <a:ea typeface="Calibri"/>
                <a:cs typeface="Calibri"/>
                <a:sym typeface="Calibri"/>
              </a:rPr>
              <a:t> de </a:t>
            </a:r>
            <a:r>
              <a:rPr sz="1746" dirty="0" err="1">
                <a:uFill>
                  <a:solidFill/>
                </a:uFill>
                <a:latin typeface="Calibri"/>
                <a:ea typeface="Calibri"/>
                <a:cs typeface="Calibri"/>
                <a:sym typeface="Calibri"/>
              </a:rPr>
              <a:t>uma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Consultoria</a:t>
            </a:r>
            <a:r>
              <a:rPr sz="1746" dirty="0">
                <a:uFill>
                  <a:solidFill/>
                </a:uFill>
                <a:latin typeface="Calibri"/>
                <a:ea typeface="Calibri"/>
                <a:cs typeface="Calibri"/>
                <a:sym typeface="Calibri"/>
              </a:rPr>
              <a:t> que </a:t>
            </a:r>
            <a:r>
              <a:rPr sz="1746" dirty="0" err="1">
                <a:uFill>
                  <a:solidFill/>
                </a:uFill>
                <a:latin typeface="Calibri"/>
                <a:ea typeface="Calibri"/>
                <a:cs typeface="Calibri"/>
                <a:sym typeface="Calibri"/>
              </a:rPr>
              <a:t>presta</a:t>
            </a:r>
            <a:r>
              <a:rPr sz="1746" dirty="0">
                <a:uFill>
                  <a:solidFill/>
                </a:uFill>
                <a:latin typeface="Calibri"/>
                <a:ea typeface="Calibri"/>
                <a:cs typeface="Calibri"/>
                <a:sym typeface="Calibri"/>
              </a:rPr>
              <a:t> </a:t>
            </a:r>
            <a:r>
              <a:rPr sz="1746" dirty="0" err="1">
                <a:uFill>
                  <a:solidFill/>
                </a:uFill>
                <a:latin typeface="Calibri"/>
                <a:ea typeface="Calibri"/>
                <a:cs typeface="Calibri"/>
                <a:sym typeface="Calibri"/>
              </a:rPr>
              <a:t>serviços</a:t>
            </a:r>
            <a:r>
              <a:rPr sz="1746" dirty="0">
                <a:uFill>
                  <a:solidFill/>
                </a:uFill>
                <a:latin typeface="Calibri"/>
                <a:ea typeface="Calibri"/>
                <a:cs typeface="Calibri"/>
                <a:sym typeface="Calibri"/>
              </a:rPr>
              <a:t> para </a:t>
            </a:r>
            <a:r>
              <a:rPr sz="1746" dirty="0" err="1">
                <a:uFill>
                  <a:solidFill/>
                </a:uFill>
                <a:latin typeface="Calibri"/>
                <a:ea typeface="Calibri"/>
                <a:cs typeface="Calibri"/>
                <a:sym typeface="Calibri"/>
              </a:rPr>
              <a:t>Empresas</a:t>
            </a:r>
            <a:r>
              <a:rPr sz="1746" dirty="0">
                <a:uFill>
                  <a:solidFill/>
                </a:uFill>
                <a:latin typeface="Calibri"/>
                <a:ea typeface="Calibri"/>
                <a:cs typeface="Calibri"/>
                <a:sym typeface="Calibri"/>
              </a:rPr>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5F0FF"/>
        </a:solidFill>
        <a:effectLst/>
      </p:bgPr>
    </p:bg>
    <p:spTree>
      <p:nvGrpSpPr>
        <p:cNvPr id="1" name=""/>
        <p:cNvGrpSpPr/>
        <p:nvPr/>
      </p:nvGrpSpPr>
      <p:grpSpPr>
        <a:xfrm>
          <a:off x="0" y="0"/>
          <a:ext cx="0" cy="0"/>
          <a:chOff x="0" y="0"/>
          <a:chExt cx="0" cy="0"/>
        </a:xfrm>
      </p:grpSpPr>
      <p:sp>
        <p:nvSpPr>
          <p:cNvPr id="34" name="Shape 34"/>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35" name="Shape 35"/>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0588">
              <a:lnSpc>
                <a:spcPct val="150000"/>
              </a:lnSpc>
              <a:spcBef>
                <a:spcPts val="0"/>
              </a:spcBef>
              <a:buSzTx/>
              <a:buNone/>
              <a:defRPr sz="2156">
                <a:solidFill>
                  <a:srgbClr val="000000"/>
                </a:solidFill>
                <a:uFill>
                  <a:solidFill/>
                </a:uFill>
                <a:latin typeface="Calibri"/>
                <a:ea typeface="Calibri"/>
                <a:cs typeface="Calibri"/>
                <a:sym typeface="Calibri"/>
              </a:defRPr>
            </a:lvl1pPr>
          </a:lstStyle>
          <a:p>
            <a:pPr lvl="0">
              <a:defRPr sz="1800">
                <a:uFillTx/>
              </a:defRPr>
            </a:pPr>
            <a:r>
              <a:rPr sz="2156">
                <a:uFill>
                  <a:solidFill/>
                </a:uFill>
              </a:rPr>
              <a:t>Normalmente o Gerente de projetos responde ao Gerente da Área de T.I.,ao Diretor de Informática ou ate ao CIO, isso depende do tamanho da Cia em que trabalha e apesar de ser o mesmo cargo,com as mesmas obrigações, devido a diferença de tamanho e de cultura da Empresa, seu trabalho pode ser muito diferenciado, principalmente no que diz respeito ao relacionamento com os clientes, tendo essa pessoa que possuir um bom jogo de cintura para conseguir um bom desempenho.</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37" name="Shape 37"/>
          <p:cNvSpPr>
            <a:spLocks noGrp="1"/>
          </p:cNvSpPr>
          <p:nvPr>
            <p:ph type="title"/>
          </p:nvPr>
        </p:nvSpPr>
        <p:spPr>
          <a:xfrm>
            <a:off x="482600" y="5714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38" name="Shape 38"/>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0632">
              <a:lnSpc>
                <a:spcPct val="150000"/>
              </a:lnSpc>
              <a:spcBef>
                <a:spcPts val="0"/>
              </a:spcBef>
              <a:buSzTx/>
              <a:buNone/>
              <a:defRPr sz="2200">
                <a:solidFill>
                  <a:srgbClr val="000000"/>
                </a:solidFill>
                <a:uFill>
                  <a:solidFill/>
                </a:uFill>
                <a:latin typeface="Calibri"/>
                <a:ea typeface="Calibri"/>
                <a:cs typeface="Calibri"/>
                <a:sym typeface="Calibri"/>
              </a:defRPr>
            </a:lvl1pPr>
          </a:lstStyle>
          <a:p>
            <a:pPr lvl="0">
              <a:defRPr sz="1800">
                <a:uFillTx/>
              </a:defRPr>
            </a:pPr>
            <a:r>
              <a:rPr sz="2200">
                <a:uFill>
                  <a:solidFill/>
                </a:uFill>
              </a:rPr>
              <a:t>Na literatura existente, a abordagem sobre essa diferença de comportamento raramente cita esse problema, focando muito mais nas principais funções e no papel do gerente de projetos na condução das equipes sob sua responsabilidade e no comportamento a ser adquirido face as diferentes situações, que aparecem no desenvolvimento de todos os projetos, que utilizam os recursos de T.I.</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0" name="Shape 40"/>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41" name="Shape 41"/>
          <p:cNvSpPr>
            <a:spLocks noGrp="1"/>
          </p:cNvSpPr>
          <p:nvPr>
            <p:ph type="body" idx="1"/>
          </p:nvPr>
        </p:nvSpPr>
        <p:spPr>
          <a:xfrm>
            <a:off x="685800" y="1981199"/>
            <a:ext cx="8380415" cy="454634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179832">
              <a:lnSpc>
                <a:spcPct val="150000"/>
              </a:lnSpc>
              <a:spcBef>
                <a:spcPts val="0"/>
              </a:spcBef>
              <a:buSzTx/>
              <a:buNone/>
              <a:defRPr sz="1800">
                <a:solidFill>
                  <a:srgbClr val="000000"/>
                </a:solidFill>
              </a:defRPr>
            </a:pPr>
            <a:r>
              <a:rPr>
                <a:latin typeface="Calibri"/>
                <a:ea typeface="Calibri"/>
                <a:cs typeface="Calibri"/>
                <a:sym typeface="Calibri"/>
              </a:rPr>
              <a:t>O jogo de cintura, atributo mais do que </a:t>
            </a:r>
            <a:r>
              <a:rPr sz="1760">
                <a:latin typeface="Calibri"/>
                <a:ea typeface="Calibri"/>
                <a:cs typeface="Calibri"/>
                <a:sym typeface="Calibri"/>
              </a:rPr>
              <a:t>necessário</a:t>
            </a:r>
            <a:r>
              <a:rPr>
                <a:latin typeface="Calibri"/>
                <a:ea typeface="Calibri"/>
                <a:cs typeface="Calibri"/>
                <a:sym typeface="Calibri"/>
              </a:rPr>
              <a:t> para essa função, fica relegado a um segundo plano, mesmo sendo primordial para o bom desempenho de qualquer tipo de gerenciamento.</a:t>
            </a:r>
          </a:p>
          <a:p>
            <a:pPr marL="0" lvl="0" indent="0" algn="ctr" defTabSz="179832">
              <a:lnSpc>
                <a:spcPct val="150000"/>
              </a:lnSpc>
              <a:spcBef>
                <a:spcPts val="0"/>
              </a:spcBef>
              <a:buClrTx/>
              <a:buSzTx/>
              <a:buFontTx/>
              <a:buNone/>
              <a:defRPr sz="1800">
                <a:solidFill>
                  <a:srgbClr val="000000"/>
                </a:solidFill>
              </a:defRPr>
            </a:pPr>
            <a:r>
              <a:rPr>
                <a:latin typeface="Calibri"/>
                <a:ea typeface="Calibri"/>
                <a:cs typeface="Calibri"/>
                <a:sym typeface="Calibri"/>
              </a:rPr>
              <a:t>O Gerente de projetos vai se defrontar com usuários de vários tipos, desde os mais simpáticos e cooperativos aos mais arrogantes e as vezes malcriados, que vem os sistemas como um mal necessário e com o qual, se possível, quer um bom distanciamento. Ainda no âmbito de pessoas, ele vai conviver com os analistas, programadores e seus próprios gerentes, sendo cada um com sua personalidade e suas características próprias, gente muitas vezes de difícil relacionamento. Dos seus subordinados depende o sucesso na elaboração dos sistema e dos seus gerentes e diretores ele necessita do apoio para execução do trabalho.</a:t>
            </a: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endParaRPr sz="880">
              <a:latin typeface="Calibri"/>
              <a:ea typeface="Calibri"/>
              <a:cs typeface="Calibri"/>
              <a:sym typeface="Calibri"/>
            </a:endParaRPr>
          </a:p>
          <a:p>
            <a:pPr marL="0" lvl="0" indent="0" algn="ctr" defTabSz="179832">
              <a:lnSpc>
                <a:spcPct val="150000"/>
              </a:lnSpc>
              <a:spcBef>
                <a:spcPts val="0"/>
              </a:spcBef>
              <a:buSzTx/>
              <a:buNone/>
              <a:defRPr sz="1800">
                <a:solidFill>
                  <a:srgbClr val="000000"/>
                </a:solidFill>
              </a:defRPr>
            </a:pPr>
            <a:r>
              <a:rPr sz="880">
                <a:latin typeface="Calibri"/>
                <a:ea typeface="Calibri"/>
                <a:cs typeface="Calibri"/>
                <a:sym typeface="Calibri"/>
              </a:rPr>
              <a:t> </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3" name="Shape 43"/>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44" name="Shape 44"/>
          <p:cNvSpPr>
            <a:spLocks noGrp="1"/>
          </p:cNvSpPr>
          <p:nvPr>
            <p:ph type="body" idx="1"/>
          </p:nvPr>
        </p:nvSpPr>
        <p:spPr>
          <a:xfrm>
            <a:off x="685800" y="1981200"/>
            <a:ext cx="8224387" cy="4585946"/>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0632">
              <a:lnSpc>
                <a:spcPct val="150000"/>
              </a:lnSpc>
              <a:spcBef>
                <a:spcPts val="0"/>
              </a:spcBef>
              <a:buSzTx/>
              <a:buNone/>
              <a:defRPr sz="2200">
                <a:solidFill>
                  <a:srgbClr val="000000"/>
                </a:solidFill>
                <a:latin typeface="Calibri"/>
                <a:ea typeface="Calibri"/>
                <a:cs typeface="Calibri"/>
                <a:sym typeface="Calibri"/>
              </a:defRPr>
            </a:lvl1pPr>
          </a:lstStyle>
          <a:p>
            <a:pPr lvl="0">
              <a:defRPr sz="1800"/>
            </a:pPr>
            <a:r>
              <a:rPr sz="2200"/>
              <a:t>Lembrando que o GP tem que obter resultados através de suas equipes de trabalho, o bom relacionamento, a confiança de ambas as partes, aparece como fator essencial para que o projeto venha a dar certo. Outro detalhe a ser observado sobre esse relacionamento, vem do fato do GP não ficar preso a sua mesa dando ordens, mas de sua participação efetiva no projeto, abrindo portas para facilitar o trabalho de sua equipe junto aos usuários.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6" name="Shape 46"/>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47" name="Shape 47"/>
          <p:cNvSpPr>
            <a:spLocks noGrp="1"/>
          </p:cNvSpPr>
          <p:nvPr>
            <p:ph type="body" idx="1"/>
          </p:nvPr>
        </p:nvSpPr>
        <p:spPr>
          <a:xfrm>
            <a:off x="1066006" y="1967641"/>
            <a:ext cx="7772401" cy="452976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0588">
              <a:lnSpc>
                <a:spcPct val="150000"/>
              </a:lnSpc>
              <a:spcBef>
                <a:spcPts val="0"/>
              </a:spcBef>
              <a:buSzTx/>
              <a:buNone/>
              <a:defRPr sz="2058">
                <a:solidFill>
                  <a:srgbClr val="000000"/>
                </a:solidFill>
                <a:uFill>
                  <a:solidFill/>
                </a:uFill>
                <a:latin typeface="Calibri"/>
                <a:ea typeface="Calibri"/>
                <a:cs typeface="Calibri"/>
                <a:sym typeface="Calibri"/>
              </a:defRPr>
            </a:lvl1pPr>
          </a:lstStyle>
          <a:p>
            <a:pPr lvl="0">
              <a:defRPr sz="1800">
                <a:uFillTx/>
              </a:defRPr>
            </a:pPr>
            <a:r>
              <a:rPr sz="2058">
                <a:uFill>
                  <a:solidFill/>
                </a:uFill>
              </a:rPr>
              <a:t>Existe uma altissima taxa de fracasso entre os projetos de sistemas de informação porque eles nao foram gerenciados de maneira adequada. Segundo a Consultoria Standish Group, que monitora  a taxa de sucesso de projetos de T.I. somente 29% de todos os investimentos em tecnologia  foram concluídos dentro do prazo e orçamento estipulados. As organizações, muitas vezes nao conseguem avaliar o valor empresarial do novo sistema ou não realizam as mudanças organizacionais exigidas pela nova tecnologia. Por isso deve-se saber e compreender os motivos que levaram ao fracasso ou ao sucesso.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9" name="Shape 49"/>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50" name="Shape 50"/>
          <p:cNvSpPr>
            <a:spLocks noGrp="1"/>
          </p:cNvSpPr>
          <p:nvPr>
            <p:ph type="body" idx="1"/>
          </p:nvPr>
        </p:nvSpPr>
        <p:spPr>
          <a:xfrm>
            <a:off x="685800" y="1981199"/>
            <a:ext cx="8380415" cy="444916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388661">
              <a:lnSpc>
                <a:spcPct val="150000"/>
              </a:lnSpc>
              <a:spcBef>
                <a:spcPts val="0"/>
              </a:spcBef>
              <a:buSzTx/>
              <a:buNone/>
              <a:defRPr sz="1800">
                <a:solidFill>
                  <a:srgbClr val="000000"/>
                </a:solidFill>
              </a:defRPr>
            </a:pPr>
            <a:r>
              <a:rPr sz="1638"/>
              <a:t>OBJETIVOS DA GERENCIA DE PROJETOS</a:t>
            </a:r>
          </a:p>
          <a:p>
            <a:pPr marL="0" lvl="0" indent="0" algn="ctr" defTabSz="388661">
              <a:lnSpc>
                <a:spcPct val="150000"/>
              </a:lnSpc>
              <a:spcBef>
                <a:spcPts val="0"/>
              </a:spcBef>
              <a:buSzTx/>
              <a:buNone/>
              <a:defRPr sz="1800">
                <a:solidFill>
                  <a:srgbClr val="000000"/>
                </a:solidFill>
              </a:defRPr>
            </a:pPr>
            <a:r>
              <a:rPr sz="2002">
                <a:latin typeface="Trebuchet MS"/>
                <a:ea typeface="Trebuchet MS"/>
                <a:cs typeface="Trebuchet MS"/>
                <a:sym typeface="Trebuchet MS"/>
              </a:rPr>
              <a:t>Um projeto se compõe de uma serie planejada de atividades relacionadas para alcançar um objetivo empresarial especifico. Projetos em sistemas de informação incluem o desenvolvimento de novos sistemas, a melhoria de sistemas existentes ou projetos para substituição ou atualização  da infra-estrutura de T.I. da empresa. A Gerencia de Projetos refere-se a aplicação de conhecimento, habilidades, ferramentas e técnicas de modo a alcançar alvos específicos dentro de determinado orçamento e com restrições de tempo.</a:t>
            </a:r>
            <a:endParaRPr sz="1547">
              <a:uFill>
                <a:solidFill/>
              </a:uFill>
              <a:latin typeface="Calibri"/>
              <a:ea typeface="Calibri"/>
              <a:cs typeface="Calibri"/>
              <a:sym typeface="Calibri"/>
            </a:endParaRPr>
          </a:p>
          <a:p>
            <a:pPr marL="0" lvl="0" indent="0" algn="ctr" defTabSz="388661">
              <a:lnSpc>
                <a:spcPct val="150000"/>
              </a:lnSpc>
              <a:spcBef>
                <a:spcPts val="0"/>
              </a:spcBef>
              <a:buSzTx/>
              <a:buNone/>
              <a:defRPr sz="1800">
                <a:solidFill>
                  <a:srgbClr val="000000"/>
                </a:solidFill>
              </a:defRPr>
            </a:pPr>
            <a:r>
              <a:rPr sz="1547">
                <a:uFill>
                  <a:solidFill/>
                </a:uFill>
                <a:latin typeface="Calibri"/>
                <a:ea typeface="Calibri"/>
                <a:cs typeface="Calibri"/>
                <a:sym typeface="Calibri"/>
              </a:rPr>
              <a:t>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2" name="Shape 52"/>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365758">
              <a:defRPr sz="3200">
                <a:solidFill>
                  <a:srgbClr val="FFFFFF"/>
                </a:solidFill>
              </a:defRPr>
            </a:lvl1pPr>
          </a:lstStyle>
          <a:p>
            <a:pPr lvl="0">
              <a:defRPr sz="1800">
                <a:solidFill>
                  <a:srgbClr val="000000"/>
                </a:solidFill>
                <a:effectLst/>
              </a:defRPr>
            </a:pPr>
            <a:r>
              <a:rPr sz="3200">
                <a:solidFill>
                  <a:srgbClr val="FFFFFF"/>
                </a:solidFill>
              </a:rPr>
              <a:t>O GERENTE DE PROJETOS</a:t>
            </a:r>
          </a:p>
        </p:txBody>
      </p:sp>
      <p:sp>
        <p:nvSpPr>
          <p:cNvPr id="53" name="Shape 53"/>
          <p:cNvSpPr>
            <a:spLocks noGrp="1"/>
          </p:cNvSpPr>
          <p:nvPr>
            <p:ph type="body" idx="1"/>
          </p:nvPr>
        </p:nvSpPr>
        <p:spPr>
          <a:xfrm>
            <a:off x="685800" y="1981199"/>
            <a:ext cx="8270359" cy="4495714"/>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167243">
              <a:lnSpc>
                <a:spcPct val="150000"/>
              </a:lnSpc>
              <a:spcBef>
                <a:spcPts val="0"/>
              </a:spcBef>
              <a:buSzTx/>
              <a:buNone/>
              <a:defRPr sz="1800">
                <a:solidFill>
                  <a:srgbClr val="000000"/>
                </a:solidFill>
              </a:defRPr>
            </a:pPr>
            <a:r>
              <a:rPr sz="2240">
                <a:uFill>
                  <a:solidFill/>
                </a:uFill>
                <a:latin typeface="Calibri"/>
                <a:ea typeface="Calibri"/>
                <a:cs typeface="Calibri"/>
                <a:sym typeface="Calibri"/>
              </a:rPr>
              <a:t>ATIVIDADES DA GERENCIA DE PROJETOS</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INCLUEM: Planejamento do trabalho /Avaliação de riscos</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Estimativa de recursos necessários a realização do trabalho</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Aquisição de recursos humanos e materiais / Atribuição de tarefas</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Dimensionamento de atividades /Controle de execução do projeto </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Relatórios de andamento / Analise dos resultados/</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 Elaboração dos anteprojetos</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Conhecimento da equipe / Gerenciamento de conflitos / </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Disseminação dos conhecimentos obtidos nos levantamentos </a:t>
            </a:r>
          </a:p>
          <a:p>
            <a:pPr marL="0" lvl="0" indent="0" algn="ctr" defTabSz="167243">
              <a:lnSpc>
                <a:spcPct val="150000"/>
              </a:lnSpc>
              <a:spcBef>
                <a:spcPts val="0"/>
              </a:spcBef>
              <a:buSzTx/>
              <a:buNone/>
              <a:defRPr sz="1800">
                <a:solidFill>
                  <a:srgbClr val="000000"/>
                </a:solidFill>
              </a:defRPr>
            </a:pPr>
            <a:r>
              <a:rPr sz="1960">
                <a:uFill>
                  <a:solidFill/>
                </a:uFill>
                <a:latin typeface="Calibri"/>
                <a:ea typeface="Calibri"/>
                <a:cs typeface="Calibri"/>
                <a:sym typeface="Calibri"/>
              </a:rPr>
              <a:t>Relacionamento com os usuários e outros envolvidos.</a:t>
            </a: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a:p>
            <a:pPr marL="0" lvl="0" indent="0" algn="ctr" defTabSz="167243">
              <a:lnSpc>
                <a:spcPct val="150000"/>
              </a:lnSpc>
              <a:spcBef>
                <a:spcPts val="0"/>
              </a:spcBef>
              <a:buSzTx/>
              <a:buNone/>
              <a:defRPr sz="1800">
                <a:solidFill>
                  <a:srgbClr val="000000"/>
                </a:solidFill>
              </a:defRPr>
            </a:pPr>
            <a:endParaRPr sz="800">
              <a:uFill>
                <a:solidFill/>
              </a:uFill>
              <a:latin typeface="Calibri"/>
              <a:ea typeface="Calibri"/>
              <a:cs typeface="Calibri"/>
              <a:sym typeface="Calibri"/>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5" name="Shape 55"/>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Características</a:t>
            </a:r>
          </a:p>
        </p:txBody>
      </p:sp>
      <p:sp>
        <p:nvSpPr>
          <p:cNvPr id="56" name="Shape 56"/>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As estatísticas apontam que 60% a 70% dos sistemas computacionais implantados nas Instituições, FALHAM. Para isso são enumeradas varias causas, por exemplo: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Mal gerenciamento do projeto.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preparo das equipes de projeto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apoio da Diretoria da Empresa</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Plataforma inadequada de serviços.</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METODOLOGIA. </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 Quase inacreditável com tantas certificações, PMI, PMBOK, etc)</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8" name="Shape 58"/>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FALTA DE CULTURA</a:t>
            </a:r>
          </a:p>
        </p:txBody>
      </p:sp>
      <p:sp>
        <p:nvSpPr>
          <p:cNvPr id="59" name="Shape 59"/>
          <p:cNvSpPr>
            <a:spLocks noGrp="1"/>
          </p:cNvSpPr>
          <p:nvPr>
            <p:ph type="body" idx="1"/>
          </p:nvPr>
        </p:nvSpPr>
        <p:spPr>
          <a:xfrm>
            <a:off x="685800" y="1981198"/>
            <a:ext cx="8349916" cy="4624139"/>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377647">
              <a:lnSpc>
                <a:spcPct val="150000"/>
              </a:lnSpc>
              <a:spcBef>
                <a:spcPts val="0"/>
              </a:spcBef>
              <a:buSzTx/>
              <a:buNone/>
              <a:defRPr sz="1800">
                <a:solidFill>
                  <a:srgbClr val="000000"/>
                </a:solidFill>
              </a:defRPr>
            </a:pPr>
            <a:r>
              <a:rPr sz="2000" dirty="0" err="1">
                <a:uFill>
                  <a:solidFill/>
                </a:uFill>
                <a:latin typeface="Calibri"/>
                <a:ea typeface="Calibri"/>
                <a:cs typeface="Calibri"/>
                <a:sym typeface="Calibri"/>
              </a:rPr>
              <a:t>Dificilmente</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pode</a:t>
            </a:r>
            <a:r>
              <a:rPr sz="2000" dirty="0">
                <a:uFill>
                  <a:solidFill/>
                </a:uFill>
                <a:latin typeface="Calibri"/>
                <a:ea typeface="Calibri"/>
                <a:cs typeface="Calibri"/>
                <a:sym typeface="Calibri"/>
              </a:rPr>
              <a:t>-se </a:t>
            </a:r>
            <a:r>
              <a:rPr sz="2000" dirty="0" err="1">
                <a:uFill>
                  <a:solidFill/>
                </a:uFill>
                <a:latin typeface="Calibri"/>
                <a:ea typeface="Calibri"/>
                <a:cs typeface="Calibri"/>
                <a:sym typeface="Calibri"/>
              </a:rPr>
              <a:t>ver</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qualquer</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apontamento</a:t>
            </a:r>
            <a:r>
              <a:rPr sz="2000" dirty="0">
                <a:uFill>
                  <a:solidFill/>
                </a:uFill>
                <a:latin typeface="Calibri"/>
                <a:ea typeface="Calibri"/>
                <a:cs typeface="Calibri"/>
                <a:sym typeface="Calibri"/>
              </a:rPr>
              <a:t> que </a:t>
            </a:r>
            <a:r>
              <a:rPr sz="2000" dirty="0" err="1">
                <a:uFill>
                  <a:solidFill/>
                </a:uFill>
                <a:latin typeface="Calibri"/>
                <a:ea typeface="Calibri"/>
                <a:cs typeface="Calibri"/>
                <a:sym typeface="Calibri"/>
              </a:rPr>
              <a:t>indique</a:t>
            </a:r>
            <a:r>
              <a:rPr sz="2000" dirty="0">
                <a:uFill>
                  <a:solidFill/>
                </a:uFill>
                <a:latin typeface="Calibri"/>
                <a:ea typeface="Calibri"/>
                <a:cs typeface="Calibri"/>
                <a:sym typeface="Calibri"/>
              </a:rPr>
              <a:t> a Falta de </a:t>
            </a:r>
            <a:r>
              <a:rPr sz="2000" dirty="0" err="1">
                <a:uFill>
                  <a:solidFill/>
                </a:uFill>
                <a:latin typeface="Calibri"/>
                <a:ea typeface="Calibri"/>
                <a:cs typeface="Calibri"/>
                <a:sym typeface="Calibri"/>
              </a:rPr>
              <a:t>Cultura</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sobre</a:t>
            </a:r>
            <a:r>
              <a:rPr sz="2000" dirty="0">
                <a:uFill>
                  <a:solidFill/>
                </a:uFill>
                <a:latin typeface="Calibri"/>
                <a:ea typeface="Calibri"/>
                <a:cs typeface="Calibri"/>
                <a:sym typeface="Calibri"/>
              </a:rPr>
              <a:t> a </a:t>
            </a:r>
            <a:r>
              <a:rPr sz="2000" dirty="0" err="1">
                <a:uFill>
                  <a:solidFill/>
                </a:uFill>
                <a:latin typeface="Calibri"/>
                <a:ea typeface="Calibri"/>
                <a:cs typeface="Calibri"/>
                <a:sym typeface="Calibri"/>
              </a:rPr>
              <a:t>empresa</a:t>
            </a:r>
            <a:r>
              <a:rPr sz="2000" dirty="0">
                <a:uFill>
                  <a:solidFill/>
                </a:uFill>
                <a:latin typeface="Calibri"/>
                <a:ea typeface="Calibri"/>
                <a:cs typeface="Calibri"/>
                <a:sym typeface="Calibri"/>
              </a:rPr>
              <a:t> e a </a:t>
            </a:r>
            <a:r>
              <a:rPr sz="2000" dirty="0" err="1">
                <a:uFill>
                  <a:solidFill/>
                </a:uFill>
                <a:latin typeface="Calibri"/>
                <a:ea typeface="Calibri"/>
                <a:cs typeface="Calibri"/>
                <a:sym typeface="Calibri"/>
              </a:rPr>
              <a:t>falta</a:t>
            </a:r>
            <a:r>
              <a:rPr sz="2000" dirty="0">
                <a:uFill>
                  <a:solidFill/>
                </a:uFill>
                <a:latin typeface="Calibri"/>
                <a:ea typeface="Calibri"/>
                <a:cs typeface="Calibri"/>
                <a:sym typeface="Calibri"/>
              </a:rPr>
              <a:t> de </a:t>
            </a:r>
            <a:r>
              <a:rPr sz="2000" dirty="0" err="1">
                <a:uFill>
                  <a:solidFill/>
                </a:uFill>
                <a:latin typeface="Calibri"/>
                <a:ea typeface="Calibri"/>
                <a:cs typeface="Calibri"/>
                <a:sym typeface="Calibri"/>
              </a:rPr>
              <a:t>conhecimento</a:t>
            </a:r>
            <a:r>
              <a:rPr sz="2000" dirty="0">
                <a:uFill>
                  <a:solidFill/>
                </a:uFill>
                <a:latin typeface="Calibri"/>
                <a:ea typeface="Calibri"/>
                <a:cs typeface="Calibri"/>
                <a:sym typeface="Calibri"/>
              </a:rPr>
              <a:t> dos </a:t>
            </a:r>
            <a:r>
              <a:rPr sz="2000" dirty="0" err="1">
                <a:uFill>
                  <a:solidFill/>
                </a:uFill>
                <a:latin typeface="Calibri"/>
                <a:ea typeface="Calibri"/>
                <a:cs typeface="Calibri"/>
                <a:sym typeface="Calibri"/>
              </a:rPr>
              <a:t>envolvidos</a:t>
            </a:r>
            <a:r>
              <a:rPr sz="2000" dirty="0">
                <a:uFill>
                  <a:solidFill/>
                </a:uFill>
                <a:latin typeface="Calibri"/>
                <a:ea typeface="Calibri"/>
                <a:cs typeface="Calibri"/>
                <a:sym typeface="Calibri"/>
              </a:rPr>
              <a:t>(</a:t>
            </a:r>
            <a:r>
              <a:rPr sz="2000" dirty="0" err="1">
                <a:uFill>
                  <a:solidFill/>
                </a:uFill>
                <a:latin typeface="Calibri"/>
                <a:ea typeface="Calibri"/>
                <a:cs typeface="Calibri"/>
                <a:sym typeface="Calibri"/>
              </a:rPr>
              <a:t>usuários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quanto</a:t>
            </a:r>
            <a:r>
              <a:rPr sz="2000" dirty="0">
                <a:uFill>
                  <a:solidFill/>
                </a:uFill>
                <a:latin typeface="Calibri"/>
                <a:ea typeface="Calibri"/>
                <a:cs typeface="Calibri"/>
                <a:sym typeface="Calibri"/>
              </a:rPr>
              <a:t> a </a:t>
            </a:r>
            <a:r>
              <a:rPr sz="2000" dirty="0" err="1">
                <a:uFill>
                  <a:solidFill/>
                </a:uFill>
                <a:latin typeface="Calibri"/>
                <a:ea typeface="Calibri"/>
                <a:cs typeface="Calibri"/>
                <a:sym typeface="Calibri"/>
              </a:rPr>
              <a:t>Mudança</a:t>
            </a:r>
            <a:r>
              <a:rPr sz="2000" dirty="0">
                <a:uFill>
                  <a:solidFill/>
                </a:uFill>
                <a:latin typeface="Calibri"/>
                <a:ea typeface="Calibri"/>
                <a:cs typeface="Calibri"/>
                <a:sym typeface="Calibri"/>
              </a:rPr>
              <a:t> que </a:t>
            </a:r>
            <a:r>
              <a:rPr sz="2000" dirty="0" err="1">
                <a:uFill>
                  <a:solidFill/>
                </a:uFill>
                <a:latin typeface="Calibri"/>
                <a:ea typeface="Calibri"/>
                <a:cs typeface="Calibri"/>
                <a:sym typeface="Calibri"/>
              </a:rPr>
              <a:t>esse</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projeto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vai</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trazer</a:t>
            </a:r>
            <a:r>
              <a:rPr sz="2000" dirty="0">
                <a:uFill>
                  <a:solidFill/>
                </a:uFill>
                <a:latin typeface="Calibri"/>
                <a:ea typeface="Calibri"/>
                <a:cs typeface="Calibri"/>
                <a:sym typeface="Calibri"/>
              </a:rPr>
              <a:t> a </a:t>
            </a:r>
            <a:r>
              <a:rPr sz="2000" dirty="0" err="1">
                <a:uFill>
                  <a:solidFill/>
                </a:uFill>
                <a:latin typeface="Calibri"/>
                <a:ea typeface="Calibri"/>
                <a:cs typeface="Calibri"/>
                <a:sym typeface="Calibri"/>
              </a:rPr>
              <a:t>Organização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Isso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vai</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afeta-los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diretamente</a:t>
            </a:r>
            <a:r>
              <a:rPr sz="2000" dirty="0">
                <a:uFill>
                  <a:solidFill/>
                </a:uFill>
                <a:latin typeface="Calibri"/>
                <a:ea typeface="Calibri"/>
                <a:cs typeface="Calibri"/>
                <a:sym typeface="Calibri"/>
              </a:rPr>
              <a:t>, mas </a:t>
            </a:r>
            <a:r>
              <a:rPr sz="2000" dirty="0" err="1">
                <a:uFill>
                  <a:solidFill/>
                </a:uFill>
                <a:latin typeface="Calibri"/>
                <a:ea typeface="Calibri"/>
                <a:cs typeface="Calibri"/>
                <a:sym typeface="Calibri"/>
              </a:rPr>
              <a:t>normalmente</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como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citado</a:t>
            </a:r>
            <a:r>
              <a:rPr sz="2000" dirty="0">
                <a:uFill>
                  <a:solidFill/>
                </a:uFill>
                <a:latin typeface="Calibri"/>
                <a:ea typeface="Calibri"/>
                <a:cs typeface="Calibri"/>
                <a:sym typeface="Calibri"/>
              </a:rPr>
              <a:t> no </a:t>
            </a:r>
            <a:r>
              <a:rPr sz="1700" dirty="0">
                <a:uFill>
                  <a:solidFill/>
                </a:uFill>
                <a:latin typeface="Calibri"/>
                <a:ea typeface="Calibri"/>
                <a:cs typeface="Calibri"/>
                <a:sym typeface="Calibri"/>
              </a:rPr>
              <a:t>PMBOK, ELES SERAO AVISADO DEPOIS QUE AS MUDANÇAS JA TIVEREM OCORRIDO.</a:t>
            </a:r>
          </a:p>
          <a:p>
            <a:pPr marL="0" lvl="0" indent="0" algn="ctr" defTabSz="377647">
              <a:lnSpc>
                <a:spcPct val="150000"/>
              </a:lnSpc>
              <a:spcBef>
                <a:spcPts val="0"/>
              </a:spcBef>
              <a:buSzTx/>
              <a:buNone/>
              <a:defRPr sz="1800">
                <a:solidFill>
                  <a:srgbClr val="000000"/>
                </a:solidFill>
              </a:defRPr>
            </a:pPr>
            <a:r>
              <a:rPr sz="2000" dirty="0">
                <a:uFill>
                  <a:solidFill/>
                </a:uFill>
                <a:latin typeface="Calibri"/>
                <a:ea typeface="Calibri"/>
                <a:cs typeface="Calibri"/>
                <a:sym typeface="Calibri"/>
              </a:rPr>
              <a:t>As </a:t>
            </a:r>
            <a:r>
              <a:rPr sz="2000" dirty="0" err="1">
                <a:uFill>
                  <a:solidFill/>
                </a:uFill>
                <a:latin typeface="Calibri"/>
                <a:ea typeface="Calibri"/>
                <a:cs typeface="Calibri"/>
                <a:sym typeface="Calibri"/>
              </a:rPr>
              <a:t>pessoas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sentem</a:t>
            </a:r>
            <a:r>
              <a:rPr sz="2000" dirty="0">
                <a:uFill>
                  <a:solidFill/>
                </a:uFill>
                <a:latin typeface="Calibri"/>
                <a:ea typeface="Calibri"/>
                <a:cs typeface="Calibri"/>
                <a:sym typeface="Calibri"/>
              </a:rPr>
              <a:t>-se </a:t>
            </a:r>
            <a:r>
              <a:rPr sz="2000" dirty="0" err="1">
                <a:uFill>
                  <a:solidFill/>
                </a:uFill>
                <a:latin typeface="Calibri"/>
                <a:ea typeface="Calibri"/>
                <a:cs typeface="Calibri"/>
                <a:sym typeface="Calibri"/>
              </a:rPr>
              <a:t>desconfortáveis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sendo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tiradas</a:t>
            </a:r>
            <a:r>
              <a:rPr sz="2000" dirty="0">
                <a:uFill>
                  <a:solidFill/>
                </a:uFill>
                <a:latin typeface="Calibri"/>
                <a:ea typeface="Calibri"/>
                <a:cs typeface="Calibri"/>
                <a:sym typeface="Calibri"/>
              </a:rPr>
              <a:t> de </a:t>
            </a:r>
            <a:r>
              <a:rPr sz="2000" dirty="0" err="1">
                <a:uFill>
                  <a:solidFill/>
                </a:uFill>
                <a:latin typeface="Calibri"/>
                <a:ea typeface="Calibri"/>
                <a:cs typeface="Calibri"/>
                <a:sym typeface="Calibri"/>
              </a:rPr>
              <a:t>sua</a:t>
            </a:r>
            <a:r>
              <a:rPr sz="2000" dirty="0">
                <a:uFill>
                  <a:solidFill/>
                </a:uFill>
                <a:latin typeface="Calibri"/>
                <a:ea typeface="Calibri"/>
                <a:cs typeface="Calibri"/>
                <a:sym typeface="Calibri"/>
              </a:rPr>
              <a:t> zona de </a:t>
            </a:r>
            <a:r>
              <a:rPr sz="2000" dirty="0" err="1">
                <a:uFill>
                  <a:solidFill/>
                </a:uFill>
                <a:latin typeface="Calibri"/>
                <a:ea typeface="Calibri"/>
                <a:cs typeface="Calibri"/>
                <a:sym typeface="Calibri"/>
              </a:rPr>
              <a:t>conforto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sem</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prévio</a:t>
            </a:r>
            <a:r>
              <a:rPr sz="2000" dirty="0">
                <a:uFill>
                  <a:solidFill/>
                </a:uFill>
                <a:latin typeface="Calibri"/>
                <a:ea typeface="Calibri"/>
                <a:cs typeface="Calibri"/>
                <a:sym typeface="Calibri"/>
              </a:rPr>
              <a:t> aviso, </a:t>
            </a:r>
            <a:r>
              <a:rPr sz="2000" dirty="0" err="1">
                <a:uFill>
                  <a:solidFill/>
                </a:uFill>
                <a:latin typeface="Calibri"/>
                <a:ea typeface="Calibri"/>
                <a:cs typeface="Calibri"/>
                <a:sym typeface="Calibri"/>
              </a:rPr>
              <a:t>algumas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sentem</a:t>
            </a:r>
            <a:r>
              <a:rPr sz="2000" dirty="0">
                <a:uFill>
                  <a:solidFill/>
                </a:uFill>
                <a:latin typeface="Calibri"/>
                <a:ea typeface="Calibri"/>
                <a:cs typeface="Calibri"/>
                <a:sym typeface="Calibri"/>
              </a:rPr>
              <a:t>-se </a:t>
            </a:r>
            <a:r>
              <a:rPr sz="2000" dirty="0" err="1">
                <a:uFill>
                  <a:solidFill/>
                </a:uFill>
                <a:latin typeface="Calibri"/>
                <a:ea typeface="Calibri"/>
                <a:cs typeface="Calibri"/>
                <a:sym typeface="Calibri"/>
              </a:rPr>
              <a:t>como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traídas</a:t>
            </a:r>
            <a:r>
              <a:rPr sz="2000" dirty="0">
                <a:uFill>
                  <a:solidFill/>
                </a:uFill>
                <a:latin typeface="Calibri"/>
                <a:ea typeface="Calibri"/>
                <a:cs typeface="Calibri"/>
                <a:sym typeface="Calibri"/>
              </a:rPr>
              <a:t> e </a:t>
            </a:r>
            <a:r>
              <a:rPr sz="2000" dirty="0" err="1">
                <a:uFill>
                  <a:solidFill/>
                </a:uFill>
                <a:latin typeface="Calibri"/>
                <a:ea typeface="Calibri"/>
                <a:cs typeface="Calibri"/>
                <a:sym typeface="Calibri"/>
              </a:rPr>
              <a:t>nesse</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momento</a:t>
            </a:r>
            <a:r>
              <a:rPr sz="2000" dirty="0">
                <a:uFill>
                  <a:solidFill/>
                </a:uFill>
                <a:latin typeface="Calibri"/>
                <a:ea typeface="Calibri"/>
                <a:cs typeface="Calibri"/>
                <a:sym typeface="Calibri"/>
              </a:rPr>
              <a:t> as </a:t>
            </a:r>
            <a:r>
              <a:rPr sz="2000" dirty="0" err="1">
                <a:uFill>
                  <a:solidFill/>
                </a:uFill>
                <a:latin typeface="Calibri"/>
                <a:ea typeface="Calibri"/>
                <a:cs typeface="Calibri"/>
                <a:sym typeface="Calibri"/>
              </a:rPr>
              <a:t>coisa</a:t>
            </a:r>
            <a:r>
              <a:rPr sz="2000" dirty="0">
                <a:uFill>
                  <a:solidFill/>
                </a:uFill>
                <a:latin typeface="Calibri"/>
                <a:ea typeface="Calibri"/>
                <a:cs typeface="Calibri"/>
                <a:sym typeface="Calibri"/>
              </a:rPr>
              <a:t> se </a:t>
            </a:r>
            <a:r>
              <a:rPr sz="2000" dirty="0" err="1">
                <a:uFill>
                  <a:solidFill/>
                </a:uFill>
                <a:latin typeface="Calibri"/>
                <a:ea typeface="Calibri"/>
                <a:cs typeface="Calibri"/>
                <a:sym typeface="Calibri"/>
              </a:rPr>
              <a:t>complicam</a:t>
            </a:r>
            <a:r>
              <a:rPr sz="2000" dirty="0">
                <a:uFill>
                  <a:solidFill/>
                </a:uFill>
                <a:latin typeface="Calibri"/>
                <a:ea typeface="Calibri"/>
                <a:cs typeface="Calibri"/>
                <a:sym typeface="Calibri"/>
              </a:rPr>
              <a:t> e </a:t>
            </a:r>
            <a:r>
              <a:rPr sz="2000" dirty="0" err="1">
                <a:uFill>
                  <a:solidFill/>
                </a:uFill>
                <a:latin typeface="Calibri"/>
                <a:ea typeface="Calibri"/>
                <a:cs typeface="Calibri"/>
                <a:sym typeface="Calibri"/>
              </a:rPr>
              <a:t>elas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passam</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seja</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intencionalmente</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ou</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não</a:t>
            </a:r>
            <a:r>
              <a:rPr sz="2000" dirty="0">
                <a:uFill>
                  <a:solidFill/>
                </a:uFill>
                <a:latin typeface="Calibri"/>
                <a:ea typeface="Calibri"/>
                <a:cs typeface="Calibri"/>
                <a:sym typeface="Calibri"/>
              </a:rPr>
              <a:t> a </a:t>
            </a:r>
            <a:r>
              <a:rPr sz="2000" dirty="0" err="1">
                <a:uFill>
                  <a:solidFill/>
                </a:uFill>
                <a:latin typeface="Calibri"/>
                <a:ea typeface="Calibri"/>
                <a:cs typeface="Calibri"/>
                <a:sym typeface="Calibri"/>
              </a:rPr>
              <a:t>boicotar</a:t>
            </a:r>
            <a:r>
              <a:rPr sz="2000" dirty="0">
                <a:uFill>
                  <a:solidFill/>
                </a:uFill>
                <a:latin typeface="Calibri"/>
                <a:ea typeface="Calibri"/>
                <a:cs typeface="Calibri"/>
                <a:sym typeface="Calibri"/>
              </a:rPr>
              <a:t> o </a:t>
            </a:r>
            <a:r>
              <a:rPr sz="2000" dirty="0" err="1">
                <a:uFill>
                  <a:solidFill/>
                </a:uFill>
                <a:latin typeface="Calibri"/>
                <a:ea typeface="Calibri"/>
                <a:cs typeface="Calibri"/>
                <a:sym typeface="Calibri"/>
              </a:rPr>
              <a:t>sistema</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na</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esperança</a:t>
            </a:r>
            <a:r>
              <a:rPr sz="2000" dirty="0">
                <a:uFill>
                  <a:solidFill/>
                </a:uFill>
                <a:latin typeface="Calibri"/>
                <a:ea typeface="Calibri"/>
                <a:cs typeface="Calibri"/>
                <a:sym typeface="Calibri"/>
              </a:rPr>
              <a:t> de que o </a:t>
            </a:r>
            <a:r>
              <a:rPr sz="2000" dirty="0" err="1">
                <a:uFill>
                  <a:solidFill/>
                </a:uFill>
                <a:latin typeface="Calibri"/>
                <a:ea typeface="Calibri"/>
                <a:cs typeface="Calibri"/>
                <a:sym typeface="Calibri"/>
              </a:rPr>
              <a:t>mesmo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possa</a:t>
            </a:r>
            <a:r>
              <a:rPr sz="2000" dirty="0">
                <a:uFill>
                  <a:solidFill/>
                </a:uFill>
                <a:latin typeface="Calibri"/>
                <a:ea typeface="Calibri"/>
                <a:cs typeface="Calibri"/>
                <a:sym typeface="Calibri"/>
              </a:rPr>
              <a:t> ser; </a:t>
            </a:r>
            <a:r>
              <a:rPr sz="2000" dirty="0" err="1">
                <a:uFill>
                  <a:solidFill/>
                </a:uFill>
                <a:latin typeface="Calibri"/>
                <a:ea typeface="Calibri"/>
                <a:cs typeface="Calibri"/>
                <a:sym typeface="Calibri"/>
              </a:rPr>
              <a:t>Retirado</a:t>
            </a:r>
            <a:r>
              <a:rPr sz="2000" dirty="0">
                <a:uFill>
                  <a:solidFill/>
                </a:uFill>
                <a:latin typeface="Calibri"/>
                <a:ea typeface="Calibri"/>
                <a:cs typeface="Calibri"/>
                <a:sym typeface="Calibri"/>
              </a:rPr>
              <a:t> do </a:t>
            </a:r>
            <a:r>
              <a:rPr sz="2000" dirty="0" err="1">
                <a:uFill>
                  <a:solidFill/>
                </a:uFill>
                <a:latin typeface="Calibri"/>
                <a:ea typeface="Calibri"/>
                <a:cs typeface="Calibri"/>
                <a:sym typeface="Calibri"/>
              </a:rPr>
              <a:t>ar</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Modificado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seguindo</a:t>
            </a:r>
            <a:r>
              <a:rPr sz="2000" dirty="0">
                <a:uFill>
                  <a:solidFill/>
                </a:uFill>
                <a:latin typeface="Calibri"/>
                <a:ea typeface="Calibri"/>
                <a:cs typeface="Calibri"/>
                <a:sym typeface="Calibri"/>
              </a:rPr>
              <a:t> as </a:t>
            </a:r>
            <a:r>
              <a:rPr sz="2000" dirty="0" err="1">
                <a:uFill>
                  <a:solidFill/>
                </a:uFill>
                <a:latin typeface="Calibri"/>
                <a:ea typeface="Calibri"/>
                <a:cs typeface="Calibri"/>
                <a:sym typeface="Calibri"/>
              </a:rPr>
              <a:t>regras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antigas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substituído</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por</a:t>
            </a:r>
            <a:r>
              <a:rPr sz="2000" dirty="0">
                <a:uFill>
                  <a:solidFill/>
                </a:uFill>
                <a:latin typeface="Calibri"/>
                <a:ea typeface="Calibri"/>
                <a:cs typeface="Calibri"/>
                <a:sym typeface="Calibri"/>
              </a:rPr>
              <a:t> outro </a:t>
            </a:r>
            <a:r>
              <a:rPr sz="2000" dirty="0" err="1">
                <a:uFill>
                  <a:solidFill/>
                </a:uFill>
                <a:latin typeface="Calibri"/>
                <a:ea typeface="Calibri"/>
                <a:cs typeface="Calibri"/>
                <a:sym typeface="Calibri"/>
              </a:rPr>
              <a:t>mais</a:t>
            </a:r>
            <a:r>
              <a:rPr sz="2000" dirty="0">
                <a:uFill>
                  <a:solidFill/>
                </a:uFill>
                <a:latin typeface="Calibri"/>
                <a:ea typeface="Calibri"/>
                <a:cs typeface="Calibri"/>
                <a:sym typeface="Calibri"/>
              </a:rPr>
              <a:t> </a:t>
            </a:r>
            <a:r>
              <a:rPr sz="2000" dirty="0" err="1">
                <a:uFill>
                  <a:solidFill/>
                </a:uFill>
                <a:latin typeface="Calibri"/>
                <a:ea typeface="Calibri"/>
                <a:cs typeface="Calibri"/>
                <a:sym typeface="Calibri"/>
              </a:rPr>
              <a:t>fácil</a:t>
            </a:r>
            <a:r>
              <a:rPr sz="2000" dirty="0">
                <a:uFill>
                  <a:solidFill/>
                </a:uFill>
                <a:latin typeface="Calibri"/>
                <a:ea typeface="Calibri"/>
                <a:cs typeface="Calibri"/>
                <a:sym typeface="Calibri"/>
              </a:rPr>
              <a:t> de se usar</a:t>
            </a:r>
            <a:r>
              <a:rPr sz="1700" dirty="0">
                <a:uFill>
                  <a:solidFill/>
                </a:uFill>
                <a:latin typeface="Calibri"/>
                <a:ea typeface="Calibri"/>
                <a:cs typeface="Calibri"/>
                <a:sym typeface="Calibri"/>
              </a:rPr>
              <a:t>.</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1" name="Shape 61"/>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defTabSz="877822">
              <a:defRPr sz="4200">
                <a:effectLst>
                  <a:outerShdw blurRad="12700" dist="24384" dir="2700000" rotWithShape="0">
                    <a:srgbClr val="000000"/>
                  </a:outerShdw>
                </a:effectLst>
              </a:defRPr>
            </a:lvl1pPr>
          </a:lstStyle>
          <a:p>
            <a:pPr lvl="0">
              <a:defRPr sz="1800">
                <a:solidFill>
                  <a:srgbClr val="000000"/>
                </a:solidFill>
                <a:effectLst/>
              </a:defRPr>
            </a:pPr>
            <a:r>
              <a:rPr sz="3600" dirty="0">
                <a:solidFill>
                  <a:srgbClr val="FFFF99"/>
                </a:solidFill>
                <a:effectLst>
                  <a:outerShdw blurRad="12700" dist="24384" dir="2700000" rotWithShape="0">
                    <a:srgbClr val="000000"/>
                  </a:outerShdw>
                </a:effectLst>
              </a:rPr>
              <a:t>A QUEM AFETA DIRETAMENTE</a:t>
            </a:r>
          </a:p>
        </p:txBody>
      </p:sp>
      <p:sp>
        <p:nvSpPr>
          <p:cNvPr id="62" name="Shape 62"/>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36091">
              <a:lnSpc>
                <a:spcPct val="150000"/>
              </a:lnSpc>
              <a:spcBef>
                <a:spcPts val="0"/>
              </a:spcBef>
              <a:buSzTx/>
              <a:buNone/>
              <a:defRPr sz="1800">
                <a:solidFill>
                  <a:srgbClr val="000000"/>
                </a:solidFill>
              </a:defRPr>
            </a:pPr>
            <a:r>
              <a:rPr sz="2100" dirty="0" err="1">
                <a:uFill>
                  <a:solidFill/>
                </a:uFill>
                <a:latin typeface="Calibri"/>
                <a:ea typeface="Calibri"/>
                <a:cs typeface="Calibri"/>
                <a:sym typeface="Calibri"/>
              </a:rPr>
              <a:t>Logicamente</a:t>
            </a:r>
            <a:r>
              <a:rPr sz="2100" dirty="0">
                <a:uFill>
                  <a:solidFill/>
                </a:uFill>
                <a:latin typeface="Calibri"/>
                <a:ea typeface="Calibri"/>
                <a:cs typeface="Calibri"/>
                <a:sym typeface="Calibri"/>
              </a:rPr>
              <a:t> nada </a:t>
            </a:r>
            <a:r>
              <a:rPr sz="2100" dirty="0" err="1">
                <a:uFill>
                  <a:solidFill/>
                </a:uFill>
                <a:latin typeface="Calibri"/>
                <a:ea typeface="Calibri"/>
                <a:cs typeface="Calibri"/>
                <a:sym typeface="Calibri"/>
              </a:rPr>
              <a:t>disso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vai</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acontecer</a:t>
            </a:r>
            <a:r>
              <a:rPr sz="2100" dirty="0">
                <a:uFill>
                  <a:solidFill/>
                </a:uFill>
                <a:latin typeface="Calibri"/>
                <a:ea typeface="Calibri"/>
                <a:cs typeface="Calibri"/>
                <a:sym typeface="Calibri"/>
              </a:rPr>
              <a:t>, a </a:t>
            </a:r>
            <a:r>
              <a:rPr sz="2100" dirty="0" err="1">
                <a:uFill>
                  <a:solidFill/>
                </a:uFill>
                <a:latin typeface="Calibri"/>
                <a:ea typeface="Calibri"/>
                <a:cs typeface="Calibri"/>
                <a:sym typeface="Calibri"/>
              </a:rPr>
              <a:t>Empresa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investiu</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não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raro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alguns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milhões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nesse</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sistema</a:t>
            </a:r>
            <a:r>
              <a:rPr sz="2100" dirty="0">
                <a:uFill>
                  <a:solidFill/>
                </a:uFill>
                <a:latin typeface="Calibri"/>
                <a:ea typeface="Calibri"/>
                <a:cs typeface="Calibri"/>
                <a:sym typeface="Calibri"/>
              </a:rPr>
              <a:t> e </a:t>
            </a:r>
            <a:r>
              <a:rPr sz="2100" dirty="0" err="1">
                <a:uFill>
                  <a:solidFill/>
                </a:uFill>
                <a:latin typeface="Calibri"/>
                <a:ea typeface="Calibri"/>
                <a:cs typeface="Calibri"/>
                <a:sym typeface="Calibri"/>
              </a:rPr>
              <a:t>ele</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não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vai</a:t>
            </a:r>
            <a:r>
              <a:rPr sz="2100" dirty="0">
                <a:uFill>
                  <a:solidFill/>
                </a:uFill>
                <a:latin typeface="Calibri"/>
                <a:ea typeface="Calibri"/>
                <a:cs typeface="Calibri"/>
                <a:sym typeface="Calibri"/>
              </a:rPr>
              <a:t> ser </a:t>
            </a:r>
            <a:r>
              <a:rPr sz="2100" dirty="0" err="1">
                <a:uFill>
                  <a:solidFill/>
                </a:uFill>
                <a:latin typeface="Calibri"/>
                <a:ea typeface="Calibri"/>
                <a:cs typeface="Calibri"/>
                <a:sym typeface="Calibri"/>
              </a:rPr>
              <a:t>jogado</a:t>
            </a:r>
            <a:r>
              <a:rPr sz="2100" dirty="0">
                <a:uFill>
                  <a:solidFill/>
                </a:uFill>
                <a:latin typeface="Calibri"/>
                <a:ea typeface="Calibri"/>
                <a:cs typeface="Calibri"/>
                <a:sym typeface="Calibri"/>
              </a:rPr>
              <a:t> fora, pois </a:t>
            </a:r>
            <a:r>
              <a:rPr sz="2100" dirty="0" err="1">
                <a:uFill>
                  <a:solidFill/>
                </a:uFill>
                <a:latin typeface="Calibri"/>
                <a:ea typeface="Calibri"/>
                <a:cs typeface="Calibri"/>
                <a:sym typeface="Calibri"/>
              </a:rPr>
              <a:t>isso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poderia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causar</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transtornos</a:t>
            </a:r>
            <a:r>
              <a:rPr sz="2100" dirty="0">
                <a:uFill>
                  <a:solidFill/>
                </a:uFill>
                <a:latin typeface="Calibri"/>
                <a:ea typeface="Calibri"/>
                <a:cs typeface="Calibri"/>
                <a:sym typeface="Calibri"/>
              </a:rPr>
              <a:t> a </a:t>
            </a:r>
            <a:r>
              <a:rPr sz="2100" dirty="0" err="1">
                <a:uFill>
                  <a:solidFill/>
                </a:uFill>
                <a:latin typeface="Calibri"/>
                <a:ea typeface="Calibri"/>
                <a:cs typeface="Calibri"/>
                <a:sym typeface="Calibri"/>
              </a:rPr>
              <a:t>todos</a:t>
            </a:r>
            <a:r>
              <a:rPr sz="2100" dirty="0">
                <a:uFill>
                  <a:solidFill/>
                </a:uFill>
                <a:latin typeface="Calibri"/>
                <a:ea typeface="Calibri"/>
                <a:cs typeface="Calibri"/>
                <a:sym typeface="Calibri"/>
              </a:rPr>
              <a:t> que o </a:t>
            </a:r>
            <a:r>
              <a:rPr sz="2100" dirty="0" err="1">
                <a:uFill>
                  <a:solidFill/>
                </a:uFill>
                <a:latin typeface="Calibri"/>
                <a:ea typeface="Calibri"/>
                <a:cs typeface="Calibri"/>
                <a:sym typeface="Calibri"/>
              </a:rPr>
              <a:t>elaboraram</a:t>
            </a:r>
            <a:r>
              <a:rPr sz="2100" dirty="0">
                <a:uFill>
                  <a:solidFill/>
                </a:uFill>
                <a:latin typeface="Calibri"/>
                <a:ea typeface="Calibri"/>
                <a:cs typeface="Calibri"/>
                <a:sym typeface="Calibri"/>
              </a:rPr>
              <a:t>.</a:t>
            </a:r>
          </a:p>
          <a:p>
            <a:pPr marL="0" lvl="0" indent="0" algn="ctr" defTabSz="436091">
              <a:lnSpc>
                <a:spcPct val="150000"/>
              </a:lnSpc>
              <a:spcBef>
                <a:spcPts val="0"/>
              </a:spcBef>
              <a:buSzTx/>
              <a:buNone/>
              <a:defRPr sz="1800">
                <a:solidFill>
                  <a:srgbClr val="000000"/>
                </a:solidFill>
              </a:defRPr>
            </a:pPr>
            <a:r>
              <a:rPr sz="2100" dirty="0">
                <a:uFill>
                  <a:solidFill/>
                </a:uFill>
                <a:latin typeface="Calibri"/>
                <a:ea typeface="Calibri"/>
                <a:cs typeface="Calibri"/>
                <a:sym typeface="Calibri"/>
              </a:rPr>
              <a:t>A “RESISTÊNCIA A MUDANÇA” </a:t>
            </a:r>
            <a:r>
              <a:rPr sz="2100" dirty="0" err="1">
                <a:uFill>
                  <a:solidFill/>
                </a:uFill>
                <a:latin typeface="Calibri"/>
                <a:ea typeface="Calibri"/>
                <a:cs typeface="Calibri"/>
                <a:sym typeface="Calibri"/>
              </a:rPr>
              <a:t>pode</a:t>
            </a:r>
            <a:r>
              <a:rPr sz="2100" dirty="0">
                <a:uFill>
                  <a:solidFill/>
                </a:uFill>
                <a:latin typeface="Calibri"/>
                <a:ea typeface="Calibri"/>
                <a:cs typeface="Calibri"/>
                <a:sym typeface="Calibri"/>
              </a:rPr>
              <a:t>-se </a:t>
            </a:r>
            <a:r>
              <a:rPr sz="2100" dirty="0" err="1">
                <a:uFill>
                  <a:solidFill/>
                </a:uFill>
                <a:latin typeface="Calibri"/>
                <a:ea typeface="Calibri"/>
                <a:cs typeface="Calibri"/>
                <a:sym typeface="Calibri"/>
              </a:rPr>
              <a:t>dizer</a:t>
            </a:r>
            <a:r>
              <a:rPr sz="2100" dirty="0">
                <a:uFill>
                  <a:solidFill/>
                </a:uFill>
                <a:latin typeface="Calibri"/>
                <a:ea typeface="Calibri"/>
                <a:cs typeface="Calibri"/>
                <a:sym typeface="Calibri"/>
              </a:rPr>
              <a:t> que </a:t>
            </a:r>
            <a:r>
              <a:rPr sz="2100" dirty="0" err="1">
                <a:uFill>
                  <a:solidFill/>
                </a:uFill>
                <a:latin typeface="Calibri"/>
                <a:ea typeface="Calibri"/>
                <a:cs typeface="Calibri"/>
                <a:sym typeface="Calibri"/>
              </a:rPr>
              <a:t>seja</a:t>
            </a:r>
            <a:r>
              <a:rPr sz="2100" dirty="0">
                <a:uFill>
                  <a:solidFill/>
                </a:uFill>
                <a:latin typeface="Calibri"/>
                <a:ea typeface="Calibri"/>
                <a:cs typeface="Calibri"/>
                <a:sym typeface="Calibri"/>
              </a:rPr>
              <a:t> algo natural, o </a:t>
            </a:r>
            <a:r>
              <a:rPr sz="2100" dirty="0" err="1">
                <a:uFill>
                  <a:solidFill/>
                </a:uFill>
                <a:latin typeface="Calibri"/>
                <a:ea typeface="Calibri"/>
                <a:cs typeface="Calibri"/>
                <a:sym typeface="Calibri"/>
              </a:rPr>
              <a:t>indivíduo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deixa</a:t>
            </a:r>
            <a:r>
              <a:rPr sz="2100" dirty="0">
                <a:uFill>
                  <a:solidFill/>
                </a:uFill>
                <a:latin typeface="Calibri"/>
                <a:ea typeface="Calibri"/>
                <a:cs typeface="Calibri"/>
                <a:sym typeface="Calibri"/>
              </a:rPr>
              <a:t> de </a:t>
            </a:r>
            <a:r>
              <a:rPr sz="2100" dirty="0" err="1">
                <a:uFill>
                  <a:solidFill/>
                </a:uFill>
                <a:latin typeface="Calibri"/>
                <a:ea typeface="Calibri"/>
                <a:cs typeface="Calibri"/>
                <a:sym typeface="Calibri"/>
              </a:rPr>
              <a:t>fazer</a:t>
            </a:r>
            <a:r>
              <a:rPr sz="2100" dirty="0">
                <a:uFill>
                  <a:solidFill/>
                </a:uFill>
                <a:latin typeface="Calibri"/>
                <a:ea typeface="Calibri"/>
                <a:cs typeface="Calibri"/>
                <a:sym typeface="Calibri"/>
              </a:rPr>
              <a:t> o que </a:t>
            </a:r>
            <a:r>
              <a:rPr sz="2100" dirty="0" err="1">
                <a:uFill>
                  <a:solidFill/>
                </a:uFill>
                <a:latin typeface="Calibri"/>
                <a:ea typeface="Calibri"/>
                <a:cs typeface="Calibri"/>
                <a:sym typeface="Calibri"/>
              </a:rPr>
              <a:t>fazia</a:t>
            </a:r>
            <a:r>
              <a:rPr sz="2100" dirty="0">
                <a:uFill>
                  <a:solidFill/>
                </a:uFill>
                <a:latin typeface="Calibri"/>
                <a:ea typeface="Calibri"/>
                <a:cs typeface="Calibri"/>
                <a:sym typeface="Calibri"/>
              </a:rPr>
              <a:t>, as </a:t>
            </a:r>
            <a:r>
              <a:rPr sz="2100" dirty="0" err="1">
                <a:uFill>
                  <a:solidFill/>
                </a:uFill>
                <a:latin typeface="Calibri"/>
                <a:ea typeface="Calibri"/>
                <a:cs typeface="Calibri"/>
                <a:sym typeface="Calibri"/>
              </a:rPr>
              <a:t>vezes</a:t>
            </a:r>
            <a:r>
              <a:rPr sz="2100" dirty="0">
                <a:uFill>
                  <a:solidFill/>
                </a:uFill>
                <a:latin typeface="Calibri"/>
                <a:ea typeface="Calibri"/>
                <a:cs typeface="Calibri"/>
                <a:sym typeface="Calibri"/>
              </a:rPr>
              <a:t>, ha </a:t>
            </a:r>
            <a:r>
              <a:rPr sz="2100" dirty="0" err="1">
                <a:uFill>
                  <a:solidFill/>
                </a:uFill>
                <a:latin typeface="Calibri"/>
                <a:ea typeface="Calibri"/>
                <a:cs typeface="Calibri"/>
                <a:sym typeface="Calibri"/>
              </a:rPr>
              <a:t>mais</a:t>
            </a:r>
            <a:r>
              <a:rPr sz="2100" dirty="0">
                <a:uFill>
                  <a:solidFill/>
                </a:uFill>
                <a:latin typeface="Calibri"/>
                <a:ea typeface="Calibri"/>
                <a:cs typeface="Calibri"/>
                <a:sym typeface="Calibri"/>
              </a:rPr>
              <a:t> de 5 </a:t>
            </a:r>
            <a:r>
              <a:rPr sz="2100" dirty="0" err="1">
                <a:uFill>
                  <a:solidFill/>
                </a:uFill>
                <a:latin typeface="Calibri"/>
                <a:ea typeface="Calibri"/>
                <a:cs typeface="Calibri"/>
                <a:sym typeface="Calibri"/>
              </a:rPr>
              <a:t>anos</a:t>
            </a:r>
            <a:r>
              <a:rPr sz="2100" dirty="0">
                <a:uFill>
                  <a:solidFill/>
                </a:uFill>
                <a:latin typeface="Calibri"/>
                <a:ea typeface="Calibri"/>
                <a:cs typeface="Calibri"/>
                <a:sym typeface="Calibri"/>
              </a:rPr>
              <a:t> par</a:t>
            </a:r>
            <a:r>
              <a:rPr lang="pt-BR" sz="2100" dirty="0">
                <a:uFill>
                  <a:solidFill/>
                </a:uFill>
                <a:latin typeface="Calibri"/>
                <a:ea typeface="Calibri"/>
                <a:cs typeface="Calibri"/>
                <a:sym typeface="Calibri"/>
              </a:rPr>
              <a:t>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adotar</a:t>
            </a:r>
            <a:r>
              <a:rPr sz="2100" dirty="0">
                <a:uFill>
                  <a:solidFill/>
                </a:uFill>
                <a:latin typeface="Calibri"/>
                <a:ea typeface="Calibri"/>
                <a:cs typeface="Calibri"/>
                <a:sym typeface="Calibri"/>
              </a:rPr>
              <a:t> </a:t>
            </a:r>
            <a:r>
              <a:rPr lang="pt-BR" sz="2100" dirty="0">
                <a:uFill>
                  <a:solidFill/>
                </a:uFill>
                <a:latin typeface="Calibri"/>
                <a:ea typeface="Calibri"/>
                <a:cs typeface="Calibri"/>
                <a:sym typeface="Calibri"/>
              </a:rPr>
              <a:t>(</a:t>
            </a:r>
            <a:r>
              <a:rPr sz="2100" dirty="0" err="1">
                <a:uFill>
                  <a:solidFill/>
                </a:uFill>
                <a:latin typeface="Calibri"/>
                <a:ea typeface="Calibri"/>
                <a:cs typeface="Calibri"/>
                <a:sym typeface="Calibri"/>
              </a:rPr>
              <a:t>na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marra</a:t>
            </a:r>
            <a:r>
              <a:rPr lang="pt-BR" sz="2100" dirty="0">
                <a:uFill>
                  <a:solidFill/>
                </a:uFill>
                <a:latin typeface="Calibri"/>
                <a:ea typeface="Calibri"/>
                <a:cs typeface="Calibri"/>
                <a:sym typeface="Calibri"/>
              </a:rPr>
              <a:t>)</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procedimentos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ditados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por</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outras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pessoas</a:t>
            </a:r>
            <a:r>
              <a:rPr sz="2100" dirty="0">
                <a:uFill>
                  <a:solidFill/>
                </a:uFill>
                <a:latin typeface="Calibri"/>
                <a:ea typeface="Calibri"/>
                <a:cs typeface="Calibri"/>
                <a:sym typeface="Calibri"/>
              </a:rPr>
              <a:t> que </a:t>
            </a:r>
            <a:r>
              <a:rPr sz="2100" dirty="0" err="1">
                <a:uFill>
                  <a:solidFill/>
                </a:uFill>
                <a:latin typeface="Calibri"/>
                <a:ea typeface="Calibri"/>
                <a:cs typeface="Calibri"/>
                <a:sym typeface="Calibri"/>
              </a:rPr>
              <a:t>estão</a:t>
            </a:r>
            <a:r>
              <a:rPr sz="2100" dirty="0">
                <a:uFill>
                  <a:solidFill/>
                </a:uFill>
                <a:latin typeface="Calibri"/>
                <a:ea typeface="Calibri"/>
                <a:cs typeface="Calibri"/>
                <a:sym typeface="Calibri"/>
              </a:rPr>
              <a:t> ha </a:t>
            </a:r>
            <a:r>
              <a:rPr sz="2100" dirty="0" err="1">
                <a:uFill>
                  <a:solidFill/>
                </a:uFill>
                <a:latin typeface="Calibri"/>
                <a:ea typeface="Calibri"/>
                <a:cs typeface="Calibri"/>
                <a:sym typeface="Calibri"/>
              </a:rPr>
              <a:t>menos</a:t>
            </a:r>
            <a:r>
              <a:rPr sz="2100" dirty="0">
                <a:uFill>
                  <a:solidFill/>
                </a:uFill>
                <a:latin typeface="Calibri"/>
                <a:ea typeface="Calibri"/>
                <a:cs typeface="Calibri"/>
                <a:sym typeface="Calibri"/>
              </a:rPr>
              <a:t> de </a:t>
            </a:r>
            <a:r>
              <a:rPr sz="2100" dirty="0" err="1">
                <a:uFill>
                  <a:solidFill/>
                </a:uFill>
                <a:latin typeface="Calibri"/>
                <a:ea typeface="Calibri"/>
                <a:cs typeface="Calibri"/>
                <a:sym typeface="Calibri"/>
              </a:rPr>
              <a:t>dois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anos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na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empresa</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através</a:t>
            </a:r>
            <a:r>
              <a:rPr sz="2100" dirty="0">
                <a:uFill>
                  <a:solidFill/>
                </a:uFill>
                <a:latin typeface="Calibri"/>
                <a:ea typeface="Calibri"/>
                <a:cs typeface="Calibri"/>
                <a:sym typeface="Calibri"/>
              </a:rPr>
              <a:t> de um </a:t>
            </a:r>
            <a:r>
              <a:rPr sz="2100" dirty="0" err="1">
                <a:uFill>
                  <a:solidFill/>
                </a:uFill>
                <a:latin typeface="Calibri"/>
                <a:ea typeface="Calibri"/>
                <a:cs typeface="Calibri"/>
                <a:sym typeface="Calibri"/>
              </a:rPr>
              <a:t>sistema</a:t>
            </a:r>
            <a:r>
              <a:rPr sz="2100" dirty="0">
                <a:uFill>
                  <a:solidFill/>
                </a:uFill>
                <a:latin typeface="Calibri"/>
                <a:ea typeface="Calibri"/>
                <a:cs typeface="Calibri"/>
                <a:sym typeface="Calibri"/>
              </a:rPr>
              <a:t> de </a:t>
            </a:r>
            <a:r>
              <a:rPr sz="2100" dirty="0" err="1">
                <a:uFill>
                  <a:solidFill/>
                </a:uFill>
                <a:latin typeface="Calibri"/>
                <a:ea typeface="Calibri"/>
                <a:cs typeface="Calibri"/>
                <a:sym typeface="Calibri"/>
              </a:rPr>
              <a:t>computador</a:t>
            </a:r>
            <a:r>
              <a:rPr sz="2100" dirty="0">
                <a:uFill>
                  <a:solidFill/>
                </a:uFill>
                <a:latin typeface="Calibri"/>
                <a:ea typeface="Calibri"/>
                <a:cs typeface="Calibri"/>
                <a:sym typeface="Calibri"/>
              </a:rPr>
              <a:t> que </a:t>
            </a:r>
            <a:r>
              <a:rPr sz="2100" dirty="0" err="1">
                <a:uFill>
                  <a:solidFill/>
                </a:uFill>
                <a:latin typeface="Calibri"/>
                <a:ea typeface="Calibri"/>
                <a:cs typeface="Calibri"/>
                <a:sym typeface="Calibri"/>
              </a:rPr>
              <a:t>elas</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não</a:t>
            </a:r>
            <a:r>
              <a:rPr sz="2100" dirty="0">
                <a:uFill>
                  <a:solidFill/>
                </a:uFill>
                <a:latin typeface="Calibri"/>
                <a:ea typeface="Calibri"/>
                <a:cs typeface="Calibri"/>
                <a:sym typeface="Calibri"/>
              </a:rPr>
              <a:t> </a:t>
            </a:r>
            <a:r>
              <a:rPr sz="2100" dirty="0" err="1">
                <a:uFill>
                  <a:solidFill/>
                </a:uFill>
                <a:latin typeface="Calibri"/>
                <a:ea typeface="Calibri"/>
                <a:cs typeface="Calibri"/>
                <a:sym typeface="Calibri"/>
              </a:rPr>
              <a:t>pediram</a:t>
            </a:r>
            <a:r>
              <a:rPr sz="2100" dirty="0">
                <a:uFill>
                  <a:solidFill/>
                </a:uFill>
                <a:latin typeface="Calibri"/>
                <a:ea typeface="Calibri"/>
                <a:cs typeface="Calibri"/>
                <a:sym typeface="Calibri"/>
              </a:rPr>
              <a:t>.</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4" name="Shape 64"/>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Competências </a:t>
            </a:r>
          </a:p>
        </p:txBody>
      </p:sp>
      <p:sp>
        <p:nvSpPr>
          <p:cNvPr id="65" name="Shape 65"/>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9580">
              <a:lnSpc>
                <a:spcPct val="150000"/>
              </a:lnSpc>
              <a:spcBef>
                <a:spcPts val="0"/>
              </a:spcBef>
              <a:buSzTx/>
              <a:buNone/>
              <a:defRPr sz="2200">
                <a:solidFill>
                  <a:srgbClr val="000000"/>
                </a:solidFill>
                <a:uFill>
                  <a:solidFill/>
                </a:uFill>
                <a:latin typeface="Calibri"/>
                <a:ea typeface="Calibri"/>
                <a:cs typeface="Calibri"/>
                <a:sym typeface="Calibri"/>
              </a:defRPr>
            </a:lvl1pPr>
          </a:lstStyle>
          <a:p>
            <a:pPr lvl="0">
              <a:defRPr sz="1800">
                <a:uFillTx/>
              </a:defRPr>
            </a:pPr>
            <a:r>
              <a:rPr sz="2200">
                <a:uFill>
                  <a:solidFill/>
                </a:uFill>
              </a:rPr>
              <a:t>Os artigos enumeram’N’ formas de resistência, que certamente existem, mas não enumeram nenhuma causa para os mesmos. Ressalte-se que os seres humanos tem características diferentes, formas de pensar diferentes, ideias próprias e que portanto a simples identificação da forma de resistência, não resolvera o problema.</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7" name="Shape 67"/>
          <p:cNvSpPr>
            <a:spLocks noGrp="1"/>
          </p:cNvSpPr>
          <p:nvPr>
            <p:ph type="title"/>
          </p:nvPr>
        </p:nvSpPr>
        <p:spPr>
          <a:xfrm>
            <a:off x="685800" y="609598"/>
            <a:ext cx="7772400" cy="1143005"/>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Competências </a:t>
            </a:r>
          </a:p>
        </p:txBody>
      </p:sp>
      <p:sp>
        <p:nvSpPr>
          <p:cNvPr id="68" name="Shape 68"/>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Finalmente, podemos concluir que:</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Preparação, a Observação e a Ação” podem auxiliar a melhorar o processo de Mudança.</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PREPARAÇÃO - Para criar um ambiente ideal para reduzir a resistência. (ou elimina-la)</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OBSERVAÇÃO - Para identificar as possíveis resistências.</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ACAO - Para planejar e corrigir os impactos gerados pela reação dos indivíduos do grupo.</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7" name="Shape 67"/>
          <p:cNvSpPr>
            <a:spLocks noGrp="1"/>
          </p:cNvSpPr>
          <p:nvPr>
            <p:ph type="title"/>
          </p:nvPr>
        </p:nvSpPr>
        <p:spPr>
          <a:xfrm>
            <a:off x="685800" y="609598"/>
            <a:ext cx="7772400" cy="1143005"/>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Competências </a:t>
            </a:r>
          </a:p>
        </p:txBody>
      </p:sp>
      <p:sp>
        <p:nvSpPr>
          <p:cNvPr id="68" name="Shape 68"/>
          <p:cNvSpPr>
            <a:spLocks noGrp="1"/>
          </p:cNvSpPr>
          <p:nvPr>
            <p:ph type="body" idx="1"/>
          </p:nvPr>
        </p:nvSpPr>
        <p:spPr>
          <a:xfrm>
            <a:off x="685800" y="1981200"/>
            <a:ext cx="7772400" cy="3810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2100" dirty="0">
                <a:uFill>
                  <a:solidFill/>
                </a:uFill>
                <a:latin typeface="Calibri"/>
                <a:ea typeface="Calibri"/>
                <a:cs typeface="Calibri"/>
                <a:sym typeface="Calibri"/>
              </a:rPr>
              <a:t> </a:t>
            </a:r>
            <a:r>
              <a:rPr lang="pt-BR" sz="2100" dirty="0">
                <a:uFill>
                  <a:solidFill/>
                </a:uFill>
                <a:latin typeface="Calibri"/>
                <a:ea typeface="Calibri"/>
                <a:cs typeface="Calibri"/>
                <a:sym typeface="Calibri"/>
              </a:rPr>
              <a:t>PODEMOS CONCLUIR TAMBEM QUE</a:t>
            </a:r>
            <a:r>
              <a:rPr sz="2100" dirty="0">
                <a:uFill>
                  <a:solidFill/>
                </a:uFill>
                <a:latin typeface="Calibri"/>
                <a:ea typeface="Calibri"/>
                <a:cs typeface="Calibri"/>
                <a:sym typeface="Calibri"/>
              </a:rPr>
              <a:t>:</a:t>
            </a:r>
            <a:endParaRPr lang="pt-BR" sz="2100" dirty="0">
              <a:uFill>
                <a:solidFill/>
              </a:uFill>
              <a:latin typeface="Calibri"/>
              <a:ea typeface="Calibri"/>
              <a:cs typeface="Calibri"/>
              <a:sym typeface="Calibri"/>
            </a:endParaRPr>
          </a:p>
          <a:p>
            <a:pPr marL="0" lvl="0" indent="0" algn="ctr" defTabSz="449580">
              <a:lnSpc>
                <a:spcPct val="150000"/>
              </a:lnSpc>
              <a:spcBef>
                <a:spcPts val="0"/>
              </a:spcBef>
              <a:buSzTx/>
              <a:buNone/>
              <a:defRPr sz="1800">
                <a:solidFill>
                  <a:srgbClr val="000000"/>
                </a:solidFill>
              </a:defRPr>
            </a:pPr>
            <a:r>
              <a:rPr lang="pt-BR" sz="2100" dirty="0">
                <a:uFill>
                  <a:solidFill/>
                </a:uFill>
                <a:latin typeface="Calibri"/>
                <a:ea typeface="Calibri"/>
                <a:cs typeface="Calibri"/>
                <a:sym typeface="Calibri"/>
              </a:rPr>
              <a:t>QUEIRA OU NÃO O GERENTE DE PROJETOS SEMPRE SERA UM AGENTE DE MUDANCAS NAS EMPRESAS, POIS A CADA SISTEMA IMPLANTADO HAVERA INEVITAVELMENTE UMA MUDANCA.</a:t>
            </a:r>
          </a:p>
          <a:p>
            <a:pPr marL="0" lvl="0" indent="0" algn="ctr" defTabSz="449580">
              <a:lnSpc>
                <a:spcPct val="150000"/>
              </a:lnSpc>
              <a:spcBef>
                <a:spcPts val="0"/>
              </a:spcBef>
              <a:buSzTx/>
              <a:buNone/>
              <a:defRPr sz="1800">
                <a:solidFill>
                  <a:srgbClr val="000000"/>
                </a:solidFill>
              </a:defRPr>
            </a:pPr>
            <a:r>
              <a:rPr lang="pt-BR" sz="2100" dirty="0">
                <a:uFill>
                  <a:solidFill/>
                </a:uFill>
                <a:latin typeface="Calibri"/>
                <a:ea typeface="Calibri"/>
                <a:cs typeface="Calibri"/>
                <a:sym typeface="Calibri"/>
              </a:rPr>
              <a:t>CABE A ELE MINIMIZAR OS IMPACTOS QUE A MESMA PODERA CAUSAR A EMPRESA E AS PESSOAS QUE DEVERAO TRABALHAR COM ESSE </a:t>
            </a:r>
            <a:r>
              <a:rPr lang="pt-BR" sz="2100">
                <a:uFill>
                  <a:solidFill/>
                </a:uFill>
                <a:latin typeface="Calibri"/>
                <a:ea typeface="Calibri"/>
                <a:cs typeface="Calibri"/>
                <a:sym typeface="Calibri"/>
              </a:rPr>
              <a:t>NOVO SISTEMA.</a:t>
            </a:r>
            <a:endParaRPr sz="2100" dirty="0">
              <a:uFill>
                <a:solidFill/>
              </a:uFill>
              <a:latin typeface="Calibri"/>
              <a:ea typeface="Calibri"/>
              <a:cs typeface="Calibri"/>
              <a:sym typeface="Calibri"/>
            </a:endParaRPr>
          </a:p>
        </p:txBody>
      </p:sp>
    </p:spTree>
    <p:extLst>
      <p:ext uri="{BB962C8B-B14F-4D97-AF65-F5344CB8AC3E}">
        <p14:creationId xmlns:p14="http://schemas.microsoft.com/office/powerpoint/2010/main" val="2596263248"/>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FF"/>
      </a:accent1>
      <a:accent2>
        <a:srgbClr val="00FFCC"/>
      </a:accent2>
      <a:accent3>
        <a:srgbClr val="AAB8E0"/>
      </a:accent3>
      <a:accent4>
        <a:srgbClr val="DADADA"/>
      </a:accent4>
      <a:accent5>
        <a:srgbClr val="AAE0FF"/>
      </a:accent5>
      <a:accent6>
        <a:srgbClr val="00E7B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FF"/>
          </a:solidFill>
          <a:prstDash val="solid"/>
          <a:bevel/>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FF"/>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FF"/>
      </a:accent1>
      <a:accent2>
        <a:srgbClr val="00FFCC"/>
      </a:accent2>
      <a:accent3>
        <a:srgbClr val="AAB8E0"/>
      </a:accent3>
      <a:accent4>
        <a:srgbClr val="DADADA"/>
      </a:accent4>
      <a:accent5>
        <a:srgbClr val="AAE0FF"/>
      </a:accent5>
      <a:accent6>
        <a:srgbClr val="00E7B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FF"/>
          </a:solidFill>
          <a:prstDash val="solid"/>
          <a:bevel/>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FF"/>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TotalTime>
  <Words>1270</Words>
  <Application>Microsoft Macintosh PowerPoint</Application>
  <PresentationFormat>Apresentação na tela (4:3)</PresentationFormat>
  <Paragraphs>68</Paragraphs>
  <Slides>15</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15</vt:i4>
      </vt:variant>
    </vt:vector>
  </HeadingPairs>
  <TitlesOfParts>
    <vt:vector size="22" baseType="lpstr">
      <vt:lpstr>Avenir Roman</vt:lpstr>
      <vt:lpstr>Calibri</vt:lpstr>
      <vt:lpstr>Times New Roman</vt:lpstr>
      <vt:lpstr>Times New Roman Bold</vt:lpstr>
      <vt:lpstr>Trebuchet MS</vt:lpstr>
      <vt:lpstr>Wingdings</vt:lpstr>
      <vt:lpstr>Default</vt:lpstr>
      <vt:lpstr>O GERENTE DE PROJETOS</vt:lpstr>
      <vt:lpstr>O GERENTE DE PROJETOS</vt:lpstr>
      <vt:lpstr>O GERENTE DE PROJETOS</vt:lpstr>
      <vt:lpstr>O GERENTE DE PROJETOS</vt:lpstr>
      <vt:lpstr>O GERENTE DE PROJETOS</vt:lpstr>
      <vt:lpstr>O GERENTE DE PROJETOS</vt:lpstr>
      <vt:lpstr>O GERENTE DE PROJETOS</vt:lpstr>
      <vt:lpstr>O GERENTE DE PROJETOS</vt:lpstr>
      <vt:lpstr>O GERENTE DE PROJETOS</vt:lpstr>
      <vt:lpstr>Características</vt:lpstr>
      <vt:lpstr>FALTA DE CULTURA</vt:lpstr>
      <vt:lpstr>A QUEM AFETA DIRETAMENTE</vt:lpstr>
      <vt:lpstr>Competências </vt:lpstr>
      <vt:lpstr>Competências </vt:lpstr>
      <vt:lpstr>Competências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GERENTE DE PROJETOS</dc:title>
  <cp:lastModifiedBy>EDGARD ALEXANDRE ROMANATO</cp:lastModifiedBy>
  <cp:revision>2</cp:revision>
  <dcterms:modified xsi:type="dcterms:W3CDTF">2022-08-22T14:37:03Z</dcterms:modified>
</cp:coreProperties>
</file>