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9"/>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sldSz cx="9144000" cy="6858000" type="screen4x3"/>
  <p:notesSz cx="6858000" cy="9144000"/>
  <p:defaultTextStyle>
    <a:lvl1pPr>
      <a:defRPr sz="2400">
        <a:latin typeface="+mj-lt"/>
        <a:ea typeface="+mj-ea"/>
        <a:cs typeface="+mj-cs"/>
        <a:sym typeface="Helvetica"/>
      </a:defRPr>
    </a:lvl1pPr>
    <a:lvl2pPr>
      <a:defRPr sz="2400">
        <a:latin typeface="+mj-lt"/>
        <a:ea typeface="+mj-ea"/>
        <a:cs typeface="+mj-cs"/>
        <a:sym typeface="Helvetica"/>
      </a:defRPr>
    </a:lvl2pPr>
    <a:lvl3pPr>
      <a:defRPr sz="2400">
        <a:latin typeface="+mj-lt"/>
        <a:ea typeface="+mj-ea"/>
        <a:cs typeface="+mj-cs"/>
        <a:sym typeface="Helvetica"/>
      </a:defRPr>
    </a:lvl3pPr>
    <a:lvl4pPr>
      <a:defRPr sz="2400">
        <a:latin typeface="+mj-lt"/>
        <a:ea typeface="+mj-ea"/>
        <a:cs typeface="+mj-cs"/>
        <a:sym typeface="Helvetica"/>
      </a:defRPr>
    </a:lvl4pPr>
    <a:lvl5pPr>
      <a:defRPr sz="2400">
        <a:latin typeface="+mj-lt"/>
        <a:ea typeface="+mj-ea"/>
        <a:cs typeface="+mj-cs"/>
        <a:sym typeface="Helvetica"/>
      </a:defRPr>
    </a:lvl5pPr>
    <a:lvl6pPr>
      <a:defRPr sz="2400">
        <a:latin typeface="+mj-lt"/>
        <a:ea typeface="+mj-ea"/>
        <a:cs typeface="+mj-cs"/>
        <a:sym typeface="Helvetica"/>
      </a:defRPr>
    </a:lvl6pPr>
    <a:lvl7pPr>
      <a:defRPr sz="2400">
        <a:latin typeface="+mj-lt"/>
        <a:ea typeface="+mj-ea"/>
        <a:cs typeface="+mj-cs"/>
        <a:sym typeface="Helvetica"/>
      </a:defRPr>
    </a:lvl7pPr>
    <a:lvl8pPr>
      <a:defRPr sz="2400">
        <a:latin typeface="+mj-lt"/>
        <a:ea typeface="+mj-ea"/>
        <a:cs typeface="+mj-cs"/>
        <a:sym typeface="Helvetica"/>
      </a:defRPr>
    </a:lvl8pPr>
    <a:lvl9pPr>
      <a:defRPr sz="2400">
        <a:latin typeface="+mj-lt"/>
        <a:ea typeface="+mj-ea"/>
        <a:cs typeface="+mj-cs"/>
        <a:sym typeface="Helvetica"/>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ECFF"/>
          </a:solidFill>
        </a:fill>
      </a:tcStyle>
    </a:wholeTbl>
    <a:band2H>
      <a:tcTxStyle/>
      <a:tcStyle>
        <a:tcBdr/>
        <a:fill>
          <a:solidFill>
            <a:srgbClr val="E6F6FF"/>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CCFF"/>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CCFF"/>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CCFF"/>
          </a:solidFill>
        </a:fill>
      </a:tcStyle>
    </a:firstRow>
  </a:tblStyle>
  <a:tblStyle styleId="{C7B018BB-80A7-4F77-B60F-C8B233D01FF8}"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E2E6F3"/>
          </a:solidFill>
        </a:fill>
      </a:tcStyle>
    </a:wholeTbl>
    <a:band2H>
      <a:tcTxStyle/>
      <a:tcStyle>
        <a:tcBdr/>
        <a:fill>
          <a:solidFill>
            <a:srgbClr val="F1F3F9"/>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AB8E0"/>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AB8E0"/>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AAB8E0"/>
          </a:solidFill>
        </a:fill>
      </a:tcStyle>
    </a:firstRow>
  </a:tblStyle>
  <a:tblStyle styleId="{EEE7283C-3CF3-47DC-8721-378D4A62B228}"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F6E6"/>
          </a:solidFill>
        </a:fill>
      </a:tcStyle>
    </a:wholeTbl>
    <a:band2H>
      <a:tcTxStyle/>
      <a:tcStyle>
        <a:tcBdr/>
        <a:fill>
          <a:solidFill>
            <a:srgbClr val="E6FAF3"/>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E7B9"/>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E7B9"/>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00E7B9"/>
          </a:solidFill>
        </a:fill>
      </a:tcStyle>
    </a:firstRow>
  </a:tblStyle>
  <a:tblStyle styleId="{CF821DB8-F4EB-4A41-A1BA-3FCAFE7338EE}" styleName="">
    <a:tblBg/>
    <a:wholeTbl>
      <a:tcTxStyle b="on" i="on">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n">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00CCFF"/>
          </a:solidFill>
        </a:fill>
      </a:tcStyle>
    </a:firstCol>
    <a:lastRow>
      <a:tcTxStyle b="on" i="on">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FFFFFF"/>
          </a:solidFill>
        </a:fill>
      </a:tcStyle>
    </a:lastRow>
    <a:firstRow>
      <a:tcTxStyle b="on" i="on">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bevel/>
            </a:ln>
          </a:top>
          <a:bottom>
            <a:ln w="25400" cap="flat">
              <a:solidFill>
                <a:srgbClr val="000000"/>
              </a:solidFill>
              <a:prstDash val="solid"/>
              <a:bevel/>
            </a:ln>
          </a:bottom>
          <a:insideH>
            <a:ln w="12700" cap="flat">
              <a:noFill/>
              <a:miter lim="400000"/>
            </a:ln>
          </a:insideH>
          <a:insideV>
            <a:ln w="12700" cap="flat">
              <a:noFill/>
              <a:miter lim="400000"/>
            </a:ln>
          </a:insideV>
        </a:tcBdr>
        <a:fill>
          <a:solidFill>
            <a:srgbClr val="00CCFF"/>
          </a:solidFill>
        </a:fill>
      </a:tcStyle>
    </a:firstRow>
  </a:tblStyle>
  <a:tblStyle styleId="{33BA23B1-9221-436E-865A-0063620EA4FD}" styleName="">
    <a:tblBg/>
    <a:wholeTbl>
      <a:tcTxStyle b="on" i="on">
        <a:fontRef idx="major">
          <a:srgbClr val="000000"/>
        </a:fontRef>
        <a:srgbClr val="000000"/>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srgbClr val="CACACA"/>
          </a:solidFill>
        </a:fill>
      </a:tcStyle>
    </a:wholeTbl>
    <a:band2H>
      <a:tcTxStyle/>
      <a:tcStyle>
        <a:tcBdr/>
        <a:fill>
          <a:solidFill>
            <a:srgbClr val="E6E6E6"/>
          </a:solidFill>
        </a:fill>
      </a:tcStyle>
    </a:band2H>
    <a:firstCol>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Col>
    <a:la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38100" cap="flat">
              <a:solidFill>
                <a:srgbClr val="FFFFFF"/>
              </a:solidFill>
              <a:prstDash val="solid"/>
              <a:bevel/>
            </a:ln>
          </a:top>
          <a:bottom>
            <a:ln w="127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lastRow>
    <a:firstRow>
      <a:tcTxStyle b="on" i="on">
        <a:fontRef idx="major">
          <a:srgbClr val="FFFFFF"/>
        </a:fontRef>
        <a:srgbClr val="FFFFFF"/>
      </a:tcTxStyle>
      <a:tcStyle>
        <a:tcBdr>
          <a:left>
            <a:ln w="12700" cap="flat">
              <a:solidFill>
                <a:srgbClr val="FFFFFF"/>
              </a:solidFill>
              <a:prstDash val="solid"/>
              <a:bevel/>
            </a:ln>
          </a:left>
          <a:right>
            <a:ln w="12700" cap="flat">
              <a:solidFill>
                <a:srgbClr val="FFFFFF"/>
              </a:solidFill>
              <a:prstDash val="solid"/>
              <a:bevel/>
            </a:ln>
          </a:right>
          <a:top>
            <a:ln w="12700" cap="flat">
              <a:solidFill>
                <a:srgbClr val="FFFFFF"/>
              </a:solidFill>
              <a:prstDash val="solid"/>
              <a:bevel/>
            </a:ln>
          </a:top>
          <a:bottom>
            <a:ln w="38100" cap="flat">
              <a:solidFill>
                <a:srgbClr val="FFFFFF"/>
              </a:solidFill>
              <a:prstDash val="solid"/>
              <a:bevel/>
            </a:ln>
          </a:bottom>
          <a:insideH>
            <a:ln w="12700" cap="flat">
              <a:solidFill>
                <a:srgbClr val="FFFFFF"/>
              </a:solidFill>
              <a:prstDash val="solid"/>
              <a:bevel/>
            </a:ln>
          </a:insideH>
          <a:insideV>
            <a:ln w="12700" cap="flat">
              <a:solidFill>
                <a:srgbClr val="FFFFFF"/>
              </a:solidFill>
              <a:prstDash val="solid"/>
              <a:bevel/>
            </a:ln>
          </a:insideV>
        </a:tcBdr>
        <a:fill>
          <a:solidFill/>
        </a:fill>
      </a:tcStyle>
    </a:firstRow>
  </a:tblStyle>
  <a:tblStyle styleId="{2708684C-4D16-4618-839F-0558EEFCDFE6}" styleName="">
    <a:tblBg/>
    <a:wholeTbl>
      <a:tcTxStyle b="on" i="on">
        <a:fontRef idx="maj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wholeTbl>
    <a:band2H>
      <a:tcTxStyle/>
      <a:tcStyle>
        <a:tcBdr/>
        <a:fill>
          <a:solidFill>
            <a:srgbClr val="FFFFFF"/>
          </a:solidFill>
        </a:fill>
      </a:tcStyle>
    </a:band2H>
    <a:firstCol>
      <a:tcTxStyle b="on" i="on">
        <a:fontRef idx="maj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solidFill>
            <a:srgbClr val="000000">
              <a:alpha val="20000"/>
            </a:srgbClr>
          </a:solidFill>
        </a:fill>
      </a:tcStyle>
    </a:firstCol>
    <a:lastRow>
      <a:tcTxStyle b="on" i="on">
        <a:fontRef idx="maj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50800" cap="flat">
              <a:solidFill>
                <a:srgbClr val="000000"/>
              </a:solidFill>
              <a:prstDash val="solid"/>
              <a:bevel/>
            </a:ln>
          </a:top>
          <a:bottom>
            <a:ln w="127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lastRow>
    <a:firstRow>
      <a:tcTxStyle b="on" i="on">
        <a:fontRef idx="major">
          <a:srgbClr val="000000"/>
        </a:fontRef>
        <a:srgbClr val="000000"/>
      </a:tcTxStyle>
      <a:tcStyle>
        <a:tcBdr>
          <a:left>
            <a:ln w="12700" cap="flat">
              <a:solidFill>
                <a:srgbClr val="000000"/>
              </a:solidFill>
              <a:prstDash val="solid"/>
              <a:bevel/>
            </a:ln>
          </a:left>
          <a:right>
            <a:ln w="12700" cap="flat">
              <a:solidFill>
                <a:srgbClr val="000000"/>
              </a:solidFill>
              <a:prstDash val="solid"/>
              <a:bevel/>
            </a:ln>
          </a:right>
          <a:top>
            <a:ln w="12700" cap="flat">
              <a:solidFill>
                <a:srgbClr val="000000"/>
              </a:solidFill>
              <a:prstDash val="solid"/>
              <a:bevel/>
            </a:ln>
          </a:top>
          <a:bottom>
            <a:ln w="25400" cap="flat">
              <a:solidFill>
                <a:srgbClr val="000000"/>
              </a:solidFill>
              <a:prstDash val="solid"/>
              <a:bevel/>
            </a:ln>
          </a:bottom>
          <a:insideH>
            <a:ln w="12700" cap="flat">
              <a:solidFill>
                <a:srgbClr val="000000"/>
              </a:solidFill>
              <a:prstDash val="solid"/>
              <a:bevel/>
            </a:ln>
          </a:insideH>
          <a:insideV>
            <a:ln w="12700" cap="flat">
              <a:solidFill>
                <a:srgbClr val="000000"/>
              </a:solidFill>
              <a:prstDash val="solid"/>
              <a:bevel/>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10"/>
    <p:restoredTop sz="94615"/>
  </p:normalViewPr>
  <p:slideViewPr>
    <p:cSldViewPr snapToGrid="0" snapToObjects="1">
      <p:cViewPr varScale="1">
        <p:scale>
          <a:sx n="102" d="100"/>
          <a:sy n="102" d="100"/>
        </p:scale>
        <p:origin x="1824" y="16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6" name="Shape 26"/>
          <p:cNvSpPr>
            <a:spLocks noGrp="1" noRot="1" noChangeAspect="1"/>
          </p:cNvSpPr>
          <p:nvPr>
            <p:ph type="sldImg"/>
          </p:nvPr>
        </p:nvSpPr>
        <p:spPr>
          <a:xfrm>
            <a:off x="1143000" y="685800"/>
            <a:ext cx="4572000" cy="3429000"/>
          </a:xfrm>
          <a:prstGeom prst="rect">
            <a:avLst/>
          </a:prstGeom>
        </p:spPr>
        <p:txBody>
          <a:bodyPr/>
          <a:lstStyle/>
          <a:p>
            <a:pPr lvl="0"/>
            <a:endParaRPr/>
          </a:p>
        </p:txBody>
      </p:sp>
      <p:sp>
        <p:nvSpPr>
          <p:cNvPr id="27" name="Shape 27"/>
          <p:cNvSpPr>
            <a:spLocks noGrp="1"/>
          </p:cNvSpPr>
          <p:nvPr>
            <p:ph type="body" sz="quarter" idx="1"/>
          </p:nvPr>
        </p:nvSpPr>
        <p:spPr>
          <a:xfrm>
            <a:off x="914400" y="4343400"/>
            <a:ext cx="5029200" cy="4114800"/>
          </a:xfrm>
          <a:prstGeom prst="rect">
            <a:avLst/>
          </a:prstGeom>
        </p:spPr>
        <p:txBody>
          <a:bodyPr/>
          <a:lstStyle/>
          <a:p>
            <a:pPr lvl="0"/>
            <a:endParaRPr/>
          </a:p>
        </p:txBody>
      </p:sp>
    </p:spTree>
  </p:cSld>
  <p:clrMap bg1="lt1" tx1="dk1" bg2="lt2" tx2="dk2" accent1="accent1" accent2="accent2" accent3="accent3" accent4="accent4" accent5="accent5" accent6="accent6" hlink="hlink" folHlink="folHlink"/>
  <p:notesStyle>
    <a:lvl1pPr defTabSz="457200">
      <a:lnSpc>
        <a:spcPct val="125000"/>
      </a:lnSpc>
      <a:defRPr sz="2400">
        <a:latin typeface="+mn-lt"/>
        <a:ea typeface="+mn-ea"/>
        <a:cs typeface="+mn-cs"/>
        <a:sym typeface="Avenir Roman"/>
      </a:defRPr>
    </a:lvl1pPr>
    <a:lvl2pPr indent="228600" defTabSz="457200">
      <a:lnSpc>
        <a:spcPct val="125000"/>
      </a:lnSpc>
      <a:defRPr sz="2400">
        <a:latin typeface="+mn-lt"/>
        <a:ea typeface="+mn-ea"/>
        <a:cs typeface="+mn-cs"/>
        <a:sym typeface="Avenir Roman"/>
      </a:defRPr>
    </a:lvl2pPr>
    <a:lvl3pPr indent="457200" defTabSz="457200">
      <a:lnSpc>
        <a:spcPct val="125000"/>
      </a:lnSpc>
      <a:defRPr sz="2400">
        <a:latin typeface="+mn-lt"/>
        <a:ea typeface="+mn-ea"/>
        <a:cs typeface="+mn-cs"/>
        <a:sym typeface="Avenir Roman"/>
      </a:defRPr>
    </a:lvl3pPr>
    <a:lvl4pPr indent="685800" defTabSz="457200">
      <a:lnSpc>
        <a:spcPct val="125000"/>
      </a:lnSpc>
      <a:defRPr sz="2400">
        <a:latin typeface="+mn-lt"/>
        <a:ea typeface="+mn-ea"/>
        <a:cs typeface="+mn-cs"/>
        <a:sym typeface="Avenir Roman"/>
      </a:defRPr>
    </a:lvl4pPr>
    <a:lvl5pPr indent="914400" defTabSz="457200">
      <a:lnSpc>
        <a:spcPct val="125000"/>
      </a:lnSpc>
      <a:defRPr sz="2400">
        <a:latin typeface="+mn-lt"/>
        <a:ea typeface="+mn-ea"/>
        <a:cs typeface="+mn-cs"/>
        <a:sym typeface="Avenir Roman"/>
      </a:defRPr>
    </a:lvl5pPr>
    <a:lvl6pPr indent="1143000" defTabSz="457200">
      <a:lnSpc>
        <a:spcPct val="125000"/>
      </a:lnSpc>
      <a:defRPr sz="2400">
        <a:latin typeface="+mn-lt"/>
        <a:ea typeface="+mn-ea"/>
        <a:cs typeface="+mn-cs"/>
        <a:sym typeface="Avenir Roman"/>
      </a:defRPr>
    </a:lvl6pPr>
    <a:lvl7pPr indent="1371600" defTabSz="457200">
      <a:lnSpc>
        <a:spcPct val="125000"/>
      </a:lnSpc>
      <a:defRPr sz="2400">
        <a:latin typeface="+mn-lt"/>
        <a:ea typeface="+mn-ea"/>
        <a:cs typeface="+mn-cs"/>
        <a:sym typeface="Avenir Roman"/>
      </a:defRPr>
    </a:lvl7pPr>
    <a:lvl8pPr indent="1600200" defTabSz="457200">
      <a:lnSpc>
        <a:spcPct val="125000"/>
      </a:lnSpc>
      <a:defRPr sz="2400">
        <a:latin typeface="+mn-lt"/>
        <a:ea typeface="+mn-ea"/>
        <a:cs typeface="+mn-cs"/>
        <a:sym typeface="Avenir Roman"/>
      </a:defRPr>
    </a:lvl8pPr>
    <a:lvl9pPr indent="1828800" defTabSz="457200">
      <a:lnSpc>
        <a:spcPct val="125000"/>
      </a:lnSpc>
      <a:defRPr sz="2400">
        <a:latin typeface="+mn-lt"/>
        <a:ea typeface="+mn-ea"/>
        <a:cs typeface="+mn-cs"/>
        <a:sym typeface="Avenir Roman"/>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x">
  <p:cSld name="Default">
    <p:bg>
      <p:bgPr>
        <a:gradFill flip="none" rotWithShape="1">
          <a:gsLst>
            <a:gs pos="0">
              <a:srgbClr val="000000"/>
            </a:gs>
            <a:gs pos="100000">
              <a:srgbClr val="002F5E"/>
            </a:gs>
          </a:gsLst>
          <a:lin ang="16200000" scaled="0"/>
        </a:gradFill>
        <a:effectLst/>
      </p:bgPr>
    </p:bg>
    <p:spTree>
      <p:nvGrpSpPr>
        <p:cNvPr id="1" name=""/>
        <p:cNvGrpSpPr/>
        <p:nvPr/>
      </p:nvGrpSpPr>
      <p:grpSpPr>
        <a:xfrm>
          <a:off x="0" y="0"/>
          <a:ext cx="0" cy="0"/>
          <a:chOff x="0" y="0"/>
          <a:chExt cx="0" cy="0"/>
        </a:xfrm>
      </p:grpSpPr>
      <p:sp>
        <p:nvSpPr>
          <p:cNvPr id="9" name="Shape 9"/>
          <p:cNvSpPr/>
          <p:nvPr/>
        </p:nvSpPr>
        <p:spPr>
          <a:xfrm>
            <a:off x="381000" y="0"/>
            <a:ext cx="1447800" cy="6856413"/>
          </a:xfrm>
          <a:prstGeom prst="rect">
            <a:avLst/>
          </a:prstGeom>
          <a:gradFill>
            <a:gsLst>
              <a:gs pos="0">
                <a:srgbClr val="000000"/>
              </a:gs>
              <a:gs pos="100000">
                <a:srgbClr val="003F7E"/>
              </a:gs>
            </a:gsLst>
            <a:lin ang="16200000"/>
          </a:gra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
        <p:nvSpPr>
          <p:cNvPr id="10" name="Shape 10"/>
          <p:cNvSpPr/>
          <p:nvPr/>
        </p:nvSpPr>
        <p:spPr>
          <a:xfrm>
            <a:off x="685799" y="2438400"/>
            <a:ext cx="8456615" cy="762000"/>
          </a:xfrm>
          <a:prstGeom prst="rect">
            <a:avLst/>
          </a:prstGeom>
          <a:gradFill>
            <a:gsLst>
              <a:gs pos="0">
                <a:srgbClr val="0066CC"/>
              </a:gs>
              <a:gs pos="100000">
                <a:srgbClr val="000F1F"/>
              </a:gs>
            </a:gsLst>
          </a:gra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
        <p:nvSpPr>
          <p:cNvPr id="11" name="Shape 11"/>
          <p:cNvSpPr>
            <a:spLocks noGrp="1"/>
          </p:cNvSpPr>
          <p:nvPr>
            <p:ph type="title"/>
          </p:nvPr>
        </p:nvSpPr>
        <p:spPr>
          <a:xfrm>
            <a:off x="685800" y="1600200"/>
            <a:ext cx="7772400" cy="2514600"/>
          </a:xfrm>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Clique para editar o estilo do título mestre</a:t>
            </a:r>
          </a:p>
        </p:txBody>
      </p:sp>
      <p:sp>
        <p:nvSpPr>
          <p:cNvPr id="12" name="Shape 12"/>
          <p:cNvSpPr>
            <a:spLocks noGrp="1"/>
          </p:cNvSpPr>
          <p:nvPr>
            <p:ph type="body" idx="1"/>
          </p:nvPr>
        </p:nvSpPr>
        <p:spPr>
          <a:xfrm>
            <a:off x="2057400" y="4114800"/>
            <a:ext cx="6400800" cy="2743200"/>
          </a:xfrm>
          <a:prstGeom prst="rect">
            <a:avLst/>
          </a:prstGeom>
          <a:extLst>
            <a:ext uri="{C572A759-6A51-4108-AA02-DFA0A04FC94B}">
              <ma14:wrappingTextBoxFlag xmlns="" xmlns:ma14="http://schemas.microsoft.com/office/mac/drawingml/2011/main" val="1"/>
            </a:ext>
          </a:extLst>
        </p:spPr>
        <p:txBody>
          <a:bodyPr/>
          <a:lstStyle>
            <a:lvl1pPr marL="0" indent="0" algn="ctr">
              <a:buClrTx/>
              <a:buSzTx/>
              <a:buFontTx/>
              <a:buNone/>
              <a:defRPr>
                <a:latin typeface="Times New Roman"/>
                <a:ea typeface="Times New Roman"/>
                <a:cs typeface="Times New Roman"/>
                <a:sym typeface="Times New Roman"/>
              </a:defRPr>
            </a:lvl1pPr>
          </a:lstStyle>
          <a:p>
            <a:pPr lvl="0">
              <a:defRPr sz="1800">
                <a:solidFill>
                  <a:srgbClr val="000000"/>
                </a:solidFill>
              </a:defRPr>
            </a:pPr>
            <a:r>
              <a:rPr sz="3200">
                <a:solidFill>
                  <a:srgbClr val="FFFFFF"/>
                </a:solidFill>
              </a:rPr>
              <a:t>Clique para editar o estilo do subtítulo mestre</a:t>
            </a:r>
          </a:p>
        </p:txBody>
      </p:sp>
      <p:sp>
        <p:nvSpPr>
          <p:cNvPr id="13" name="Shape 13"/>
          <p:cNvSpPr>
            <a:spLocks noGrp="1"/>
          </p:cNvSpPr>
          <p:nvPr>
            <p:ph type="sldNum" sz="quarter" idx="2"/>
          </p:nvPr>
        </p:nvSpPr>
        <p:spPr>
          <a:xfrm>
            <a:off x="8175621" y="6180737"/>
            <a:ext cx="282575" cy="287722"/>
          </a:xfrm>
          <a:prstGeom prst="rect">
            <a:avLst/>
          </a:prstGeom>
        </p:spPr>
        <p:txBody>
          <a:bodyPr/>
          <a:lstStyle/>
          <a:p>
            <a:pPr lvl="0"/>
            <a:fld id="{86CB4B4D-7CA3-9044-876B-883B54F8677D}" type="slidenum">
              <a:t>‹nº›</a:t>
            </a:fld>
            <a:endParaRPr/>
          </a:p>
        </p:txBody>
      </p:sp>
      <p:sp>
        <p:nvSpPr>
          <p:cNvPr id="14" name="Shape 14"/>
          <p:cNvSpPr/>
          <p:nvPr/>
        </p:nvSpPr>
        <p:spPr>
          <a:xfrm>
            <a:off x="0" y="3505200"/>
            <a:ext cx="4724400" cy="152400"/>
          </a:xfrm>
          <a:prstGeom prst="rect">
            <a:avLst/>
          </a:prstGeom>
          <a:solidFill>
            <a:srgbClr val="00CCFF">
              <a:alpha val="50000"/>
            </a:srgbClr>
          </a:soli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16" name="Shape 16"/>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17" name="Shape 17"/>
          <p:cNvSpPr>
            <a:spLocks noGrp="1"/>
          </p:cNvSpPr>
          <p:nvPr>
            <p:ph type="title"/>
          </p:nvPr>
        </p:nvSpPr>
        <p:spPr>
          <a:prstGeom prst="rect">
            <a:avLst/>
          </a:prstGeom>
        </p:spPr>
        <p:txBody>
          <a:bodyPr/>
          <a:lstStyle/>
          <a:p>
            <a:pPr lvl="0"/>
            <a:endParaRPr/>
          </a:p>
        </p:txBody>
      </p:sp>
      <p:sp>
        <p:nvSpPr>
          <p:cNvPr id="18" name="Shape 18"/>
          <p:cNvSpPr>
            <a:spLocks noGrp="1"/>
          </p:cNvSpPr>
          <p:nvPr>
            <p:ph type="body" idx="1"/>
          </p:nvPr>
        </p:nvSpPr>
        <p:spPr>
          <a:prstGeom prst="rect">
            <a:avLst/>
          </a:prstGeom>
        </p:spPr>
        <p:txBody>
          <a:bodyPr/>
          <a:lstStyle/>
          <a:p>
            <a:pPr lvl="0"/>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0" name="Shape 20"/>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21" name="Shape 21"/>
          <p:cNvSpPr>
            <a:spLocks noGrp="1"/>
          </p:cNvSpPr>
          <p:nvPr>
            <p:ph type="title"/>
          </p:nvPr>
        </p:nvSpPr>
        <p:spPr>
          <a:prstGeom prst="rect">
            <a:avLst/>
          </a:prstGeom>
        </p:spPr>
        <p:txBody>
          <a:bodyPr/>
          <a:lstStyle/>
          <a:p>
            <a:pPr lvl="0"/>
            <a:endParaRPr/>
          </a:p>
        </p:txBody>
      </p:sp>
      <p:sp>
        <p:nvSpPr>
          <p:cNvPr id="22" name="Shape 22"/>
          <p:cNvSpPr>
            <a:spLocks noGrp="1"/>
          </p:cNvSpPr>
          <p:nvPr>
            <p:ph type="body" idx="1"/>
          </p:nvPr>
        </p:nvSpPr>
        <p:spPr>
          <a:prstGeom prst="rect">
            <a:avLst/>
          </a:prstGeom>
        </p:spPr>
        <p:txBody>
          <a:bodyPr/>
          <a:lstStyle/>
          <a:p>
            <a:pPr lvl="0"/>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Default">
    <p:spTree>
      <p:nvGrpSpPr>
        <p:cNvPr id="1" name=""/>
        <p:cNvGrpSpPr/>
        <p:nvPr/>
      </p:nvGrpSpPr>
      <p:grpSpPr>
        <a:xfrm>
          <a:off x="0" y="0"/>
          <a:ext cx="0" cy="0"/>
          <a:chOff x="0" y="0"/>
          <a:chExt cx="0" cy="0"/>
        </a:xfrm>
      </p:grpSpPr>
      <p:sp>
        <p:nvSpPr>
          <p:cNvPr id="24" name="Shape 24"/>
          <p:cNvSpPr>
            <a:spLocks noGrp="1"/>
          </p:cNvSpPr>
          <p:nvPr>
            <p:ph type="sldNum" sz="quarter" idx="2"/>
          </p:nvPr>
        </p:nvSpPr>
        <p:spPr>
          <a:prstGeom prst="rect">
            <a:avLst/>
          </a:prstGeom>
        </p:spPr>
        <p:txBody>
          <a:bodyPr/>
          <a:lstStyle/>
          <a:p>
            <a:pPr lvl="0"/>
            <a:fld id="{86CB4B4D-7CA3-9044-876B-883B54F8677D}" type="slidenum">
              <a:t>‹nº›</a:t>
            </a:fld>
            <a:endParaRPr/>
          </a:p>
        </p:txBody>
      </p:sp>
      <p:sp>
        <p:nvSpPr>
          <p:cNvPr id="25" name="Shape 25"/>
          <p:cNvSpPr>
            <a:spLocks noGrp="1"/>
          </p:cNvSpPr>
          <p:nvPr>
            <p:ph type="title"/>
          </p:nvPr>
        </p:nvSpPr>
        <p:spPr>
          <a:xfrm>
            <a:off x="685800" y="0"/>
            <a:ext cx="7772400" cy="2362200"/>
          </a:xfrm>
          <a:prstGeom prst="rect">
            <a:avLst/>
          </a:prstGeom>
        </p:spPr>
        <p:txBody>
          <a:bodyPr/>
          <a:lstStyle/>
          <a:p>
            <a:pPr lvl="0"/>
            <a:endParaRPr/>
          </a:p>
        </p:txBody>
      </p:sp>
    </p:spTree>
  </p:cSld>
  <p:clrMapOvr>
    <a:masterClrMapping/>
  </p:clrMapOvr>
  <p:transition spd="med"/>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gradFill flip="none" rotWithShape="1">
          <a:gsLst>
            <a:gs pos="0">
              <a:srgbClr val="002F5E"/>
            </a:gs>
            <a:gs pos="100000">
              <a:srgbClr val="0066CC"/>
            </a:gs>
          </a:gsLst>
          <a:lin ang="16200000" scaled="0"/>
        </a:gradFill>
        <a:effectLst/>
      </p:bgPr>
    </p:bg>
    <p:spTree>
      <p:nvGrpSpPr>
        <p:cNvPr id="1" name=""/>
        <p:cNvGrpSpPr/>
        <p:nvPr/>
      </p:nvGrpSpPr>
      <p:grpSpPr>
        <a:xfrm>
          <a:off x="0" y="0"/>
          <a:ext cx="0" cy="0"/>
          <a:chOff x="0" y="0"/>
          <a:chExt cx="0" cy="0"/>
        </a:xfrm>
      </p:grpSpPr>
      <p:sp>
        <p:nvSpPr>
          <p:cNvPr id="2" name="Shape 2"/>
          <p:cNvSpPr/>
          <p:nvPr/>
        </p:nvSpPr>
        <p:spPr>
          <a:xfrm>
            <a:off x="381000" y="0"/>
            <a:ext cx="1447800" cy="6856413"/>
          </a:xfrm>
          <a:prstGeom prst="rect">
            <a:avLst/>
          </a:prstGeom>
          <a:gradFill>
            <a:gsLst>
              <a:gs pos="0">
                <a:srgbClr val="003F7E"/>
              </a:gs>
              <a:gs pos="100000">
                <a:srgbClr val="0066CC">
                  <a:alpha val="50000"/>
                </a:srgbClr>
              </a:gs>
            </a:gsLst>
            <a:lin ang="16200000"/>
          </a:gra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
        <p:nvSpPr>
          <p:cNvPr id="3" name="Shape 3"/>
          <p:cNvSpPr/>
          <p:nvPr/>
        </p:nvSpPr>
        <p:spPr>
          <a:xfrm>
            <a:off x="152400" y="1752600"/>
            <a:ext cx="4724400" cy="152400"/>
          </a:xfrm>
          <a:prstGeom prst="rect">
            <a:avLst/>
          </a:prstGeom>
          <a:solidFill>
            <a:srgbClr val="00CCFF">
              <a:alpha val="50000"/>
            </a:srgbClr>
          </a:soli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
        <p:nvSpPr>
          <p:cNvPr id="4" name="Shape 4"/>
          <p:cNvSpPr/>
          <p:nvPr/>
        </p:nvSpPr>
        <p:spPr>
          <a:xfrm>
            <a:off x="761999" y="762000"/>
            <a:ext cx="8380415" cy="762000"/>
          </a:xfrm>
          <a:prstGeom prst="rect">
            <a:avLst/>
          </a:prstGeom>
          <a:gradFill>
            <a:gsLst>
              <a:gs pos="0">
                <a:srgbClr val="0066CC"/>
              </a:gs>
              <a:gs pos="100000">
                <a:srgbClr val="000F1F"/>
              </a:gs>
            </a:gsLst>
          </a:gradFill>
          <a:ln w="12700">
            <a:miter lim="400000"/>
          </a:ln>
        </p:spPr>
        <p:txBody>
          <a:bodyPr lIns="0" tIns="0" rIns="0" bIns="0"/>
          <a:lstStyle/>
          <a:p>
            <a:pPr lvl="0">
              <a:defRPr>
                <a:solidFill>
                  <a:srgbClr val="FFFFFF"/>
                </a:solidFill>
                <a:latin typeface="Times New Roman"/>
                <a:ea typeface="Times New Roman"/>
                <a:cs typeface="Times New Roman"/>
                <a:sym typeface="Times New Roman"/>
              </a:defRPr>
            </a:pPr>
            <a:endParaRPr/>
          </a:p>
        </p:txBody>
      </p:sp>
      <p:sp>
        <p:nvSpPr>
          <p:cNvPr id="5" name="Shape 5"/>
          <p:cNvSpPr>
            <a:spLocks noGrp="1"/>
          </p:cNvSpPr>
          <p:nvPr>
            <p:ph type="sldNum" sz="quarter" idx="2"/>
          </p:nvPr>
        </p:nvSpPr>
        <p:spPr>
          <a:xfrm>
            <a:off x="8175621" y="6142637"/>
            <a:ext cx="282575" cy="287722"/>
          </a:xfrm>
          <a:prstGeom prst="rect">
            <a:avLst/>
          </a:prstGeom>
          <a:ln w="12700">
            <a:miter lim="400000"/>
          </a:ln>
        </p:spPr>
        <p:txBody>
          <a:bodyPr wrap="none" lIns="46037" tIns="46037" rIns="46037" bIns="46037" anchor="ctr">
            <a:spAutoFit/>
          </a:bodyPr>
          <a:lstStyle>
            <a:lvl1pPr algn="r">
              <a:defRPr sz="1400">
                <a:solidFill>
                  <a:srgbClr val="FFFFFF"/>
                </a:solidFill>
                <a:latin typeface="Times New Roman"/>
                <a:ea typeface="Times New Roman"/>
                <a:cs typeface="Times New Roman"/>
                <a:sym typeface="Times New Roman"/>
              </a:defRPr>
            </a:lvl1pPr>
          </a:lstStyle>
          <a:p>
            <a:pPr lvl="0"/>
            <a:fld id="{86CB4B4D-7CA3-9044-876B-883B54F8677D}" type="slidenum">
              <a:t>‹nº›</a:t>
            </a:fld>
            <a:endParaRPr/>
          </a:p>
        </p:txBody>
      </p:sp>
      <p:sp>
        <p:nvSpPr>
          <p:cNvPr id="6" name="Shape 6"/>
          <p:cNvSpPr>
            <a:spLocks noGrp="1"/>
          </p:cNvSpPr>
          <p:nvPr>
            <p:ph type="title"/>
          </p:nvPr>
        </p:nvSpPr>
        <p:spPr>
          <a:xfrm>
            <a:off x="685800" y="381000"/>
            <a:ext cx="7772400" cy="1600200"/>
          </a:xfrm>
          <a:prstGeom prst="rect">
            <a:avLst/>
          </a:prstGeom>
          <a:ln w="12700">
            <a:miter lim="400000"/>
          </a:ln>
        </p:spPr>
        <p:txBody>
          <a:bodyPr lIns="46037" tIns="46037" rIns="46037" bIns="46037" anchor="ctr"/>
          <a:lstStyle/>
          <a:p>
            <a:pPr lvl="0"/>
            <a:endParaRPr/>
          </a:p>
        </p:txBody>
      </p:sp>
      <p:sp>
        <p:nvSpPr>
          <p:cNvPr id="7" name="Shape 7"/>
          <p:cNvSpPr>
            <a:spLocks noGrp="1"/>
          </p:cNvSpPr>
          <p:nvPr>
            <p:ph type="body" idx="1"/>
          </p:nvPr>
        </p:nvSpPr>
        <p:spPr>
          <a:xfrm>
            <a:off x="685800" y="1981200"/>
            <a:ext cx="7772400" cy="4876800"/>
          </a:xfrm>
          <a:prstGeom prst="rect">
            <a:avLst/>
          </a:prstGeom>
          <a:ln w="12700">
            <a:miter lim="400000"/>
          </a:ln>
        </p:spPr>
        <p:txBody>
          <a:bodyPr lIns="46037" tIns="46037" rIns="46037" bIns="46037"/>
          <a:lstStyle/>
          <a:p>
            <a:pPr lvl="0"/>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transition spd="med"/>
  <p:txStyles>
    <p:titleStyle>
      <a:lvl1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1pPr>
      <a:lvl2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2pPr>
      <a:lvl3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3pPr>
      <a:lvl4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4pPr>
      <a:lvl5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5pPr>
      <a:lvl6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6pPr>
      <a:lvl7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7pPr>
      <a:lvl8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8pPr>
      <a:lvl9pPr>
        <a:defRPr sz="4400">
          <a:solidFill>
            <a:srgbClr val="FFFF99"/>
          </a:solidFill>
          <a:effectLst>
            <a:outerShdw blurRad="12700" dist="25400" dir="2700000" rotWithShape="0">
              <a:srgbClr val="000000"/>
            </a:outerShdw>
          </a:effectLst>
          <a:latin typeface="Times New Roman"/>
          <a:ea typeface="Times New Roman"/>
          <a:cs typeface="Times New Roman"/>
          <a:sym typeface="Times New Roman"/>
        </a:defRPr>
      </a:lvl9pPr>
    </p:titleStyle>
    <p:bodyStyle>
      <a:lvl1pPr marL="342900" indent="-342900">
        <a:spcBef>
          <a:spcPts val="700"/>
        </a:spcBef>
        <a:buClr>
          <a:srgbClr val="00CCFF"/>
        </a:buClr>
        <a:buSzPct val="55000"/>
        <a:buFont typeface="Wingdings"/>
        <a:buChar char="•"/>
        <a:defRPr sz="3200">
          <a:solidFill>
            <a:srgbClr val="FFFFFF"/>
          </a:solidFill>
          <a:latin typeface="Times New Roman Bold"/>
          <a:ea typeface="Times New Roman Bold"/>
          <a:cs typeface="Times New Roman Bold"/>
          <a:sym typeface="Times New Roman Bold"/>
        </a:defRPr>
      </a:lvl1pPr>
      <a:lvl2pPr marL="783771" indent="-326571">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2pPr>
      <a:lvl3pPr marL="1219200" indent="-3048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3pPr>
      <a:lvl4pPr marL="1737360" indent="-36576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4pPr>
      <a:lvl5pPr marL="2235200" indent="-4064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5pPr>
      <a:lvl6pPr marL="2692400" indent="-4064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6pPr>
      <a:lvl7pPr marL="3149600" indent="-4064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7pPr>
      <a:lvl8pPr marL="3606800" indent="-4064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8pPr>
      <a:lvl9pPr marL="4064000" indent="-406400">
        <a:spcBef>
          <a:spcPts val="700"/>
        </a:spcBef>
        <a:buClr>
          <a:srgbClr val="00CCFF"/>
        </a:buClr>
        <a:buSzPct val="100000"/>
        <a:buFont typeface="Wingdings"/>
        <a:buChar char="•"/>
        <a:defRPr sz="3200">
          <a:solidFill>
            <a:srgbClr val="FFFFFF"/>
          </a:solidFill>
          <a:latin typeface="Times New Roman Bold"/>
          <a:ea typeface="Times New Roman Bold"/>
          <a:cs typeface="Times New Roman Bold"/>
          <a:sym typeface="Times New Roman Bold"/>
        </a:defRPr>
      </a:lvl9pPr>
    </p:bodyStyle>
    <p:otherStyle>
      <a:lvl1pPr algn="r">
        <a:defRPr sz="1400">
          <a:solidFill>
            <a:schemeClr val="tx1"/>
          </a:solidFill>
          <a:latin typeface="+mn-lt"/>
          <a:ea typeface="+mn-ea"/>
          <a:cs typeface="+mn-cs"/>
          <a:sym typeface="Times New Roman"/>
        </a:defRPr>
      </a:lvl1pPr>
      <a:lvl2pPr algn="r">
        <a:defRPr sz="1400">
          <a:solidFill>
            <a:schemeClr val="tx1"/>
          </a:solidFill>
          <a:latin typeface="+mn-lt"/>
          <a:ea typeface="+mn-ea"/>
          <a:cs typeface="+mn-cs"/>
          <a:sym typeface="Times New Roman"/>
        </a:defRPr>
      </a:lvl2pPr>
      <a:lvl3pPr algn="r">
        <a:defRPr sz="1400">
          <a:solidFill>
            <a:schemeClr val="tx1"/>
          </a:solidFill>
          <a:latin typeface="+mn-lt"/>
          <a:ea typeface="+mn-ea"/>
          <a:cs typeface="+mn-cs"/>
          <a:sym typeface="Times New Roman"/>
        </a:defRPr>
      </a:lvl3pPr>
      <a:lvl4pPr algn="r">
        <a:defRPr sz="1400">
          <a:solidFill>
            <a:schemeClr val="tx1"/>
          </a:solidFill>
          <a:latin typeface="+mn-lt"/>
          <a:ea typeface="+mn-ea"/>
          <a:cs typeface="+mn-cs"/>
          <a:sym typeface="Times New Roman"/>
        </a:defRPr>
      </a:lvl4pPr>
      <a:lvl5pPr algn="r">
        <a:defRPr sz="1400">
          <a:solidFill>
            <a:schemeClr val="tx1"/>
          </a:solidFill>
          <a:latin typeface="+mn-lt"/>
          <a:ea typeface="+mn-ea"/>
          <a:cs typeface="+mn-cs"/>
          <a:sym typeface="Times New Roman"/>
        </a:defRPr>
      </a:lvl5pPr>
      <a:lvl6pPr algn="r">
        <a:defRPr sz="1400">
          <a:solidFill>
            <a:schemeClr val="tx1"/>
          </a:solidFill>
          <a:latin typeface="+mn-lt"/>
          <a:ea typeface="+mn-ea"/>
          <a:cs typeface="+mn-cs"/>
          <a:sym typeface="Times New Roman"/>
        </a:defRPr>
      </a:lvl6pPr>
      <a:lvl7pPr algn="r">
        <a:defRPr sz="1400">
          <a:solidFill>
            <a:schemeClr val="tx1"/>
          </a:solidFill>
          <a:latin typeface="+mn-lt"/>
          <a:ea typeface="+mn-ea"/>
          <a:cs typeface="+mn-cs"/>
          <a:sym typeface="Times New Roman"/>
        </a:defRPr>
      </a:lvl7pPr>
      <a:lvl8pPr algn="r">
        <a:defRPr sz="1400">
          <a:solidFill>
            <a:schemeClr val="tx1"/>
          </a:solidFill>
          <a:latin typeface="+mn-lt"/>
          <a:ea typeface="+mn-ea"/>
          <a:cs typeface="+mn-cs"/>
          <a:sym typeface="Times New Roman"/>
        </a:defRPr>
      </a:lvl8pPr>
      <a:lvl9pPr algn="r">
        <a:defRPr sz="1400">
          <a:solidFill>
            <a:schemeClr val="tx1"/>
          </a:solidFill>
          <a:latin typeface="+mn-lt"/>
          <a:ea typeface="+mn-ea"/>
          <a:cs typeface="+mn-cs"/>
          <a:sym typeface="Times New Roman"/>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29" name="Shape 29"/>
          <p:cNvSpPr>
            <a:spLocks noGrp="1"/>
          </p:cNvSpPr>
          <p:nvPr>
            <p:ph type="title"/>
          </p:nvPr>
        </p:nvSpPr>
        <p:spPr>
          <a:xfrm>
            <a:off x="685800" y="2247898"/>
            <a:ext cx="7772400" cy="1143007"/>
          </a:xfrm>
          <a:prstGeom prst="rect">
            <a:avLst/>
          </a:prstGeom>
        </p:spPr>
        <p:txBody>
          <a:bodyPr lIns="0" tIns="0" rIns="0" bIns="0">
            <a:normAutofit/>
          </a:bodyPr>
          <a:lstStyle/>
          <a:p>
            <a:pPr lvl="0" algn="ctr" defTabSz="365758">
              <a:defRPr sz="1800">
                <a:solidFill>
                  <a:srgbClr val="000000"/>
                </a:solidFill>
                <a:effectLst/>
              </a:defRPr>
            </a:pPr>
            <a:br/>
            <a:r>
              <a:rPr sz="2300">
                <a:solidFill>
                  <a:srgbClr val="FFFF99"/>
                </a:solidFill>
                <a:effectLst>
                  <a:outerShdw blurRad="12700" dist="10160" dir="2700000" rotWithShape="0">
                    <a:srgbClr val="000000"/>
                  </a:outerShdw>
                </a:effectLst>
              </a:rPr>
              <a:t>RESISTÊNCIA A MUDANÇAS EM UMA ORGANIZAÇÃO.</a:t>
            </a:r>
          </a:p>
        </p:txBody>
      </p:sp>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31" name="Shape 31"/>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449580">
              <a:lnSpc>
                <a:spcPct val="150000"/>
              </a:lnSpc>
              <a:defRPr sz="2600">
                <a:solidFill>
                  <a:srgbClr val="FFFFFF"/>
                </a:solidFill>
                <a:uFill>
                  <a:solidFill/>
                </a:uFill>
                <a:latin typeface="Calibri"/>
                <a:ea typeface="Calibri"/>
                <a:cs typeface="Calibri"/>
                <a:sym typeface="Calibri"/>
              </a:defRPr>
            </a:lvl1pPr>
          </a:lstStyle>
          <a:p>
            <a:pPr lvl="0">
              <a:defRPr sz="1800">
                <a:solidFill>
                  <a:srgbClr val="000000"/>
                </a:solidFill>
                <a:effectLst/>
                <a:uFillTx/>
              </a:defRPr>
            </a:pPr>
            <a:r>
              <a:rPr sz="2600">
                <a:solidFill>
                  <a:srgbClr val="FFFFFF"/>
                </a:solidFill>
                <a:uFill>
                  <a:solidFill/>
                </a:uFill>
              </a:rPr>
              <a:t>Gerenciamento por Macroprocessos Estratégicos</a:t>
            </a:r>
          </a:p>
        </p:txBody>
      </p:sp>
      <p:sp>
        <p:nvSpPr>
          <p:cNvPr id="32" name="Shape 32"/>
          <p:cNvSpPr>
            <a:spLocks noGrp="1"/>
          </p:cNvSpPr>
          <p:nvPr>
            <p:ph type="body" idx="1"/>
          </p:nvPr>
        </p:nvSpPr>
        <p:spPr>
          <a:xfrm>
            <a:off x="685800" y="20066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364158">
              <a:lnSpc>
                <a:spcPct val="150000"/>
              </a:lnSpc>
              <a:spcBef>
                <a:spcPts val="0"/>
              </a:spcBef>
              <a:buSzTx/>
              <a:buNone/>
              <a:defRPr sz="1800">
                <a:solidFill>
                  <a:srgbClr val="000000"/>
                </a:solidFill>
              </a:defRPr>
            </a:pPr>
            <a:r>
              <a:rPr>
                <a:uFill>
                  <a:solidFill/>
                </a:uFill>
                <a:latin typeface="Calibri"/>
                <a:ea typeface="Calibri"/>
                <a:cs typeface="Calibri"/>
                <a:sym typeface="Calibri"/>
              </a:rPr>
              <a:t>Em qualquer Empresa, mas principalmente nas de transformação, multinacionais, do tipo Nestle, Procter Gamble, Unilever e tantas outras de porte, o gerenciamento de seus negócios já utiliza ha muito tempo o Gerenciamento por Macroprocessos Estratégicos da Organização.</a:t>
            </a:r>
          </a:p>
          <a:p>
            <a:pPr marL="0" lvl="0" indent="0" algn="ctr" defTabSz="364158">
              <a:lnSpc>
                <a:spcPct val="150000"/>
              </a:lnSpc>
              <a:spcBef>
                <a:spcPts val="0"/>
              </a:spcBef>
              <a:buSzTx/>
              <a:buNone/>
              <a:defRPr sz="1800">
                <a:solidFill>
                  <a:srgbClr val="000000"/>
                </a:solidFill>
              </a:defRPr>
            </a:pPr>
            <a:r>
              <a:rPr>
                <a:uFill>
                  <a:solidFill/>
                </a:uFill>
                <a:latin typeface="Calibri"/>
                <a:ea typeface="Calibri"/>
                <a:cs typeface="Calibri"/>
                <a:sym typeface="Calibri"/>
              </a:rPr>
              <a:t>Exemplo disso, um subsistema que envolve vários outros subsistemas, pode ser o Faturamento, que fornece a Empresa os resultados e as informações necessárias para o seu dia a dia, advindas dos macroprocessos relativos as atividades do Marketing, Produção, Finanças, Logística, etc.</a:t>
            </a:r>
            <a:r>
              <a:rPr>
                <a:solidFill>
                  <a:srgbClr val="FFFFFF"/>
                </a:solidFill>
                <a:uFill>
                  <a:solidFill/>
                </a:uFill>
                <a:latin typeface="Calibri"/>
                <a:ea typeface="Calibri"/>
                <a:cs typeface="Calibri"/>
                <a:sym typeface="Calibri"/>
              </a:rPr>
              <a:t> </a:t>
            </a: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 name="Shape 34"/>
          <p:cNvSpPr>
            <a:spLocks noGrp="1"/>
          </p:cNvSpPr>
          <p:nvPr>
            <p:ph type="sldNum" sz="quarter" idx="2"/>
          </p:nvPr>
        </p:nvSpPr>
        <p:spPr>
          <a:xfrm>
            <a:off x="8264521" y="6142637"/>
            <a:ext cx="193676" cy="287723"/>
          </a:xfrm>
          <a:prstGeom prst="rect">
            <a:avLst/>
          </a:prstGeom>
          <a:extLst>
            <a:ext uri="{C572A759-6A51-4108-AA02-DFA0A04FC94B}">
              <ma14:wrappingTextBoxFlag xmlns="" xmlns:ma14="http://schemas.microsoft.com/office/mac/drawingml/2011/main" val="1"/>
            </a:ext>
          </a:extLst>
        </p:spPr>
        <p:txBody>
          <a:bodyPr wrap="square" lIns="0" tIns="0" rIns="0" bIns="0">
            <a:normAutofit/>
          </a:bodyPr>
          <a:lstStyle/>
          <a:p>
            <a:pPr lvl="0">
              <a:defRPr sz="1800">
                <a:solidFill>
                  <a:srgbClr val="000000"/>
                </a:solidFill>
              </a:defRPr>
            </a:pPr>
            <a:fld id="{86CB4B4D-7CA3-9044-876B-883B54F8677D}" type="slidenum">
              <a:rPr sz="1400">
                <a:solidFill>
                  <a:srgbClr val="FFFFFF"/>
                </a:solidFill>
              </a:rPr>
              <a:t>3</a:t>
            </a:fld>
            <a:endParaRPr sz="1400">
              <a:solidFill>
                <a:srgbClr val="FFFFFF"/>
              </a:solidFill>
            </a:endParaRPr>
          </a:p>
        </p:txBody>
      </p:sp>
      <p:sp>
        <p:nvSpPr>
          <p:cNvPr id="35" name="Shape 35"/>
          <p:cNvSpPr>
            <a:spLocks noGrp="1"/>
          </p:cNvSpPr>
          <p:nvPr>
            <p:ph type="title"/>
          </p:nvPr>
        </p:nvSpPr>
        <p:spPr>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449580">
              <a:lnSpc>
                <a:spcPct val="150000"/>
              </a:lnSpc>
              <a:defRPr sz="2600">
                <a:solidFill>
                  <a:srgbClr val="FFFFFF"/>
                </a:solidFill>
                <a:uFill>
                  <a:solidFill/>
                </a:uFill>
                <a:latin typeface="Calibri"/>
                <a:ea typeface="Calibri"/>
                <a:cs typeface="Calibri"/>
                <a:sym typeface="Calibri"/>
              </a:defRPr>
            </a:lvl1pPr>
          </a:lstStyle>
          <a:p>
            <a:pPr lvl="0">
              <a:defRPr sz="1800">
                <a:solidFill>
                  <a:srgbClr val="000000"/>
                </a:solidFill>
                <a:effectLst/>
                <a:uFillTx/>
              </a:defRPr>
            </a:pPr>
            <a:r>
              <a:rPr sz="2600">
                <a:solidFill>
                  <a:srgbClr val="FFFFFF"/>
                </a:solidFill>
                <a:uFill>
                  <a:solidFill/>
                </a:uFill>
              </a:rPr>
              <a:t>Gerenciamento por Macroprocessos Estratégicos</a:t>
            </a:r>
          </a:p>
        </p:txBody>
      </p:sp>
      <p:sp>
        <p:nvSpPr>
          <p:cNvPr id="36" name="Shape 36"/>
          <p:cNvSpPr>
            <a:spLocks noGrp="1"/>
          </p:cNvSpPr>
          <p:nvPr>
            <p:ph type="body" idx="1"/>
          </p:nvPr>
        </p:nvSpPr>
        <p:spPr>
          <a:xfrm>
            <a:off x="563211" y="1524000"/>
            <a:ext cx="8380418" cy="48768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609600" lvl="0" indent="-609600">
              <a:defRPr sz="1800">
                <a:solidFill>
                  <a:srgbClr val="000000"/>
                </a:solidFill>
              </a:defRPr>
            </a:pPr>
            <a:r>
              <a:rPr sz="3200">
                <a:solidFill>
                  <a:srgbClr val="FFFFFF"/>
                </a:solidFill>
              </a:rPr>
              <a:t>Macros processos ou simplesmente sub-sistemas. Os sub-sistemas que formam o sistema de faturamento de uma empresa:</a:t>
            </a:r>
          </a:p>
          <a:p>
            <a:pPr marL="609600" lvl="0" indent="-609600">
              <a:defRPr sz="1800">
                <a:solidFill>
                  <a:srgbClr val="000000"/>
                </a:solidFill>
              </a:defRPr>
            </a:pPr>
            <a:r>
              <a:rPr sz="3200">
                <a:solidFill>
                  <a:srgbClr val="FFFFFF"/>
                </a:solidFill>
              </a:rPr>
              <a:t>Marketing/Vendas</a:t>
            </a:r>
          </a:p>
          <a:p>
            <a:pPr marL="609600" lvl="0" indent="-609600">
              <a:defRPr sz="1800">
                <a:solidFill>
                  <a:srgbClr val="000000"/>
                </a:solidFill>
              </a:defRPr>
            </a:pPr>
            <a:r>
              <a:rPr sz="3200">
                <a:solidFill>
                  <a:srgbClr val="FFFFFF"/>
                </a:solidFill>
              </a:rPr>
              <a:t>Produção = Planejamentos fabrica e central, chão de fabrica, engenharias</a:t>
            </a:r>
          </a:p>
          <a:p>
            <a:pPr marL="609600" lvl="0" indent="-609600">
              <a:defRPr sz="1800">
                <a:solidFill>
                  <a:srgbClr val="000000"/>
                </a:solidFill>
              </a:defRPr>
            </a:pPr>
            <a:r>
              <a:rPr sz="3200">
                <a:solidFill>
                  <a:srgbClr val="FFFFFF"/>
                </a:solidFill>
              </a:rPr>
              <a:t>Compras/recebimentos</a:t>
            </a:r>
          </a:p>
          <a:p>
            <a:pPr marL="609600" lvl="0" indent="-609600">
              <a:defRPr sz="1800">
                <a:solidFill>
                  <a:srgbClr val="000000"/>
                </a:solidFill>
              </a:defRPr>
            </a:pPr>
            <a:r>
              <a:rPr sz="3200">
                <a:solidFill>
                  <a:srgbClr val="FFFFFF"/>
                </a:solidFill>
              </a:rPr>
              <a:t>Contabilidade /Rh/ contas a pagar /receber</a:t>
            </a:r>
          </a:p>
          <a:p>
            <a:pPr marL="609600" lvl="0" indent="-609600">
              <a:defRPr sz="1800">
                <a:solidFill>
                  <a:srgbClr val="000000"/>
                </a:solidFill>
              </a:defRPr>
            </a:pPr>
            <a:r>
              <a:rPr sz="3200">
                <a:solidFill>
                  <a:srgbClr val="FFFFFF"/>
                </a:solidFill>
              </a:rPr>
              <a:t>Logística = depósitos /distribuição</a:t>
            </a: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D5F0FF"/>
        </a:solidFill>
        <a:effectLst/>
      </p:bgPr>
    </p:bg>
    <p:spTree>
      <p:nvGrpSpPr>
        <p:cNvPr id="1" name=""/>
        <p:cNvGrpSpPr/>
        <p:nvPr/>
      </p:nvGrpSpPr>
      <p:grpSpPr>
        <a:xfrm>
          <a:off x="0" y="0"/>
          <a:ext cx="0" cy="0"/>
          <a:chOff x="0" y="0"/>
          <a:chExt cx="0" cy="0"/>
        </a:xfrm>
      </p:grpSpPr>
      <p:sp>
        <p:nvSpPr>
          <p:cNvPr id="38" name="Shape 38"/>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lgn="ctr" defTabSz="449580">
              <a:lnSpc>
                <a:spcPct val="150000"/>
              </a:lnSpc>
              <a:defRPr sz="1800">
                <a:solidFill>
                  <a:srgbClr val="000000"/>
                </a:solidFill>
                <a:effectLst/>
              </a:defRPr>
            </a:pPr>
            <a:r>
              <a:rPr sz="2600">
                <a:solidFill>
                  <a:srgbClr val="FBFBFB"/>
                </a:solidFill>
                <a:uFill>
                  <a:solidFill/>
                </a:uFill>
                <a:latin typeface="Calibri"/>
                <a:ea typeface="Calibri"/>
                <a:cs typeface="Calibri"/>
                <a:sym typeface="Calibri"/>
              </a:rPr>
              <a:t>Gerenciamento</a:t>
            </a:r>
            <a:r>
              <a:rPr sz="2600">
                <a:uFill>
                  <a:solidFill/>
                </a:uFill>
                <a:latin typeface="Calibri"/>
                <a:ea typeface="Calibri"/>
                <a:cs typeface="Calibri"/>
                <a:sym typeface="Calibri"/>
              </a:rPr>
              <a:t> </a:t>
            </a:r>
            <a:r>
              <a:rPr sz="2600">
                <a:solidFill>
                  <a:srgbClr val="FEFEFE"/>
                </a:solidFill>
                <a:uFill>
                  <a:solidFill/>
                </a:uFill>
                <a:latin typeface="Calibri"/>
                <a:ea typeface="Calibri"/>
                <a:cs typeface="Calibri"/>
                <a:sym typeface="Calibri"/>
              </a:rPr>
              <a:t>por Macroprocessos Estratégicos</a:t>
            </a:r>
          </a:p>
        </p:txBody>
      </p:sp>
      <p:sp>
        <p:nvSpPr>
          <p:cNvPr id="39" name="Shape 39"/>
          <p:cNvSpPr>
            <a:spLocks noGrp="1"/>
          </p:cNvSpPr>
          <p:nvPr>
            <p:ph type="body" idx="1"/>
          </p:nvPr>
        </p:nvSpPr>
        <p:spPr>
          <a:xfrm>
            <a:off x="685800" y="1981199"/>
            <a:ext cx="7772400" cy="4413649"/>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49580">
              <a:lnSpc>
                <a:spcPct val="150000"/>
              </a:lnSpc>
              <a:spcBef>
                <a:spcPts val="0"/>
              </a:spcBef>
              <a:buSzTx/>
              <a:buNone/>
              <a:defRPr sz="1800">
                <a:solidFill>
                  <a:srgbClr val="000000"/>
                </a:solidFill>
              </a:defRPr>
            </a:pPr>
            <a:r>
              <a:rPr sz="2200">
                <a:uFill>
                  <a:solidFill/>
                </a:uFill>
                <a:latin typeface="Calibri"/>
                <a:ea typeface="Calibri"/>
                <a:cs typeface="Calibri"/>
                <a:sym typeface="Calibri"/>
              </a:rPr>
              <a:t>Esse processo de Mudança Organizacional priorizando a Gestão de Processos e abrangendo os aspectos estratégicos de uma Organização, certamente tem que se preocupar também com os aspectos Comportamentais e Tecnológicos.</a:t>
            </a:r>
          </a:p>
          <a:p>
            <a:pPr marL="0" lvl="0" indent="0" algn="ctr" defTabSz="449580">
              <a:lnSpc>
                <a:spcPct val="150000"/>
              </a:lnSpc>
              <a:spcBef>
                <a:spcPts val="0"/>
              </a:spcBef>
              <a:buSzTx/>
              <a:buNone/>
              <a:defRPr sz="1800">
                <a:solidFill>
                  <a:srgbClr val="000000"/>
                </a:solidFill>
              </a:defRPr>
            </a:pPr>
            <a:r>
              <a:rPr sz="2200">
                <a:uFill>
                  <a:solidFill/>
                </a:uFill>
                <a:latin typeface="Calibri"/>
                <a:ea typeface="Calibri"/>
                <a:cs typeface="Calibri"/>
                <a:sym typeface="Calibri"/>
              </a:rPr>
              <a:t>Os Tecnológicos, com o crescimento exponencial dos sistemas de informação e da própria Tecnologia da Informação, vem sendo utilizado como uma arma eficiente para viabilizar as mudanças, vejamos:</a:t>
            </a: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41" name="Shape 41"/>
          <p:cNvSpPr>
            <a:spLocks noGrp="1"/>
          </p:cNvSpPr>
          <p:nvPr>
            <p:ph type="title"/>
          </p:nvPr>
        </p:nvSpPr>
        <p:spPr>
          <a:xfrm>
            <a:off x="482600" y="5714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algn="ctr" defTabSz="449580">
              <a:lnSpc>
                <a:spcPct val="150000"/>
              </a:lnSpc>
              <a:defRPr sz="2600">
                <a:solidFill>
                  <a:srgbClr val="FFFFFF"/>
                </a:solidFill>
                <a:uFill>
                  <a:solidFill/>
                </a:uFill>
                <a:latin typeface="Calibri"/>
                <a:ea typeface="Calibri"/>
                <a:cs typeface="Calibri"/>
                <a:sym typeface="Calibri"/>
              </a:defRPr>
            </a:lvl1pPr>
          </a:lstStyle>
          <a:p>
            <a:pPr lvl="0">
              <a:defRPr sz="1800">
                <a:solidFill>
                  <a:srgbClr val="000000"/>
                </a:solidFill>
                <a:effectLst/>
                <a:uFillTx/>
              </a:defRPr>
            </a:pPr>
            <a:r>
              <a:rPr sz="2600">
                <a:solidFill>
                  <a:srgbClr val="FFFFFF"/>
                </a:solidFill>
                <a:uFill>
                  <a:solidFill/>
                </a:uFill>
              </a:rPr>
              <a:t>Gerenciamento por Macroprocessos Estratégicos</a:t>
            </a:r>
          </a:p>
        </p:txBody>
      </p:sp>
      <p:sp>
        <p:nvSpPr>
          <p:cNvPr id="42" name="Shape 42"/>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40632">
              <a:lnSpc>
                <a:spcPct val="150000"/>
              </a:lnSpc>
              <a:spcBef>
                <a:spcPts val="0"/>
              </a:spcBef>
              <a:buSzTx/>
              <a:buNone/>
              <a:defRPr sz="1800">
                <a:solidFill>
                  <a:srgbClr val="000000"/>
                </a:solidFill>
              </a:defRPr>
            </a:pPr>
            <a:r>
              <a:rPr sz="1000">
                <a:uFill>
                  <a:solidFill/>
                </a:uFill>
                <a:latin typeface="Calibri"/>
                <a:ea typeface="Calibri"/>
                <a:cs typeface="Calibri"/>
                <a:sym typeface="Calibri"/>
              </a:rPr>
              <a:t> </a:t>
            </a:r>
            <a:r>
              <a:rPr sz="2000">
                <a:uFill>
                  <a:solidFill/>
                </a:uFill>
                <a:latin typeface="Calibri"/>
                <a:ea typeface="Calibri"/>
                <a:cs typeface="Calibri"/>
                <a:sym typeface="Calibri"/>
              </a:rPr>
              <a:t>Comportamentais, de modo que as Resistências a elas possam ser superadas, com treinamentos a distancia, informações por internet, cursos e outras formas que permitem que a informação chegue a seu destino final, que são as pessoas, causando dessa maneira o menor impacto possível para as mesmas.</a:t>
            </a:r>
          </a:p>
          <a:p>
            <a:pPr marL="0" lvl="0" indent="0" algn="ctr" defTabSz="440632">
              <a:lnSpc>
                <a:spcPct val="150000"/>
              </a:lnSpc>
              <a:spcBef>
                <a:spcPts val="0"/>
              </a:spcBef>
              <a:buSzTx/>
              <a:buNone/>
              <a:defRPr sz="1800">
                <a:solidFill>
                  <a:srgbClr val="000000"/>
                </a:solidFill>
              </a:defRPr>
            </a:pPr>
            <a:r>
              <a:rPr sz="2000">
                <a:uFill>
                  <a:solidFill/>
                </a:uFill>
                <a:latin typeface="Calibri"/>
                <a:ea typeface="Calibri"/>
                <a:cs typeface="Calibri"/>
                <a:sym typeface="Calibri"/>
              </a:rPr>
              <a:t>Uma mudança somente pode acontecer e ter sucesso, se tiver o apoio e o comprometimento da Alta Administração, independente da sua magnitude.</a:t>
            </a:r>
          </a:p>
        </p:txBody>
      </p:sp>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44" name="Shape 44"/>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COMPORTAMENTAIS</a:t>
            </a:r>
          </a:p>
        </p:txBody>
      </p:sp>
      <p:sp>
        <p:nvSpPr>
          <p:cNvPr id="45" name="Shape 45"/>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0" indent="0" algn="ctr" defTabSz="449580">
              <a:lnSpc>
                <a:spcPct val="150000"/>
              </a:lnSpc>
              <a:spcBef>
                <a:spcPts val="0"/>
              </a:spcBef>
              <a:buSzTx/>
              <a:buNone/>
              <a:defRPr sz="2200">
                <a:solidFill>
                  <a:srgbClr val="000000"/>
                </a:solidFill>
                <a:uFill>
                  <a:solidFill/>
                </a:uFill>
                <a:latin typeface="Calibri"/>
                <a:ea typeface="Calibri"/>
                <a:cs typeface="Calibri"/>
                <a:sym typeface="Calibri"/>
              </a:defRPr>
            </a:lvl1pPr>
          </a:lstStyle>
          <a:p>
            <a:pPr lvl="0">
              <a:defRPr sz="1800">
                <a:uFillTx/>
              </a:defRPr>
            </a:pPr>
            <a:r>
              <a:rPr sz="2200">
                <a:uFill>
                  <a:solidFill/>
                </a:uFill>
              </a:rPr>
              <a:t>Faz parte das características de quase todo e qualquer ser humano, que depois de permanecer por um determinado período de tempo, exercendo uma determinada função, tenha a “Resistência a Mudança”, como algo inato, algo que para essa pessoa nada mais seria que uma defesa a favor daquilo que acredita como sendo o melhor para si e para a Organização a que serve.</a:t>
            </a: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47" name="Shape 47"/>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PMBOK</a:t>
            </a:r>
          </a:p>
        </p:txBody>
      </p:sp>
      <p:sp>
        <p:nvSpPr>
          <p:cNvPr id="48" name="Shape 48"/>
          <p:cNvSpPr>
            <a:spLocks noGrp="1"/>
          </p:cNvSpPr>
          <p:nvPr>
            <p:ph type="body" idx="1"/>
          </p:nvPr>
        </p:nvSpPr>
        <p:spPr>
          <a:xfrm>
            <a:off x="685800" y="1981200"/>
            <a:ext cx="7772400" cy="4191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0" indent="0" algn="ctr" defTabSz="440632">
              <a:lnSpc>
                <a:spcPct val="150000"/>
              </a:lnSpc>
              <a:spcBef>
                <a:spcPts val="0"/>
              </a:spcBef>
              <a:buSzTx/>
              <a:buNone/>
              <a:defRPr sz="2100">
                <a:solidFill>
                  <a:srgbClr val="000000"/>
                </a:solidFill>
                <a:uFill>
                  <a:solidFill/>
                </a:uFill>
                <a:latin typeface="Calibri"/>
                <a:ea typeface="Calibri"/>
                <a:cs typeface="Calibri"/>
                <a:sym typeface="Calibri"/>
              </a:defRPr>
            </a:lvl1pPr>
          </a:lstStyle>
          <a:p>
            <a:pPr lvl="0">
              <a:defRPr sz="1800">
                <a:uFillTx/>
              </a:defRPr>
            </a:pPr>
            <a:r>
              <a:rPr sz="2100">
                <a:uFill>
                  <a:solidFill/>
                </a:uFill>
              </a:rPr>
              <a:t>A Teoria do PMBOK que cita a “RESISTÊNCIA, como uma questão a ser superada pela equipe de projetos com a ajuda do Gerente” e Bla, Bla, Bla, parece ser bastante obvio, pois alguém tem que faze-lo. No entanto, não basta seguir as regras e as receitas de bolo citadas para que essa tarefa se torne algo muito fácil de se conseguir. Isso exige muito trabalho de conscientizacao das pessoa envolvidas, para que se consiga um aceite natural do sistema e dessa nova forma de atuação.</a:t>
            </a:r>
          </a:p>
        </p:txBody>
      </p:sp>
    </p:spTree>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50" name="Shape 50"/>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Embasamento</a:t>
            </a:r>
          </a:p>
        </p:txBody>
      </p:sp>
      <p:sp>
        <p:nvSpPr>
          <p:cNvPr id="51" name="Shape 51"/>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As preocupações citadas, efetivamente são muito importantes, parece lógico que seja necessário:</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Identificar e avaliar as Mudanças.</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Oferecer oportunidades para se avaliar e melhorar o projeto no que tange a Mudanças e por fim</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Comunicar as partes envolvidas e interessadas todas as Mudanças que ocorrerem. </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SIMPLES ASSIM!</a:t>
            </a:r>
          </a:p>
        </p:txBody>
      </p:sp>
    </p:spTree>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53" name="Shape 53"/>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COMO FAZER</a:t>
            </a:r>
          </a:p>
        </p:txBody>
      </p:sp>
      <p:sp>
        <p:nvSpPr>
          <p:cNvPr id="54" name="Shape 54"/>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27101">
              <a:lnSpc>
                <a:spcPct val="150000"/>
              </a:lnSpc>
              <a:spcBef>
                <a:spcPts val="0"/>
              </a:spcBef>
              <a:buSzTx/>
              <a:buNone/>
              <a:defRPr sz="1800">
                <a:solidFill>
                  <a:srgbClr val="000000"/>
                </a:solidFill>
              </a:defRPr>
            </a:pPr>
            <a:r>
              <a:rPr sz="1700">
                <a:uFill>
                  <a:solidFill/>
                </a:uFill>
                <a:latin typeface="Calibri"/>
                <a:ea typeface="Calibri"/>
                <a:cs typeface="Calibri"/>
                <a:sym typeface="Calibri"/>
              </a:rPr>
              <a:t>Ora se a Mudança não for identificada ela praticamente não existira.</a:t>
            </a:r>
          </a:p>
          <a:p>
            <a:pPr marL="0" lvl="0" indent="0" algn="ctr" defTabSz="427101">
              <a:lnSpc>
                <a:spcPct val="150000"/>
              </a:lnSpc>
              <a:spcBef>
                <a:spcPts val="0"/>
              </a:spcBef>
              <a:buSzTx/>
              <a:buNone/>
              <a:defRPr sz="1800">
                <a:solidFill>
                  <a:srgbClr val="000000"/>
                </a:solidFill>
              </a:defRPr>
            </a:pPr>
            <a:r>
              <a:rPr sz="1700">
                <a:uFill>
                  <a:solidFill/>
                </a:uFill>
                <a:latin typeface="Calibri"/>
                <a:ea typeface="Calibri"/>
                <a:cs typeface="Calibri"/>
                <a:sym typeface="Calibri"/>
              </a:rPr>
              <a:t>A Avaliação, vai ter que demonstrar que a Mudança, vale a pena, ou seja, seu Custo/Beneficio deve ser viável.</a:t>
            </a:r>
          </a:p>
          <a:p>
            <a:pPr marL="0" lvl="0" indent="0" algn="ctr" defTabSz="427101">
              <a:lnSpc>
                <a:spcPct val="150000"/>
              </a:lnSpc>
              <a:spcBef>
                <a:spcPts val="0"/>
              </a:spcBef>
              <a:buSzTx/>
              <a:buNone/>
              <a:defRPr sz="1800">
                <a:solidFill>
                  <a:srgbClr val="000000"/>
                </a:solidFill>
              </a:defRPr>
            </a:pPr>
            <a:r>
              <a:rPr sz="1700">
                <a:uFill>
                  <a:solidFill/>
                </a:uFill>
                <a:latin typeface="Calibri"/>
                <a:ea typeface="Calibri"/>
                <a:cs typeface="Calibri"/>
                <a:sym typeface="Calibri"/>
              </a:rPr>
              <a:t>Oferecer oportunidades, entenda-se por procurar alternativas, cenários diferenciados que melhorem o Custo/Beneficio da Mudança e finalmente Comunicar as “partes interessadas”, antes das Mudanças ocorrerem, preparando-as para assimilar o que esta prestes a acontecer e com isso minimizar o risco de insucesso, pois as Resistências Comportamentais, no que diz respeito as pessoas já estão sendo trabalhadas e elas não serão surpreendidas com as novas funções e talvez com a nova maneira de trabalhar. </a:t>
            </a:r>
          </a:p>
        </p:txBody>
      </p:sp>
    </p:spTree>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56" name="Shape 56"/>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Características</a:t>
            </a:r>
          </a:p>
        </p:txBody>
      </p:sp>
      <p:sp>
        <p:nvSpPr>
          <p:cNvPr id="57" name="Shape 57"/>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18109">
              <a:lnSpc>
                <a:spcPct val="150000"/>
              </a:lnSpc>
              <a:spcBef>
                <a:spcPts val="0"/>
              </a:spcBef>
              <a:buSzTx/>
              <a:buNone/>
              <a:defRPr sz="1800">
                <a:solidFill>
                  <a:srgbClr val="000000"/>
                </a:solidFill>
              </a:defRPr>
            </a:pPr>
            <a:r>
              <a:rPr sz="2000">
                <a:uFill>
                  <a:solidFill/>
                </a:uFill>
                <a:latin typeface="Calibri"/>
                <a:ea typeface="Calibri"/>
                <a:cs typeface="Calibri"/>
                <a:sym typeface="Calibri"/>
              </a:rPr>
              <a:t>Comunicar aos interessados depois que as mudanças já aconteceram, alem de ser improdutivo, não deixa de ser uma falta de respeito com os principais envolvidos, aqueles que colocam a mao na massa.</a:t>
            </a:r>
          </a:p>
          <a:p>
            <a:pPr marL="0" lvl="0" indent="0" algn="ctr" defTabSz="418109">
              <a:lnSpc>
                <a:spcPct val="150000"/>
              </a:lnSpc>
              <a:spcBef>
                <a:spcPts val="0"/>
              </a:spcBef>
              <a:buSzTx/>
              <a:buNone/>
              <a:defRPr sz="1800">
                <a:solidFill>
                  <a:srgbClr val="000000"/>
                </a:solidFill>
              </a:defRPr>
            </a:pPr>
            <a:r>
              <a:rPr sz="2000">
                <a:uFill>
                  <a:solidFill/>
                </a:uFill>
                <a:latin typeface="Calibri"/>
                <a:ea typeface="Calibri"/>
                <a:cs typeface="Calibri"/>
                <a:sym typeface="Calibri"/>
              </a:rPr>
              <a:t>Todo e qualquer sistema informatizado, quando implantado, seja para um departamento , um setor ou uma organização, vai exigir uma mudança por parte dos envolvidos, seja de habito, forma de trabalhar ou características pessoais.</a:t>
            </a:r>
          </a:p>
        </p:txBody>
      </p:sp>
    </p:spTree>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9" name="Shape 59"/>
          <p:cNvSpPr>
            <a:spLocks noGrp="1"/>
          </p:cNvSpPr>
          <p:nvPr>
            <p:ph type="sldNum" sz="quarter" idx="2"/>
          </p:nvPr>
        </p:nvSpPr>
        <p:spPr>
          <a:xfrm>
            <a:off x="8182220" y="6142637"/>
            <a:ext cx="275977" cy="287722"/>
          </a:xfrm>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fld id="{86CB4B4D-7CA3-9044-876B-883B54F8677D}" type="slidenum">
              <a:rPr sz="1400">
                <a:solidFill>
                  <a:srgbClr val="FFFFFF"/>
                </a:solidFill>
              </a:rPr>
              <a:t>11</a:t>
            </a:fld>
            <a:endParaRPr sz="1400">
              <a:solidFill>
                <a:srgbClr val="FFFFFF"/>
              </a:solidFill>
            </a:endParaRPr>
          </a:p>
        </p:txBody>
      </p:sp>
      <p:sp>
        <p:nvSpPr>
          <p:cNvPr id="60" name="Shape 60"/>
          <p:cNvSpPr>
            <a:spLocks noGrp="1"/>
          </p:cNvSpPr>
          <p:nvPr>
            <p:ph type="body" idx="1"/>
          </p:nvPr>
        </p:nvSpPr>
        <p:spPr>
          <a:xfrm>
            <a:off x="381792" y="1561008"/>
            <a:ext cx="8380416" cy="5192217"/>
          </a:xfrm>
          <a:prstGeom prst="rect">
            <a:avLst/>
          </a:prstGeom>
          <a:extLst>
            <a:ext uri="{C572A759-6A51-4108-AA02-DFA0A04FC94B}">
              <ma14:wrappingTextBoxFlag xmlns="" xmlns:ma14="http://schemas.microsoft.com/office/mac/drawingml/2011/main" val="1"/>
            </a:ext>
          </a:extLst>
        </p:spPr>
        <p:txBody>
          <a:bodyPr/>
          <a:lstStyle/>
          <a:p>
            <a:pPr lvl="0">
              <a:defRPr sz="1800">
                <a:solidFill>
                  <a:srgbClr val="000000"/>
                </a:solidFill>
              </a:defRPr>
            </a:pPr>
            <a:r>
              <a:rPr sz="3200">
                <a:solidFill>
                  <a:srgbClr val="FFFFFF"/>
                </a:solidFill>
              </a:rPr>
              <a:t>Algumas mudanças, exigem uma verdadeira doutrinação das pessoas que serão afetadas pelo novo sistema de trabalho. Elas precisam acreditar que o sistema esta vindo para melhorar sua vida e não como uma ameaça a seu emprego.</a:t>
            </a:r>
          </a:p>
          <a:p>
            <a:pPr lvl="0">
              <a:defRPr sz="1800">
                <a:solidFill>
                  <a:srgbClr val="000000"/>
                </a:solidFill>
              </a:defRPr>
            </a:pPr>
            <a:r>
              <a:rPr sz="3200">
                <a:solidFill>
                  <a:srgbClr val="FFFFFF"/>
                </a:solidFill>
              </a:rPr>
              <a:t>Todo sistema computacional traz em si uma mudança, seja operacional ou comportamental e consequentemente uma resistência mesmo que involuntária.</a:t>
            </a:r>
          </a:p>
        </p:txBody>
      </p:sp>
      <p:sp>
        <p:nvSpPr>
          <p:cNvPr id="61" name="Shape 61"/>
          <p:cNvSpPr/>
          <p:nvPr/>
        </p:nvSpPr>
        <p:spPr>
          <a:xfrm>
            <a:off x="954642" y="944882"/>
            <a:ext cx="7234716" cy="472437"/>
          </a:xfrm>
          <a:prstGeom prst="rect">
            <a:avLst/>
          </a:prstGeom>
          <a:ln w="12700">
            <a:miter lim="400000"/>
          </a:ln>
          <a:extLst>
            <a:ext uri="{C572A759-6A51-4108-AA02-DFA0A04FC94B}">
              <ma14:wrappingTextBoxFlag xmlns="" xmlns:ma14="http://schemas.microsoft.com/office/mac/drawingml/2011/main" val="1"/>
            </a:ext>
          </a:extLst>
        </p:spPr>
        <p:txBody>
          <a:bodyPr wrap="none" lIns="45718" tIns="45718" rIns="45718" bIns="45718">
            <a:spAutoFit/>
          </a:bodyPr>
          <a:lstStyle>
            <a:lvl1pPr algn="ctr" defTabSz="449580">
              <a:lnSpc>
                <a:spcPct val="150000"/>
              </a:lnSpc>
              <a:defRPr sz="2600">
                <a:solidFill>
                  <a:srgbClr val="FFFFFF"/>
                </a:solidFill>
                <a:uFill>
                  <a:solidFill/>
                </a:uFill>
                <a:latin typeface="Calibri"/>
                <a:ea typeface="Calibri"/>
                <a:cs typeface="Calibri"/>
                <a:sym typeface="Calibri"/>
              </a:defRPr>
            </a:lvl1pPr>
          </a:lstStyle>
          <a:p>
            <a:pPr lvl="0">
              <a:defRPr sz="1800">
                <a:solidFill>
                  <a:srgbClr val="000000"/>
                </a:solidFill>
                <a:uFillTx/>
              </a:defRPr>
            </a:pPr>
            <a:r>
              <a:rPr sz="2600">
                <a:solidFill>
                  <a:srgbClr val="FFFFFF"/>
                </a:solidFill>
                <a:uFill>
                  <a:solidFill/>
                </a:uFill>
              </a:rPr>
              <a:t>Gerenciamento por Macroprocessos Estratégicos</a:t>
            </a:r>
          </a:p>
        </p:txBody>
      </p:sp>
    </p:spTree>
  </p:cSld>
  <p:clrMapOvr>
    <a:masterClrMapping/>
  </p:clrMapOvr>
  <p:transition spd="med"/>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63" name="Shape 63"/>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Características</a:t>
            </a:r>
          </a:p>
        </p:txBody>
      </p:sp>
      <p:sp>
        <p:nvSpPr>
          <p:cNvPr id="64" name="Shape 64"/>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As estatísticas apontam que 60% a 70% dos sistemas computacionais implantados nas Instituições, FALHAM. Para isso são enumeradas varias causas, por exemplo:</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Mal gerenciamento do projeto.</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Falta de preparo das equipes de projeto</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Falta de apoio da Diretoria da Empresa</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Plataforma inadequada de serviços.</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Falta de METODOLOGIA. </a:t>
            </a:r>
          </a:p>
          <a:p>
            <a:pPr marL="0" lvl="0" indent="0" algn="ctr" defTabSz="449580">
              <a:lnSpc>
                <a:spcPct val="150000"/>
              </a:lnSpc>
              <a:spcBef>
                <a:spcPts val="0"/>
              </a:spcBef>
              <a:buSzTx/>
              <a:buNone/>
              <a:defRPr sz="1800">
                <a:solidFill>
                  <a:srgbClr val="000000"/>
                </a:solidFill>
              </a:defRPr>
            </a:pPr>
            <a:r>
              <a:rPr sz="1900">
                <a:uFill>
                  <a:solidFill/>
                </a:uFill>
                <a:latin typeface="Calibri"/>
                <a:ea typeface="Calibri"/>
                <a:cs typeface="Calibri"/>
                <a:sym typeface="Calibri"/>
              </a:rPr>
              <a:t>( Quase inacreditável com tantas certificações, PMI, PMBOK, etc)</a:t>
            </a:r>
          </a:p>
        </p:txBody>
      </p:sp>
    </p:spTree>
  </p:cSld>
  <p:clrMapOvr>
    <a:masterClrMapping/>
  </p:clrMapOvr>
  <p:transition spd="med"/>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66" name="Shape 66"/>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FALTA DE CULTURA</a:t>
            </a:r>
          </a:p>
        </p:txBody>
      </p:sp>
      <p:sp>
        <p:nvSpPr>
          <p:cNvPr id="67" name="Shape 67"/>
          <p:cNvSpPr>
            <a:spLocks noGrp="1"/>
          </p:cNvSpPr>
          <p:nvPr>
            <p:ph type="body" idx="1"/>
          </p:nvPr>
        </p:nvSpPr>
        <p:spPr>
          <a:xfrm>
            <a:off x="685800" y="1981198"/>
            <a:ext cx="7772400" cy="430342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377647">
              <a:lnSpc>
                <a:spcPct val="150000"/>
              </a:lnSpc>
              <a:spcBef>
                <a:spcPts val="0"/>
              </a:spcBef>
              <a:buSzTx/>
              <a:buNone/>
              <a:defRPr sz="1800">
                <a:solidFill>
                  <a:srgbClr val="000000"/>
                </a:solidFill>
              </a:defRPr>
            </a:pPr>
            <a:r>
              <a:rPr sz="1700">
                <a:uFill>
                  <a:solidFill/>
                </a:uFill>
                <a:latin typeface="Calibri"/>
                <a:ea typeface="Calibri"/>
                <a:cs typeface="Calibri"/>
                <a:sym typeface="Calibri"/>
              </a:rPr>
              <a:t>Dificilmente, pode-se ver qualquer apontamento que indique a Falta de Cultura sobre a empresa e a falta de conhecimento dos envolvidos(usuários), quanto a Mudança que esse projeto vai trazer a Organização. Isso vai afeta-los  diretamente, mas normalmente, como citado no PMBOK, ELES SERAO AVISADO DEPOIS QUE AS MUDANÇAS JA TIVEREM OCORRIDO.</a:t>
            </a:r>
          </a:p>
          <a:p>
            <a:pPr marL="0" lvl="0" indent="0" algn="ctr" defTabSz="377647">
              <a:lnSpc>
                <a:spcPct val="150000"/>
              </a:lnSpc>
              <a:spcBef>
                <a:spcPts val="0"/>
              </a:spcBef>
              <a:buSzTx/>
              <a:buNone/>
              <a:defRPr sz="1800">
                <a:solidFill>
                  <a:srgbClr val="000000"/>
                </a:solidFill>
              </a:defRPr>
            </a:pPr>
            <a:r>
              <a:rPr sz="1700">
                <a:uFill>
                  <a:solidFill/>
                </a:uFill>
                <a:latin typeface="Calibri"/>
                <a:ea typeface="Calibri"/>
                <a:cs typeface="Calibri"/>
                <a:sym typeface="Calibri"/>
              </a:rPr>
              <a:t>As pessoas sentem-se desconfortáveis, sendo tiradas de sua zona de conforto sem prévio aviso, algumas sentem-se como traídas e nesse momento as coisas se complicam e elas passam seja intencionalmente ou não a boicotar o sistema na esperança de que o mesmo possa ser; Retirado do ar; Modificado seguindo as regras antigas; substituído por outro mais fácil de se usar.</a:t>
            </a:r>
          </a:p>
          <a:p>
            <a:pPr marL="0" lvl="0" indent="0" algn="ctr" defTabSz="377647">
              <a:lnSpc>
                <a:spcPct val="150000"/>
              </a:lnSpc>
              <a:spcBef>
                <a:spcPts val="0"/>
              </a:spcBef>
              <a:buSzTx/>
              <a:buNone/>
              <a:defRPr sz="1800">
                <a:solidFill>
                  <a:srgbClr val="000000"/>
                </a:solidFill>
              </a:defRPr>
            </a:pPr>
            <a:r>
              <a:rPr sz="1700">
                <a:uFill>
                  <a:solidFill/>
                </a:uFill>
                <a:latin typeface="Calibri"/>
                <a:ea typeface="Calibri"/>
                <a:cs typeface="Calibri"/>
                <a:sym typeface="Calibri"/>
              </a:rPr>
              <a:t>LOJA PERFEITA NO BRASIL</a:t>
            </a:r>
          </a:p>
        </p:txBody>
      </p:sp>
    </p:spTree>
  </p:cSld>
  <p:clrMapOvr>
    <a:masterClrMapping/>
  </p:clrMapOvr>
  <p:transition spd="med"/>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69" name="Shape 69"/>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defTabSz="877822">
              <a:defRPr sz="4200">
                <a:effectLst>
                  <a:outerShdw blurRad="12700" dist="24384" dir="2700000" rotWithShape="0">
                    <a:srgbClr val="000000"/>
                  </a:outerShdw>
                </a:effectLst>
              </a:defRPr>
            </a:lvl1pPr>
          </a:lstStyle>
          <a:p>
            <a:pPr lvl="0">
              <a:defRPr sz="1800">
                <a:solidFill>
                  <a:srgbClr val="000000"/>
                </a:solidFill>
                <a:effectLst/>
              </a:defRPr>
            </a:pPr>
            <a:r>
              <a:rPr sz="4200">
                <a:solidFill>
                  <a:srgbClr val="FFFF99"/>
                </a:solidFill>
                <a:effectLst>
                  <a:outerShdw blurRad="12700" dist="24384" dir="2700000" rotWithShape="0">
                    <a:srgbClr val="000000"/>
                  </a:outerShdw>
                </a:effectLst>
              </a:rPr>
              <a:t>A QUEM AFETA DIRETAMENTE</a:t>
            </a:r>
          </a:p>
        </p:txBody>
      </p:sp>
      <p:sp>
        <p:nvSpPr>
          <p:cNvPr id="70" name="Shape 70"/>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36091">
              <a:lnSpc>
                <a:spcPct val="150000"/>
              </a:lnSpc>
              <a:spcBef>
                <a:spcPts val="0"/>
              </a:spcBef>
              <a:buSzTx/>
              <a:buNone/>
              <a:defRPr sz="1800">
                <a:solidFill>
                  <a:srgbClr val="000000"/>
                </a:solidFill>
              </a:defRPr>
            </a:pPr>
            <a:r>
              <a:rPr sz="2100">
                <a:uFill>
                  <a:solidFill/>
                </a:uFill>
                <a:latin typeface="Calibri"/>
                <a:ea typeface="Calibri"/>
                <a:cs typeface="Calibri"/>
                <a:sym typeface="Calibri"/>
              </a:rPr>
              <a:t>Logicamente nada disso vai acontecer, a Empresa investiu não raro alguns milhões nesse sistema e ele não vai ser jogado fora, pois isso poderia causar transtornos a todos que o elaboraram.</a:t>
            </a:r>
          </a:p>
          <a:p>
            <a:pPr marL="0" lvl="0" indent="0" algn="ctr" defTabSz="436091">
              <a:lnSpc>
                <a:spcPct val="150000"/>
              </a:lnSpc>
              <a:spcBef>
                <a:spcPts val="0"/>
              </a:spcBef>
              <a:buSzTx/>
              <a:buNone/>
              <a:defRPr sz="1800">
                <a:solidFill>
                  <a:srgbClr val="000000"/>
                </a:solidFill>
              </a:defRPr>
            </a:pPr>
            <a:r>
              <a:rPr sz="2100">
                <a:uFill>
                  <a:solidFill/>
                </a:uFill>
                <a:latin typeface="Calibri"/>
                <a:ea typeface="Calibri"/>
                <a:cs typeface="Calibri"/>
                <a:sym typeface="Calibri"/>
              </a:rPr>
              <a:t>A “RESISTÊNCIA A MUDANÇA” pode-se dizer que seja algo natural, o indivíduo deixa de fazer o que fazia, as vezes, ha mais de 5 anos par adotar na marra procedimentos ditados por outras pessoas que estão ha menos de dois anos na empresa, através de um sistema de computador que elas não pediram.</a:t>
            </a:r>
          </a:p>
        </p:txBody>
      </p:sp>
    </p:spTree>
  </p:cSld>
  <p:clrMapOvr>
    <a:masterClrMapping/>
  </p:clrMapOvr>
  <p:transition spd="med"/>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72" name="Shape 72"/>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Competências </a:t>
            </a:r>
          </a:p>
        </p:txBody>
      </p:sp>
      <p:sp>
        <p:nvSpPr>
          <p:cNvPr id="73" name="Shape 73"/>
          <p:cNvSpPr>
            <a:spLocks noGrp="1"/>
          </p:cNvSpPr>
          <p:nvPr>
            <p:ph type="body" idx="1"/>
          </p:nvPr>
        </p:nvSpPr>
        <p:spPr>
          <a:xfrm>
            <a:off x="685800" y="1981200"/>
            <a:ext cx="7772400" cy="3810000"/>
          </a:xfrm>
          <a:prstGeom prst="rect">
            <a:avLst/>
          </a:prstGeom>
          <a:extLst>
            <a:ext uri="{C572A759-6A51-4108-AA02-DFA0A04FC94B}">
              <ma14:wrappingTextBoxFlag xmlns="" xmlns:ma14="http://schemas.microsoft.com/office/mac/drawingml/2011/main" val="1"/>
            </a:ext>
          </a:extLst>
        </p:spPr>
        <p:txBody>
          <a:bodyPr lIns="0" tIns="0" rIns="0" bIns="0">
            <a:normAutofit/>
          </a:bodyPr>
          <a:lstStyle>
            <a:lvl1pPr marL="0" indent="0" algn="ctr" defTabSz="449580">
              <a:lnSpc>
                <a:spcPct val="150000"/>
              </a:lnSpc>
              <a:spcBef>
                <a:spcPts val="0"/>
              </a:spcBef>
              <a:buSzTx/>
              <a:buNone/>
              <a:defRPr sz="2200">
                <a:solidFill>
                  <a:srgbClr val="000000"/>
                </a:solidFill>
                <a:uFill>
                  <a:solidFill/>
                </a:uFill>
                <a:latin typeface="Calibri"/>
                <a:ea typeface="Calibri"/>
                <a:cs typeface="Calibri"/>
                <a:sym typeface="Calibri"/>
              </a:defRPr>
            </a:lvl1pPr>
          </a:lstStyle>
          <a:p>
            <a:pPr lvl="0">
              <a:defRPr sz="1800">
                <a:uFillTx/>
              </a:defRPr>
            </a:pPr>
            <a:r>
              <a:rPr sz="2200">
                <a:uFill>
                  <a:solidFill/>
                </a:uFill>
              </a:rPr>
              <a:t>Os artigos enumeram’N’ formas de resistência, que certamente existem, mas não enumeram nenhuma causa para os mesmos. Ressalte-se que os seres humanos tem características diferentes, formas de pensar diferentes, ideias próprias e que portanto a simples identificação da forma de resistência, não resolvera o problema.Temos que avaliar o por que da resistência para podermos intervir.</a:t>
            </a:r>
          </a:p>
        </p:txBody>
      </p:sp>
    </p:spTree>
  </p:cSld>
  <p:clrMapOvr>
    <a:masterClrMapping/>
  </p:clrMapOvr>
  <p:transition spd="med"/>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75" name="Shape 75"/>
          <p:cNvSpPr>
            <a:spLocks noGrp="1"/>
          </p:cNvSpPr>
          <p:nvPr>
            <p:ph type="title"/>
          </p:nvPr>
        </p:nvSpPr>
        <p:spPr>
          <a:xfrm>
            <a:off x="685800" y="609597"/>
            <a:ext cx="7772400" cy="1143007"/>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lvl="0">
              <a:defRPr sz="1800">
                <a:solidFill>
                  <a:srgbClr val="000000"/>
                </a:solidFill>
                <a:effectLst/>
              </a:defRPr>
            </a:pPr>
            <a:r>
              <a:rPr sz="4400">
                <a:solidFill>
                  <a:srgbClr val="FFFF99"/>
                </a:solidFill>
                <a:effectLst>
                  <a:outerShdw blurRad="12700" dist="25400" dir="2700000" rotWithShape="0">
                    <a:srgbClr val="000000"/>
                  </a:outerShdw>
                </a:effectLst>
              </a:rPr>
              <a:t>Competências </a:t>
            </a:r>
          </a:p>
        </p:txBody>
      </p:sp>
      <p:sp>
        <p:nvSpPr>
          <p:cNvPr id="76" name="Shape 76"/>
          <p:cNvSpPr>
            <a:spLocks noGrp="1"/>
          </p:cNvSpPr>
          <p:nvPr>
            <p:ph type="body" idx="1"/>
          </p:nvPr>
        </p:nvSpPr>
        <p:spPr>
          <a:xfrm>
            <a:off x="685800" y="1981199"/>
            <a:ext cx="8260854" cy="4466582"/>
          </a:xfrm>
          <a:prstGeom prst="rect">
            <a:avLst/>
          </a:prstGeom>
          <a:extLst>
            <a:ext uri="{C572A759-6A51-4108-AA02-DFA0A04FC94B}">
              <ma14:wrappingTextBoxFlag xmlns="" xmlns:ma14="http://schemas.microsoft.com/office/mac/drawingml/2011/main" val="1"/>
            </a:ext>
          </a:extLst>
        </p:spPr>
        <p:txBody>
          <a:bodyPr lIns="0" tIns="0" rIns="0" bIns="0">
            <a:normAutofit/>
          </a:bodyPr>
          <a:lstStyle/>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Finalmente, podemos concluir que:</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Preparação, Observação e a Ação” podem auxiliar a melhorar o processo de Mudança.</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PREPARAÇÃO - Para criar um ambiente ideal para reduzir a resistência. (ou elimina-la, doutrinação)</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OBSERVAÇÃO - Para identificar as possíveis resistências e o por que das mesmas.</a:t>
            </a:r>
          </a:p>
          <a:p>
            <a:pPr marL="0" lvl="0" indent="0" algn="ctr" defTabSz="449580">
              <a:lnSpc>
                <a:spcPct val="150000"/>
              </a:lnSpc>
              <a:spcBef>
                <a:spcPts val="0"/>
              </a:spcBef>
              <a:buSzTx/>
              <a:buNone/>
              <a:defRPr sz="1800">
                <a:solidFill>
                  <a:srgbClr val="000000"/>
                </a:solidFill>
              </a:defRPr>
            </a:pPr>
            <a:r>
              <a:rPr sz="2100">
                <a:uFill>
                  <a:solidFill/>
                </a:uFill>
                <a:latin typeface="Calibri"/>
                <a:ea typeface="Calibri"/>
                <a:cs typeface="Calibri"/>
                <a:sym typeface="Calibri"/>
              </a:rPr>
              <a:t>ACAO - Para planejar e corrigir os impactos gerados pela reação dos indivíduos do grupo.</a:t>
            </a:r>
          </a:p>
        </p:txBody>
      </p:sp>
    </p:spTree>
  </p:cSld>
  <p:clrMapOvr>
    <a:masterClrMapping/>
  </p:clrMapOvr>
  <p:transition spd="med"/>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BFE8FF"/>
        </a:solidFill>
        <a:effectLst/>
      </p:bgPr>
    </p:bg>
    <p:spTree>
      <p:nvGrpSpPr>
        <p:cNvPr id="1" name=""/>
        <p:cNvGrpSpPr/>
        <p:nvPr/>
      </p:nvGrpSpPr>
      <p:grpSpPr>
        <a:xfrm>
          <a:off x="0" y="0"/>
          <a:ext cx="0" cy="0"/>
          <a:chOff x="0" y="0"/>
          <a:chExt cx="0" cy="0"/>
        </a:xfrm>
      </p:grpSpPr>
      <p:sp>
        <p:nvSpPr>
          <p:cNvPr id="75" name="Shape 75"/>
          <p:cNvSpPr>
            <a:spLocks noGrp="1"/>
          </p:cNvSpPr>
          <p:nvPr>
            <p:ph type="title"/>
          </p:nvPr>
        </p:nvSpPr>
        <p:spPr>
          <a:xfrm>
            <a:off x="685800" y="609597"/>
            <a:ext cx="7772400" cy="1143007"/>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lvl="0">
              <a:defRPr sz="1800">
                <a:solidFill>
                  <a:srgbClr val="000000"/>
                </a:solidFill>
                <a:effectLst/>
              </a:defRPr>
            </a:pPr>
            <a:r>
              <a:rPr lang="pt-BR" sz="2800" dirty="0">
                <a:solidFill>
                  <a:schemeClr val="bg1"/>
                </a:solidFill>
              </a:rPr>
              <a:t>POR QUE MUDAR</a:t>
            </a:r>
            <a:r>
              <a:rPr sz="2800" dirty="0">
                <a:solidFill>
                  <a:schemeClr val="bg1"/>
                </a:solidFill>
                <a:effectLst>
                  <a:outerShdw blurRad="12700" dist="25400" dir="2700000" rotWithShape="0">
                    <a:srgbClr val="000000"/>
                  </a:outerShdw>
                </a:effectLst>
              </a:rPr>
              <a:t> </a:t>
            </a:r>
            <a:r>
              <a:rPr lang="pt-BR" sz="2800" dirty="0">
                <a:solidFill>
                  <a:schemeClr val="bg1"/>
                </a:solidFill>
                <a:effectLst>
                  <a:outerShdw blurRad="12700" dist="25400" dir="2700000" rotWithShape="0">
                    <a:srgbClr val="000000"/>
                  </a:outerShdw>
                </a:effectLst>
              </a:rPr>
              <a:t>?</a:t>
            </a:r>
            <a:endParaRPr sz="2800" dirty="0">
              <a:solidFill>
                <a:schemeClr val="bg1"/>
              </a:solidFill>
              <a:effectLst>
                <a:outerShdw blurRad="12700" dist="25400" dir="2700000" rotWithShape="0">
                  <a:srgbClr val="000000"/>
                </a:outerShdw>
              </a:effectLst>
            </a:endParaRPr>
          </a:p>
        </p:txBody>
      </p:sp>
      <p:sp>
        <p:nvSpPr>
          <p:cNvPr id="76" name="Shape 76"/>
          <p:cNvSpPr>
            <a:spLocks noGrp="1"/>
          </p:cNvSpPr>
          <p:nvPr>
            <p:ph type="body" idx="1"/>
          </p:nvPr>
        </p:nvSpPr>
        <p:spPr>
          <a:xfrm>
            <a:off x="685800" y="1981199"/>
            <a:ext cx="8260854" cy="4466582"/>
          </a:xfrm>
          <a:prstGeom prst="rect">
            <a:avLst/>
          </a:prstGeom>
          <a:extLst>
            <a:ext uri="{C572A759-6A51-4108-AA02-DFA0A04FC94B}">
              <ma14:wrappingTextBoxFlag xmlns:ma14="http://schemas.microsoft.com/office/mac/drawingml/2011/main" xmlns="" val="1"/>
            </a:ext>
          </a:extLst>
        </p:spPr>
        <p:txBody>
          <a:bodyPr lIns="0" tIns="0" rIns="0" bIns="0">
            <a:normAutofit/>
          </a:bodyPr>
          <a:lstStyle/>
          <a:p>
            <a:pPr marL="0" lvl="0" indent="0" algn="l" defTabSz="449580">
              <a:lnSpc>
                <a:spcPct val="150000"/>
              </a:lnSpc>
              <a:spcBef>
                <a:spcPts val="0"/>
              </a:spcBef>
              <a:buSzTx/>
              <a:buNone/>
              <a:defRPr sz="1800">
                <a:solidFill>
                  <a:srgbClr val="000000"/>
                </a:solidFill>
              </a:defRPr>
            </a:pPr>
            <a:r>
              <a:rPr lang="pt-BR" sz="2100" dirty="0">
                <a:solidFill>
                  <a:schemeClr val="tx1"/>
                </a:solidFill>
                <a:uFill>
                  <a:solidFill/>
                </a:uFill>
                <a:latin typeface="Calibri"/>
                <a:ea typeface="Calibri"/>
                <a:cs typeface="Calibri"/>
                <a:sym typeface="Calibri"/>
              </a:rPr>
              <a:t>HOJE COMO SEMPRE ACONTECEU, O MUNDO MUDOU. SOBREVIVE QUEM MELHOR SE ADAPTAR AS MUDANCAS QUE ESTAO ACONTECENDO, EMPRESAS , PESSOAS, ANIMAIS, AVES,ETC.</a:t>
            </a:r>
          </a:p>
          <a:p>
            <a:pPr marL="0" lvl="0" indent="0" algn="l" defTabSz="449580">
              <a:lnSpc>
                <a:spcPct val="150000"/>
              </a:lnSpc>
              <a:spcBef>
                <a:spcPts val="0"/>
              </a:spcBef>
              <a:buSzTx/>
              <a:buNone/>
              <a:defRPr sz="1800">
                <a:solidFill>
                  <a:srgbClr val="000000"/>
                </a:solidFill>
              </a:defRPr>
            </a:pPr>
            <a:r>
              <a:rPr lang="pt-BR" sz="2100" dirty="0">
                <a:solidFill>
                  <a:schemeClr val="tx1"/>
                </a:solidFill>
                <a:uFill>
                  <a:solidFill/>
                </a:uFill>
                <a:latin typeface="Calibri"/>
                <a:ea typeface="Calibri"/>
                <a:cs typeface="Calibri"/>
                <a:sym typeface="Calibri"/>
              </a:rPr>
              <a:t>ESSA ADAPTACAO DEPENDE DE CADA UM E TEMOS QUE SER FLEXIVEIS E ACEITAR ISSO COMO NORMAL, NÃO QUER DIZER QUE TEMOS QUE MUDAR NOSSO CARATER, SER FALSO PARA COM NOSSOS PROPRIOS PRINCIPIOS E SIM SER INTELIGENTE PARA SOBREVIVER EM SOCIEDADE, TER RESILIENCIA E ACEITAR O QUE FICA SENDO INEVITAVEL.</a:t>
            </a:r>
          </a:p>
          <a:p>
            <a:pPr marL="0" lvl="0" indent="0" algn="l" defTabSz="449580">
              <a:lnSpc>
                <a:spcPct val="150000"/>
              </a:lnSpc>
              <a:spcBef>
                <a:spcPts val="0"/>
              </a:spcBef>
              <a:buSzTx/>
              <a:buNone/>
              <a:defRPr sz="1800">
                <a:solidFill>
                  <a:srgbClr val="000000"/>
                </a:solidFill>
              </a:defRPr>
            </a:pPr>
            <a:r>
              <a:rPr lang="pt-BR" sz="2100" dirty="0">
                <a:solidFill>
                  <a:schemeClr val="tx1"/>
                </a:solidFill>
                <a:uFill>
                  <a:solidFill/>
                </a:uFill>
                <a:latin typeface="Calibri"/>
                <a:ea typeface="Calibri"/>
                <a:cs typeface="Calibri"/>
                <a:sym typeface="Calibri"/>
              </a:rPr>
              <a:t>                   OBS: </a:t>
            </a:r>
            <a:r>
              <a:rPr lang="pt-BR" sz="2100">
                <a:solidFill>
                  <a:schemeClr val="tx1"/>
                </a:solidFill>
                <a:uFill>
                  <a:solidFill/>
                </a:uFill>
                <a:latin typeface="Calibri"/>
                <a:ea typeface="Calibri"/>
                <a:cs typeface="Calibri"/>
                <a:sym typeface="Calibri"/>
              </a:rPr>
              <a:t>PEIXES FRESCOS.</a:t>
            </a:r>
            <a:endParaRPr lang="pt-BR" sz="2100" dirty="0">
              <a:solidFill>
                <a:schemeClr val="tx1"/>
              </a:solidFill>
              <a:uFill>
                <a:solidFill/>
              </a:uFill>
              <a:latin typeface="Calibri"/>
              <a:ea typeface="Calibri"/>
              <a:cs typeface="Calibri"/>
              <a:sym typeface="Calibri"/>
            </a:endParaRPr>
          </a:p>
          <a:p>
            <a:pPr marL="0" lvl="0" indent="0" algn="l" defTabSz="449580">
              <a:lnSpc>
                <a:spcPct val="150000"/>
              </a:lnSpc>
              <a:spcBef>
                <a:spcPts val="0"/>
              </a:spcBef>
              <a:buSzTx/>
              <a:buNone/>
              <a:defRPr sz="1800">
                <a:solidFill>
                  <a:srgbClr val="000000"/>
                </a:solidFill>
              </a:defRPr>
            </a:pPr>
            <a:endParaRPr lang="pt-BR" sz="2100" dirty="0">
              <a:solidFill>
                <a:schemeClr val="tx1"/>
              </a:solidFill>
              <a:uFill>
                <a:solidFill/>
              </a:uFill>
              <a:latin typeface="Calibri"/>
              <a:ea typeface="Calibri"/>
              <a:cs typeface="Calibri"/>
              <a:sym typeface="Calibri"/>
            </a:endParaRPr>
          </a:p>
          <a:p>
            <a:pPr marL="0" lvl="0" indent="0" algn="l" defTabSz="449580">
              <a:lnSpc>
                <a:spcPct val="150000"/>
              </a:lnSpc>
              <a:spcBef>
                <a:spcPts val="0"/>
              </a:spcBef>
              <a:buSzTx/>
              <a:buNone/>
              <a:defRPr sz="1800">
                <a:solidFill>
                  <a:srgbClr val="000000"/>
                </a:solidFill>
              </a:defRPr>
            </a:pPr>
            <a:endParaRPr sz="2100" dirty="0">
              <a:solidFill>
                <a:schemeClr val="tx1"/>
              </a:solidFill>
              <a:uFill>
                <a:solidFill/>
              </a:uFill>
              <a:latin typeface="Calibri"/>
              <a:ea typeface="Calibri"/>
              <a:cs typeface="Calibri"/>
              <a:sym typeface="Calibri"/>
            </a:endParaRPr>
          </a:p>
        </p:txBody>
      </p:sp>
    </p:spTree>
    <p:extLst>
      <p:ext uri="{BB962C8B-B14F-4D97-AF65-F5344CB8AC3E}">
        <p14:creationId xmlns:p14="http://schemas.microsoft.com/office/powerpoint/2010/main" val="3492562073"/>
      </p:ext>
    </p:extLst>
  </p:cSld>
  <p:clrMapOvr>
    <a:masterClrMapping/>
  </p:clrMapOvr>
  <p:transition spd="med"/>
</p:sld>
</file>

<file path=ppt/theme/theme1.xml><?xml version="1.0" encoding="utf-8"?>
<a:theme xmlns:a="http://schemas.openxmlformats.org/drawingml/2006/main" name="Default">
  <a:themeElements>
    <a:clrScheme name="Default">
      <a:dk1>
        <a:srgbClr val="000000"/>
      </a:dk1>
      <a:lt1>
        <a:srgbClr val="FFFFFF"/>
      </a:lt1>
      <a:dk2>
        <a:srgbClr val="A7A7A7"/>
      </a:dk2>
      <a:lt2>
        <a:srgbClr val="535353"/>
      </a:lt2>
      <a:accent1>
        <a:srgbClr val="00CCFF"/>
      </a:accent1>
      <a:accent2>
        <a:srgbClr val="00FFCC"/>
      </a:accent2>
      <a:accent3>
        <a:srgbClr val="AAB8E0"/>
      </a:accent3>
      <a:accent4>
        <a:srgbClr val="DADADA"/>
      </a:accent4>
      <a:accent5>
        <a:srgbClr val="AAE0FF"/>
      </a:accent5>
      <a:accent6>
        <a:srgbClr val="00E7B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0CCFF"/>
          </a:solidFill>
          <a:prstDash val="solid"/>
          <a:bevel/>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CCFF"/>
          </a:solidFill>
          <a:prstDash val="solid"/>
          <a:bevel/>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Default">
  <a:themeElements>
    <a:clrScheme name="Default">
      <a:dk1>
        <a:srgbClr val="000000"/>
      </a:dk1>
      <a:lt1>
        <a:srgbClr val="FFFFFF"/>
      </a:lt1>
      <a:dk2>
        <a:srgbClr val="A7A7A7"/>
      </a:dk2>
      <a:lt2>
        <a:srgbClr val="535353"/>
      </a:lt2>
      <a:accent1>
        <a:srgbClr val="00CCFF"/>
      </a:accent1>
      <a:accent2>
        <a:srgbClr val="00FFCC"/>
      </a:accent2>
      <a:accent3>
        <a:srgbClr val="AAB8E0"/>
      </a:accent3>
      <a:accent4>
        <a:srgbClr val="DADADA"/>
      </a:accent4>
      <a:accent5>
        <a:srgbClr val="AAE0FF"/>
      </a:accent5>
      <a:accent6>
        <a:srgbClr val="00E7B9"/>
      </a:accent6>
      <a:hlink>
        <a:srgbClr val="0000FF"/>
      </a:hlink>
      <a:folHlink>
        <a:srgbClr val="FF00FF"/>
      </a:folHlink>
    </a:clrScheme>
    <a:fontScheme name="Default">
      <a:majorFont>
        <a:latin typeface="Helvetica"/>
        <a:ea typeface="Helvetica"/>
        <a:cs typeface="Helvetica"/>
      </a:majorFont>
      <a:minorFont>
        <a:latin typeface="Avenir Roman"/>
        <a:ea typeface="Avenir Roman"/>
        <a:cs typeface="Avenir Roman"/>
      </a:minorFont>
    </a:fontScheme>
    <a:fmtScheme name="Default">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rgbClr val="00CCFF"/>
          </a:solidFill>
          <a:prstDash val="solid"/>
          <a:bevel/>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CCFF"/>
          </a:solidFill>
          <a:prstDash val="solid"/>
          <a:bevel/>
        </a:ln>
        <a:effectLst/>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Pr>
      <a:bodyPr rot="0" spcFirstLastPara="1" vertOverflow="overflow" horzOverflow="overflow" vert="horz" wrap="square" lIns="45718" tIns="45718" rIns="45718" bIns="45718" numCol="1" spcCol="38100" rtlCol="0" anchor="t">
        <a:spAutoFit/>
      </a:bodyPr>
      <a:lstStyle>
        <a:defPPr marL="0" marR="0" indent="0" algn="l" defTabSz="914400" rtl="0" fontAlgn="auto" latinLnBrk="1" hangingPunct="0">
          <a:lnSpc>
            <a:spcPct val="100000"/>
          </a:lnSpc>
          <a:spcBef>
            <a:spcPts val="0"/>
          </a:spcBef>
          <a:spcAft>
            <a:spcPts val="0"/>
          </a:spcAft>
          <a:buClrTx/>
          <a:buSzTx/>
          <a:buFontTx/>
          <a:buNone/>
          <a:tabLst/>
          <a:defRPr kumimoji="0" sz="2400" b="0" i="0" u="none" strike="noStrike" cap="none" spc="0" normalizeH="0" baseline="0">
            <a:ln>
              <a:noFill/>
            </a:ln>
            <a:solidFill>
              <a:srgbClr val="000000"/>
            </a:solidFill>
            <a:effectLst/>
            <a:uFillTx/>
            <a:latin typeface="+mj-lt"/>
            <a:ea typeface="+mj-ea"/>
            <a:cs typeface="+mj-cs"/>
            <a:sym typeface="Helvetica"/>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7</TotalTime>
  <Words>1329</Words>
  <Application>Microsoft Macintosh PowerPoint</Application>
  <PresentationFormat>Apresentação na tela (4:3)</PresentationFormat>
  <Paragraphs>66</Paragraphs>
  <Slides>17</Slides>
  <Notes>0</Notes>
  <HiddenSlides>0</HiddenSlides>
  <MMClips>0</MMClips>
  <ScaleCrop>false</ScaleCrop>
  <HeadingPairs>
    <vt:vector size="6" baseType="variant">
      <vt:variant>
        <vt:lpstr>Fontes usadas</vt:lpstr>
      </vt:variant>
      <vt:variant>
        <vt:i4>5</vt:i4>
      </vt:variant>
      <vt:variant>
        <vt:lpstr>Tema</vt:lpstr>
      </vt:variant>
      <vt:variant>
        <vt:i4>1</vt:i4>
      </vt:variant>
      <vt:variant>
        <vt:lpstr>Títulos de slides</vt:lpstr>
      </vt:variant>
      <vt:variant>
        <vt:i4>17</vt:i4>
      </vt:variant>
    </vt:vector>
  </HeadingPairs>
  <TitlesOfParts>
    <vt:vector size="23" baseType="lpstr">
      <vt:lpstr>Avenir Roman</vt:lpstr>
      <vt:lpstr>Calibri</vt:lpstr>
      <vt:lpstr>Times New Roman</vt:lpstr>
      <vt:lpstr>Times New Roman Bold</vt:lpstr>
      <vt:lpstr>Wingdings</vt:lpstr>
      <vt:lpstr>Default</vt:lpstr>
      <vt:lpstr> RESISTÊNCIA A MUDANÇAS EM UMA ORGANIZAÇÃO.</vt:lpstr>
      <vt:lpstr>Gerenciamento por Macroprocessos Estratégicos</vt:lpstr>
      <vt:lpstr>Gerenciamento por Macroprocessos Estratégicos</vt:lpstr>
      <vt:lpstr>Gerenciamento por Macroprocessos Estratégicos</vt:lpstr>
      <vt:lpstr>Gerenciamento por Macroprocessos Estratégicos</vt:lpstr>
      <vt:lpstr>COMPORTAMENTAIS</vt:lpstr>
      <vt:lpstr>PMBOK</vt:lpstr>
      <vt:lpstr>Embasamento</vt:lpstr>
      <vt:lpstr>COMO FAZER</vt:lpstr>
      <vt:lpstr>Características</vt:lpstr>
      <vt:lpstr>Apresentação do PowerPoint</vt:lpstr>
      <vt:lpstr>Características</vt:lpstr>
      <vt:lpstr>FALTA DE CULTURA</vt:lpstr>
      <vt:lpstr>A QUEM AFETA DIRETAMENTE</vt:lpstr>
      <vt:lpstr>Competências </vt:lpstr>
      <vt:lpstr>Competências </vt:lpstr>
      <vt:lpstr>POR QUE MUDAR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RESISTÊNCIA A MUDANÇAS EM UMA ORGANIZAÇÃO.</dc:title>
  <cp:lastModifiedBy>EDGARD ALEXANDRE ROMANATO</cp:lastModifiedBy>
  <cp:revision>2</cp:revision>
  <dcterms:modified xsi:type="dcterms:W3CDTF">2022-05-17T12:12:47Z</dcterms:modified>
</cp:coreProperties>
</file>