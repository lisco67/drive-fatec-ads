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9144000"/>
  <p:notesSz cx="6858000" cy="9144000"/>
  <p:embeddedFontLst>
    <p:embeddedFont>
      <p:font typeface="Helvetica Neue"/>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7" roundtripDataSignature="AMtx7mgNZkqsYT/Tj3zR1dGSsQhZGyiC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HelveticaNeue-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HelveticaNeue-italic.fntdata"/><Relationship Id="rId12" Type="http://schemas.openxmlformats.org/officeDocument/2006/relationships/slide" Target="slides/slide8.xml"/><Relationship Id="rId34" Type="http://schemas.openxmlformats.org/officeDocument/2006/relationships/font" Target="fonts/HelveticaNeue-bold.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HelveticaNeue-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SzPts val="1400"/>
              <a:buNone/>
              <a:defRPr b="0" i="0" sz="2400" u="none" cap="none" strike="noStrike">
                <a:latin typeface="Avenir"/>
                <a:ea typeface="Avenir"/>
                <a:cs typeface="Avenir"/>
                <a:sym typeface="Avenir"/>
              </a:defRPr>
            </a:lvl1pPr>
            <a:lvl2pPr indent="-228600" lvl="1" marL="914400" marR="0" rtl="0" algn="l">
              <a:lnSpc>
                <a:spcPct val="125000"/>
              </a:lnSpc>
              <a:spcBef>
                <a:spcPts val="0"/>
              </a:spcBef>
              <a:spcAft>
                <a:spcPts val="0"/>
              </a:spcAft>
              <a:buSzPts val="1400"/>
              <a:buNone/>
              <a:defRPr b="0" i="0" sz="2400" u="none" cap="none" strike="noStrike">
                <a:latin typeface="Avenir"/>
                <a:ea typeface="Avenir"/>
                <a:cs typeface="Avenir"/>
                <a:sym typeface="Avenir"/>
              </a:defRPr>
            </a:lvl2pPr>
            <a:lvl3pPr indent="-228600" lvl="2" marL="1371600" marR="0" rtl="0" algn="l">
              <a:lnSpc>
                <a:spcPct val="125000"/>
              </a:lnSpc>
              <a:spcBef>
                <a:spcPts val="0"/>
              </a:spcBef>
              <a:spcAft>
                <a:spcPts val="0"/>
              </a:spcAft>
              <a:buSzPts val="1400"/>
              <a:buNone/>
              <a:defRPr b="0" i="0" sz="2400" u="none" cap="none" strike="noStrike">
                <a:latin typeface="Avenir"/>
                <a:ea typeface="Avenir"/>
                <a:cs typeface="Avenir"/>
                <a:sym typeface="Avenir"/>
              </a:defRPr>
            </a:lvl3pPr>
            <a:lvl4pPr indent="-228600" lvl="3" marL="1828800" marR="0" rtl="0" algn="l">
              <a:lnSpc>
                <a:spcPct val="125000"/>
              </a:lnSpc>
              <a:spcBef>
                <a:spcPts val="0"/>
              </a:spcBef>
              <a:spcAft>
                <a:spcPts val="0"/>
              </a:spcAft>
              <a:buSzPts val="1400"/>
              <a:buNone/>
              <a:defRPr b="0" i="0" sz="2400" u="none" cap="none" strike="noStrike">
                <a:latin typeface="Avenir"/>
                <a:ea typeface="Avenir"/>
                <a:cs typeface="Avenir"/>
                <a:sym typeface="Avenir"/>
              </a:defRPr>
            </a:lvl4pPr>
            <a:lvl5pPr indent="-228600" lvl="4" marL="2286000" marR="0" rtl="0" algn="l">
              <a:lnSpc>
                <a:spcPct val="125000"/>
              </a:lnSpc>
              <a:spcBef>
                <a:spcPts val="0"/>
              </a:spcBef>
              <a:spcAft>
                <a:spcPts val="0"/>
              </a:spcAft>
              <a:buSzPts val="1400"/>
              <a:buNone/>
              <a:defRPr b="0" i="0" sz="2400" u="none" cap="none" strike="noStrike">
                <a:latin typeface="Avenir"/>
                <a:ea typeface="Avenir"/>
                <a:cs typeface="Avenir"/>
                <a:sym typeface="Avenir"/>
              </a:defRPr>
            </a:lvl5pPr>
            <a:lvl6pPr indent="-228600" lvl="5" marL="2743200" marR="0" rtl="0" algn="l">
              <a:lnSpc>
                <a:spcPct val="125000"/>
              </a:lnSpc>
              <a:spcBef>
                <a:spcPts val="0"/>
              </a:spcBef>
              <a:spcAft>
                <a:spcPts val="0"/>
              </a:spcAft>
              <a:buSzPts val="1400"/>
              <a:buNone/>
              <a:defRPr b="0" i="0" sz="2400" u="none" cap="none" strike="noStrike">
                <a:latin typeface="Avenir"/>
                <a:ea typeface="Avenir"/>
                <a:cs typeface="Avenir"/>
                <a:sym typeface="Avenir"/>
              </a:defRPr>
            </a:lvl6pPr>
            <a:lvl7pPr indent="-228600" lvl="6" marL="3200400" marR="0" rtl="0" algn="l">
              <a:lnSpc>
                <a:spcPct val="125000"/>
              </a:lnSpc>
              <a:spcBef>
                <a:spcPts val="0"/>
              </a:spcBef>
              <a:spcAft>
                <a:spcPts val="0"/>
              </a:spcAft>
              <a:buSzPts val="1400"/>
              <a:buNone/>
              <a:defRPr b="0" i="0" sz="2400" u="none" cap="none" strike="noStrike">
                <a:latin typeface="Avenir"/>
                <a:ea typeface="Avenir"/>
                <a:cs typeface="Avenir"/>
                <a:sym typeface="Avenir"/>
              </a:defRPr>
            </a:lvl7pPr>
            <a:lvl8pPr indent="-228600" lvl="7" marL="3657600" marR="0" rtl="0" algn="l">
              <a:lnSpc>
                <a:spcPct val="125000"/>
              </a:lnSpc>
              <a:spcBef>
                <a:spcPts val="0"/>
              </a:spcBef>
              <a:spcAft>
                <a:spcPts val="0"/>
              </a:spcAft>
              <a:buSzPts val="1400"/>
              <a:buNone/>
              <a:defRPr b="0" i="0" sz="2400" u="none" cap="none" strike="noStrike">
                <a:latin typeface="Avenir"/>
                <a:ea typeface="Avenir"/>
                <a:cs typeface="Avenir"/>
                <a:sym typeface="Avenir"/>
              </a:defRPr>
            </a:lvl8pPr>
            <a:lvl9pPr indent="-228600" lvl="8" marL="4114800" marR="0" rtl="0" algn="l">
              <a:lnSpc>
                <a:spcPct val="125000"/>
              </a:lnSpc>
              <a:spcBef>
                <a:spcPts val="0"/>
              </a:spcBef>
              <a:spcAft>
                <a:spcPts val="0"/>
              </a:spcAft>
              <a:buSzPts val="1400"/>
              <a:buNone/>
              <a:defRPr b="0" i="0" sz="2400" u="none" cap="none" strike="noStrike">
                <a:latin typeface="Avenir"/>
                <a:ea typeface="Avenir"/>
                <a:cs typeface="Avenir"/>
                <a:sym typeface="Avenir"/>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tx">
  <p:cSld name="TITLE_AND_BODY">
    <p:spTree>
      <p:nvGrpSpPr>
        <p:cNvPr id="14" name="Shape 14"/>
        <p:cNvGrpSpPr/>
        <p:nvPr/>
      </p:nvGrpSpPr>
      <p:grpSpPr>
        <a:xfrm>
          <a:off x="0" y="0"/>
          <a:ext cx="0" cy="0"/>
          <a:chOff x="0" y="0"/>
          <a:chExt cx="0" cy="0"/>
        </a:xfrm>
      </p:grpSpPr>
      <p:sp>
        <p:nvSpPr>
          <p:cNvPr id="15" name="Google Shape;15;p30"/>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p:cSld name="Slide de título">
    <p:spTree>
      <p:nvGrpSpPr>
        <p:cNvPr id="16" name="Shape 16"/>
        <p:cNvGrpSpPr/>
        <p:nvPr/>
      </p:nvGrpSpPr>
      <p:grpSpPr>
        <a:xfrm>
          <a:off x="0" y="0"/>
          <a:ext cx="0" cy="0"/>
          <a:chOff x="0" y="0"/>
          <a:chExt cx="0" cy="0"/>
        </a:xfrm>
      </p:grpSpPr>
      <p:sp>
        <p:nvSpPr>
          <p:cNvPr id="17" name="Google Shape;17;p31"/>
          <p:cNvSpPr txBox="1"/>
          <p:nvPr>
            <p:ph type="title"/>
          </p:nvPr>
        </p:nvSpPr>
        <p:spPr>
          <a:xfrm>
            <a:off x="685800" y="609600"/>
            <a:ext cx="7772400" cy="2209800"/>
          </a:xfrm>
          <a:prstGeom prst="rect">
            <a:avLst/>
          </a:prstGeom>
          <a:noFill/>
          <a:ln>
            <a:noFill/>
          </a:ln>
        </p:spPr>
        <p:txBody>
          <a:bodyPr anchorCtr="0" anchor="ctr" bIns="46025" lIns="46025" spcFirstLastPara="1" rIns="46025" wrap="square" tIns="46025">
            <a:noAutofit/>
          </a:bodyPr>
          <a:lstStyle>
            <a:lvl1pPr lvl="0" algn="r">
              <a:spcBef>
                <a:spcPts val="0"/>
              </a:spcBef>
              <a:spcAft>
                <a:spcPts val="0"/>
              </a:spcAft>
              <a:buSzPts val="1800"/>
              <a:buChar char="•"/>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18" name="Google Shape;18;p31"/>
          <p:cNvSpPr txBox="1"/>
          <p:nvPr>
            <p:ph idx="1" type="body"/>
          </p:nvPr>
        </p:nvSpPr>
        <p:spPr>
          <a:xfrm>
            <a:off x="1371600" y="2819400"/>
            <a:ext cx="6400800" cy="4038600"/>
          </a:xfrm>
          <a:prstGeom prst="rect">
            <a:avLst/>
          </a:prstGeom>
          <a:noFill/>
          <a:ln>
            <a:noFill/>
          </a:ln>
        </p:spPr>
        <p:txBody>
          <a:bodyPr anchorCtr="0" anchor="t" bIns="46025" lIns="46025" spcFirstLastPara="1" rIns="46025" wrap="square" tIns="46025">
            <a:noAutofit/>
          </a:bodyPr>
          <a:lstStyle>
            <a:lvl1pPr indent="-228600" lvl="0" marL="457200" algn="ctr">
              <a:spcBef>
                <a:spcPts val="700"/>
              </a:spcBef>
              <a:spcAft>
                <a:spcPts val="0"/>
              </a:spcAft>
              <a:buClr>
                <a:srgbClr val="FFFFFF"/>
              </a:buClr>
              <a:buSzPts val="1800"/>
              <a:buNone/>
              <a:defRPr/>
            </a:lvl1pPr>
            <a:lvl2pPr indent="-342900" lvl="1" marL="914400" algn="ctr">
              <a:spcBef>
                <a:spcPts val="700"/>
              </a:spcBef>
              <a:spcAft>
                <a:spcPts val="0"/>
              </a:spcAft>
              <a:buClr>
                <a:srgbClr val="FFFFFF"/>
              </a:buClr>
              <a:buSzPts val="1800"/>
              <a:buChar char="●"/>
              <a:defRPr/>
            </a:lvl2pPr>
            <a:lvl3pPr indent="-342900" lvl="2" marL="1371600" algn="ctr">
              <a:spcBef>
                <a:spcPts val="700"/>
              </a:spcBef>
              <a:spcAft>
                <a:spcPts val="0"/>
              </a:spcAft>
              <a:buClr>
                <a:srgbClr val="FFFFFF"/>
              </a:buClr>
              <a:buSzPts val="1800"/>
              <a:buChar char="🕔"/>
              <a:defRPr/>
            </a:lvl3pPr>
            <a:lvl4pPr indent="-314325" lvl="3" marL="1828800" algn="ctr">
              <a:spcBef>
                <a:spcPts val="700"/>
              </a:spcBef>
              <a:spcAft>
                <a:spcPts val="0"/>
              </a:spcAft>
              <a:buClr>
                <a:srgbClr val="FFFFFF"/>
              </a:buClr>
              <a:buSzPts val="1350"/>
              <a:buChar char="●"/>
              <a:defRPr/>
            </a:lvl4pPr>
            <a:lvl5pPr indent="-342900" lvl="4" marL="2286000" algn="ctr">
              <a:spcBef>
                <a:spcPts val="700"/>
              </a:spcBef>
              <a:spcAft>
                <a:spcPts val="0"/>
              </a:spcAft>
              <a:buClr>
                <a:srgbClr val="FFFFFF"/>
              </a:buClr>
              <a:buSzPts val="1800"/>
              <a:buChar char="●"/>
              <a:defRPr/>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19" name="Google Shape;19;p31"/>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p:cSld name="Título e conteúdo">
    <p:spTree>
      <p:nvGrpSpPr>
        <p:cNvPr id="20" name="Shape 20"/>
        <p:cNvGrpSpPr/>
        <p:nvPr/>
      </p:nvGrpSpPr>
      <p:grpSpPr>
        <a:xfrm>
          <a:off x="0" y="0"/>
          <a:ext cx="0" cy="0"/>
          <a:chOff x="0" y="0"/>
          <a:chExt cx="0" cy="0"/>
        </a:xfrm>
      </p:grpSpPr>
      <p:sp>
        <p:nvSpPr>
          <p:cNvPr id="21" name="Google Shape;21;p32"/>
          <p:cNvSpPr txBox="1"/>
          <p:nvPr>
            <p:ph type="title"/>
          </p:nvPr>
        </p:nvSpPr>
        <p:spPr>
          <a:xfrm>
            <a:off x="685800" y="34925"/>
            <a:ext cx="7772400" cy="1606550"/>
          </a:xfrm>
          <a:prstGeom prst="rect">
            <a:avLst/>
          </a:prstGeom>
          <a:noFill/>
          <a:ln>
            <a:noFill/>
          </a:ln>
        </p:spPr>
        <p:txBody>
          <a:bodyPr anchorCtr="0" anchor="ctr" bIns="46025" lIns="46025" spcFirstLastPara="1" rIns="46025" wrap="square" tIns="46025">
            <a:noAutofit/>
          </a:bodyPr>
          <a:lstStyle>
            <a:lvl1pPr lvl="0" algn="r">
              <a:spcBef>
                <a:spcPts val="0"/>
              </a:spcBef>
              <a:spcAft>
                <a:spcPts val="0"/>
              </a:spcAft>
              <a:buSzPts val="1800"/>
              <a:buChar char="•"/>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22" name="Google Shape;22;p32"/>
          <p:cNvSpPr txBox="1"/>
          <p:nvPr>
            <p:ph idx="1" type="body"/>
          </p:nvPr>
        </p:nvSpPr>
        <p:spPr>
          <a:xfrm>
            <a:off x="685800" y="1641475"/>
            <a:ext cx="7772400" cy="5216525"/>
          </a:xfrm>
          <a:prstGeom prst="rect">
            <a:avLst/>
          </a:prstGeom>
          <a:noFill/>
          <a:ln>
            <a:noFill/>
          </a:ln>
        </p:spPr>
        <p:txBody>
          <a:bodyPr anchorCtr="0" anchor="t" bIns="45700" lIns="45700" spcFirstLastPara="1" rIns="45700" wrap="square" tIns="45700">
            <a:noAutofit/>
          </a:bodyPr>
          <a:lstStyle>
            <a:lvl1pPr indent="-314325" lvl="0" marL="457200" algn="l">
              <a:spcBef>
                <a:spcPts val="700"/>
              </a:spcBef>
              <a:spcAft>
                <a:spcPts val="0"/>
              </a:spcAft>
              <a:buSzPts val="135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14325" lvl="3" marL="1828800" algn="l">
              <a:spcBef>
                <a:spcPts val="700"/>
              </a:spcBef>
              <a:spcAft>
                <a:spcPts val="0"/>
              </a:spcAft>
              <a:buSzPts val="1350"/>
              <a:buChar char="●"/>
              <a:defRPr/>
            </a:lvl4pPr>
            <a:lvl5pPr indent="-342900" lvl="4" marL="2286000" algn="l">
              <a:spcBef>
                <a:spcPts val="700"/>
              </a:spcBef>
              <a:spcAft>
                <a:spcPts val="0"/>
              </a:spcAft>
              <a:buSzPts val="1800"/>
              <a:buChar char="●"/>
              <a:defRPr/>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23" name="Google Shape;23;p32"/>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p:cSld name="Cabeçalho da Seção">
    <p:spTree>
      <p:nvGrpSpPr>
        <p:cNvPr id="24" name="Shape 24"/>
        <p:cNvGrpSpPr/>
        <p:nvPr/>
      </p:nvGrpSpPr>
      <p:grpSpPr>
        <a:xfrm>
          <a:off x="0" y="0"/>
          <a:ext cx="0" cy="0"/>
          <a:chOff x="0" y="0"/>
          <a:chExt cx="0" cy="0"/>
        </a:xfrm>
      </p:grpSpPr>
      <p:sp>
        <p:nvSpPr>
          <p:cNvPr id="25" name="Google Shape;25;p33"/>
          <p:cNvSpPr txBox="1"/>
          <p:nvPr>
            <p:ph type="title"/>
          </p:nvPr>
        </p:nvSpPr>
        <p:spPr>
          <a:xfrm>
            <a:off x="722312" y="4406900"/>
            <a:ext cx="7772401" cy="1362075"/>
          </a:xfrm>
          <a:prstGeom prst="rect">
            <a:avLst/>
          </a:prstGeom>
          <a:noFill/>
          <a:ln>
            <a:noFill/>
          </a:ln>
        </p:spPr>
        <p:txBody>
          <a:bodyPr anchorCtr="0" anchor="t" bIns="46025" lIns="46025" spcFirstLastPara="1" rIns="46025" wrap="square" tIns="46025">
            <a:noAutofit/>
          </a:bodyPr>
          <a:lstStyle>
            <a:lvl1pPr lvl="0" algn="l">
              <a:spcBef>
                <a:spcPts val="0"/>
              </a:spcBef>
              <a:spcAft>
                <a:spcPts val="0"/>
              </a:spcAft>
              <a:buSzPts val="4000"/>
              <a:buChar char="•"/>
              <a:defRPr b="1" sz="4000" cap="none">
                <a:latin typeface="Times"/>
                <a:ea typeface="Times"/>
                <a:cs typeface="Times"/>
                <a:sym typeface="Times"/>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26" name="Google Shape;26;p33"/>
          <p:cNvSpPr txBox="1"/>
          <p:nvPr>
            <p:ph idx="1" type="body"/>
          </p:nvPr>
        </p:nvSpPr>
        <p:spPr>
          <a:xfrm>
            <a:off x="722312" y="2906713"/>
            <a:ext cx="7772401" cy="1500196"/>
          </a:xfrm>
          <a:prstGeom prst="rect">
            <a:avLst/>
          </a:prstGeom>
          <a:noFill/>
          <a:ln>
            <a:noFill/>
          </a:ln>
        </p:spPr>
        <p:txBody>
          <a:bodyPr anchorCtr="0" anchor="b" bIns="45700" lIns="45700" spcFirstLastPara="1" rIns="45700" wrap="square" tIns="45700">
            <a:noAutofit/>
          </a:bodyPr>
          <a:lstStyle>
            <a:lvl1pPr indent="-228600" lvl="0" marL="457200" algn="l">
              <a:spcBef>
                <a:spcPts val="400"/>
              </a:spcBef>
              <a:spcAft>
                <a:spcPts val="0"/>
              </a:spcAft>
              <a:buClr>
                <a:srgbClr val="FFFFFF"/>
              </a:buClr>
              <a:buSzPts val="2000"/>
              <a:buFont typeface="Times New Roman"/>
              <a:buNone/>
              <a:defRPr sz="2000"/>
            </a:lvl1pPr>
            <a:lvl2pPr indent="-355600" lvl="1" marL="914400" algn="l">
              <a:spcBef>
                <a:spcPts val="400"/>
              </a:spcBef>
              <a:spcAft>
                <a:spcPts val="0"/>
              </a:spcAft>
              <a:buClr>
                <a:srgbClr val="FFFFFF"/>
              </a:buClr>
              <a:buSzPts val="2000"/>
              <a:buFont typeface="Times New Roman"/>
              <a:buChar char="●"/>
              <a:defRPr sz="2000"/>
            </a:lvl2pPr>
            <a:lvl3pPr indent="-355600" lvl="2" marL="1371600" algn="l">
              <a:spcBef>
                <a:spcPts val="400"/>
              </a:spcBef>
              <a:spcAft>
                <a:spcPts val="0"/>
              </a:spcAft>
              <a:buClr>
                <a:srgbClr val="FFFFFF"/>
              </a:buClr>
              <a:buSzPts val="2000"/>
              <a:buFont typeface="Times New Roman"/>
              <a:buChar char="🕔"/>
              <a:defRPr sz="2000"/>
            </a:lvl3pPr>
            <a:lvl4pPr indent="-323850" lvl="3" marL="1828800" algn="l">
              <a:spcBef>
                <a:spcPts val="400"/>
              </a:spcBef>
              <a:spcAft>
                <a:spcPts val="0"/>
              </a:spcAft>
              <a:buClr>
                <a:srgbClr val="FFFFFF"/>
              </a:buClr>
              <a:buSzPts val="1500"/>
              <a:buFont typeface="Times New Roman"/>
              <a:buChar char="●"/>
              <a:defRPr sz="2000"/>
            </a:lvl4pPr>
            <a:lvl5pPr indent="-355600" lvl="4" marL="2286000" algn="l">
              <a:spcBef>
                <a:spcPts val="400"/>
              </a:spcBef>
              <a:spcAft>
                <a:spcPts val="0"/>
              </a:spcAft>
              <a:buClr>
                <a:srgbClr val="FFFFFF"/>
              </a:buClr>
              <a:buSzPts val="2000"/>
              <a:buFont typeface="Times New Roman"/>
              <a:buChar char="●"/>
              <a:defRPr sz="2000"/>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27" name="Google Shape;27;p33"/>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p:cSld name="Duas Partes de Conteúdo">
    <p:spTree>
      <p:nvGrpSpPr>
        <p:cNvPr id="28" name="Shape 28"/>
        <p:cNvGrpSpPr/>
        <p:nvPr/>
      </p:nvGrpSpPr>
      <p:grpSpPr>
        <a:xfrm>
          <a:off x="0" y="0"/>
          <a:ext cx="0" cy="0"/>
          <a:chOff x="0" y="0"/>
          <a:chExt cx="0" cy="0"/>
        </a:xfrm>
      </p:grpSpPr>
      <p:sp>
        <p:nvSpPr>
          <p:cNvPr id="29" name="Google Shape;29;p34"/>
          <p:cNvSpPr txBox="1"/>
          <p:nvPr>
            <p:ph type="title"/>
          </p:nvPr>
        </p:nvSpPr>
        <p:spPr>
          <a:xfrm>
            <a:off x="685800" y="34925"/>
            <a:ext cx="7772400" cy="1606550"/>
          </a:xfrm>
          <a:prstGeom prst="rect">
            <a:avLst/>
          </a:prstGeom>
          <a:noFill/>
          <a:ln>
            <a:noFill/>
          </a:ln>
        </p:spPr>
        <p:txBody>
          <a:bodyPr anchorCtr="0" anchor="ctr" bIns="46025" lIns="46025" spcFirstLastPara="1" rIns="46025" wrap="square" tIns="46025">
            <a:noAutofit/>
          </a:bodyPr>
          <a:lstStyle>
            <a:lvl1pPr lvl="0" algn="r">
              <a:spcBef>
                <a:spcPts val="0"/>
              </a:spcBef>
              <a:spcAft>
                <a:spcPts val="0"/>
              </a:spcAft>
              <a:buSzPts val="1800"/>
              <a:buChar char="•"/>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30" name="Google Shape;30;p34"/>
          <p:cNvSpPr txBox="1"/>
          <p:nvPr>
            <p:ph idx="1" type="body"/>
          </p:nvPr>
        </p:nvSpPr>
        <p:spPr>
          <a:xfrm>
            <a:off x="685800" y="1641475"/>
            <a:ext cx="3810000" cy="5216525"/>
          </a:xfrm>
          <a:prstGeom prst="rect">
            <a:avLst/>
          </a:prstGeom>
          <a:noFill/>
          <a:ln>
            <a:noFill/>
          </a:ln>
        </p:spPr>
        <p:txBody>
          <a:bodyPr anchorCtr="0" anchor="t" bIns="45700" lIns="45700" spcFirstLastPara="1" rIns="45700" wrap="square" tIns="45700">
            <a:noAutofit/>
          </a:bodyPr>
          <a:lstStyle>
            <a:lvl1pPr indent="-361950" lvl="0" marL="457200" algn="l">
              <a:spcBef>
                <a:spcPts val="600"/>
              </a:spcBef>
              <a:spcAft>
                <a:spcPts val="0"/>
              </a:spcAft>
              <a:buSzPts val="2100"/>
              <a:buChar char="●"/>
              <a:defRPr sz="2800"/>
            </a:lvl1pPr>
            <a:lvl2pPr indent="-406400" lvl="1" marL="914400" algn="l">
              <a:spcBef>
                <a:spcPts val="600"/>
              </a:spcBef>
              <a:spcAft>
                <a:spcPts val="0"/>
              </a:spcAft>
              <a:buSzPts val="2800"/>
              <a:buChar char="●"/>
              <a:defRPr sz="2800"/>
            </a:lvl2pPr>
            <a:lvl3pPr indent="-406400" lvl="2" marL="1371600" algn="l">
              <a:spcBef>
                <a:spcPts val="600"/>
              </a:spcBef>
              <a:spcAft>
                <a:spcPts val="0"/>
              </a:spcAft>
              <a:buSzPts val="2800"/>
              <a:buChar char="🕔"/>
              <a:defRPr sz="2800"/>
            </a:lvl3pPr>
            <a:lvl4pPr indent="-361950" lvl="3" marL="1828800" algn="l">
              <a:spcBef>
                <a:spcPts val="600"/>
              </a:spcBef>
              <a:spcAft>
                <a:spcPts val="0"/>
              </a:spcAft>
              <a:buSzPts val="2100"/>
              <a:buChar char="●"/>
              <a:defRPr sz="2800"/>
            </a:lvl4pPr>
            <a:lvl5pPr indent="-406400" lvl="4" marL="2286000" algn="l">
              <a:spcBef>
                <a:spcPts val="600"/>
              </a:spcBef>
              <a:spcAft>
                <a:spcPts val="0"/>
              </a:spcAft>
              <a:buSzPts val="2800"/>
              <a:buChar char="●"/>
              <a:defRPr sz="2800"/>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31" name="Google Shape;31;p34"/>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p:cSld name="Comparação">
    <p:spTree>
      <p:nvGrpSpPr>
        <p:cNvPr id="32" name="Shape 32"/>
        <p:cNvGrpSpPr/>
        <p:nvPr/>
      </p:nvGrpSpPr>
      <p:grpSpPr>
        <a:xfrm>
          <a:off x="0" y="0"/>
          <a:ext cx="0" cy="0"/>
          <a:chOff x="0" y="0"/>
          <a:chExt cx="0" cy="0"/>
        </a:xfrm>
      </p:grpSpPr>
      <p:sp>
        <p:nvSpPr>
          <p:cNvPr id="33" name="Google Shape;33;p35"/>
          <p:cNvSpPr txBox="1"/>
          <p:nvPr>
            <p:ph type="title"/>
          </p:nvPr>
        </p:nvSpPr>
        <p:spPr>
          <a:xfrm>
            <a:off x="457200" y="256810"/>
            <a:ext cx="8229600" cy="1178656"/>
          </a:xfrm>
          <a:prstGeom prst="rect">
            <a:avLst/>
          </a:prstGeom>
          <a:noFill/>
          <a:ln>
            <a:noFill/>
          </a:ln>
        </p:spPr>
        <p:txBody>
          <a:bodyPr anchorCtr="0" anchor="ctr" bIns="46025" lIns="46025" spcFirstLastPara="1" rIns="46025" wrap="square" tIns="46025">
            <a:noAutofit/>
          </a:bodyPr>
          <a:lstStyle>
            <a:lvl1pPr lvl="0" algn="r">
              <a:spcBef>
                <a:spcPts val="0"/>
              </a:spcBef>
              <a:spcAft>
                <a:spcPts val="0"/>
              </a:spcAft>
              <a:buSzPts val="1800"/>
              <a:buChar char="•"/>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34" name="Google Shape;34;p35"/>
          <p:cNvSpPr txBox="1"/>
          <p:nvPr>
            <p:ph idx="1" type="body"/>
          </p:nvPr>
        </p:nvSpPr>
        <p:spPr>
          <a:xfrm>
            <a:off x="457200" y="1435464"/>
            <a:ext cx="4040188" cy="739418"/>
          </a:xfrm>
          <a:prstGeom prst="rect">
            <a:avLst/>
          </a:prstGeom>
          <a:noFill/>
          <a:ln>
            <a:noFill/>
          </a:ln>
        </p:spPr>
        <p:txBody>
          <a:bodyPr anchorCtr="0" anchor="b" bIns="45700" lIns="45700" spcFirstLastPara="1" rIns="45700" wrap="square" tIns="45700">
            <a:noAutofit/>
          </a:bodyPr>
          <a:lstStyle>
            <a:lvl1pPr indent="-228600" lvl="0" marL="457200" algn="l">
              <a:spcBef>
                <a:spcPts val="500"/>
              </a:spcBef>
              <a:spcAft>
                <a:spcPts val="0"/>
              </a:spcAft>
              <a:buClr>
                <a:srgbClr val="FFFFFF"/>
              </a:buClr>
              <a:buSzPts val="2400"/>
              <a:buFont typeface="Times"/>
              <a:buNone/>
              <a:defRPr b="1" sz="2400">
                <a:latin typeface="Times"/>
                <a:ea typeface="Times"/>
                <a:cs typeface="Times"/>
                <a:sym typeface="Times"/>
              </a:defRPr>
            </a:lvl1pPr>
            <a:lvl2pPr indent="-381000" lvl="1" marL="914400" algn="l">
              <a:spcBef>
                <a:spcPts val="500"/>
              </a:spcBef>
              <a:spcAft>
                <a:spcPts val="0"/>
              </a:spcAft>
              <a:buClr>
                <a:srgbClr val="FFFFFF"/>
              </a:buClr>
              <a:buSzPts val="2400"/>
              <a:buFont typeface="Times"/>
              <a:buChar char="●"/>
              <a:defRPr b="1" sz="2400">
                <a:latin typeface="Times"/>
                <a:ea typeface="Times"/>
                <a:cs typeface="Times"/>
                <a:sym typeface="Times"/>
              </a:defRPr>
            </a:lvl2pPr>
            <a:lvl3pPr indent="-381000" lvl="2" marL="1371600" algn="l">
              <a:spcBef>
                <a:spcPts val="500"/>
              </a:spcBef>
              <a:spcAft>
                <a:spcPts val="0"/>
              </a:spcAft>
              <a:buClr>
                <a:srgbClr val="FFFFFF"/>
              </a:buClr>
              <a:buSzPts val="2400"/>
              <a:buFont typeface="Times"/>
              <a:buChar char="🕔"/>
              <a:defRPr b="1" sz="2400">
                <a:latin typeface="Times"/>
                <a:ea typeface="Times"/>
                <a:cs typeface="Times"/>
                <a:sym typeface="Times"/>
              </a:defRPr>
            </a:lvl3pPr>
            <a:lvl4pPr indent="-342900" lvl="3" marL="1828800" algn="l">
              <a:spcBef>
                <a:spcPts val="500"/>
              </a:spcBef>
              <a:spcAft>
                <a:spcPts val="0"/>
              </a:spcAft>
              <a:buClr>
                <a:srgbClr val="FFFFFF"/>
              </a:buClr>
              <a:buSzPts val="1800"/>
              <a:buFont typeface="Times"/>
              <a:buChar char="●"/>
              <a:defRPr b="1" sz="2400">
                <a:latin typeface="Times"/>
                <a:ea typeface="Times"/>
                <a:cs typeface="Times"/>
                <a:sym typeface="Times"/>
              </a:defRPr>
            </a:lvl4pPr>
            <a:lvl5pPr indent="-381000" lvl="4" marL="2286000" algn="l">
              <a:spcBef>
                <a:spcPts val="500"/>
              </a:spcBef>
              <a:spcAft>
                <a:spcPts val="0"/>
              </a:spcAft>
              <a:buClr>
                <a:srgbClr val="FFFFFF"/>
              </a:buClr>
              <a:buSzPts val="2400"/>
              <a:buFont typeface="Times"/>
              <a:buChar char="●"/>
              <a:defRPr b="1" sz="2400">
                <a:latin typeface="Times"/>
                <a:ea typeface="Times"/>
                <a:cs typeface="Times"/>
                <a:sym typeface="Times"/>
              </a:defRPr>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35" name="Google Shape;35;p35"/>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p:cSld name="Somente título">
    <p:spTree>
      <p:nvGrpSpPr>
        <p:cNvPr id="36" name="Shape 36"/>
        <p:cNvGrpSpPr/>
        <p:nvPr/>
      </p:nvGrpSpPr>
      <p:grpSpPr>
        <a:xfrm>
          <a:off x="0" y="0"/>
          <a:ext cx="0" cy="0"/>
          <a:chOff x="0" y="0"/>
          <a:chExt cx="0" cy="0"/>
        </a:xfrm>
      </p:grpSpPr>
      <p:sp>
        <p:nvSpPr>
          <p:cNvPr id="37" name="Google Shape;37;p36"/>
          <p:cNvSpPr txBox="1"/>
          <p:nvPr>
            <p:ph type="title"/>
          </p:nvPr>
        </p:nvSpPr>
        <p:spPr>
          <a:xfrm>
            <a:off x="685800" y="0"/>
            <a:ext cx="7772400" cy="1676400"/>
          </a:xfrm>
          <a:prstGeom prst="rect">
            <a:avLst/>
          </a:prstGeom>
          <a:noFill/>
          <a:ln>
            <a:noFill/>
          </a:ln>
        </p:spPr>
        <p:txBody>
          <a:bodyPr anchorCtr="0" anchor="ctr" bIns="46025" lIns="46025" spcFirstLastPara="1" rIns="46025" wrap="square" tIns="46025">
            <a:noAutofit/>
          </a:bodyPr>
          <a:lstStyle>
            <a:lvl1pPr lvl="0" algn="r">
              <a:spcBef>
                <a:spcPts val="0"/>
              </a:spcBef>
              <a:spcAft>
                <a:spcPts val="0"/>
              </a:spcAft>
              <a:buSzPts val="1800"/>
              <a:buChar char="•"/>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38" name="Google Shape;38;p36"/>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p:cSld name="Conteúdo com Legenda">
    <p:spTree>
      <p:nvGrpSpPr>
        <p:cNvPr id="39" name="Shape 39"/>
        <p:cNvGrpSpPr/>
        <p:nvPr/>
      </p:nvGrpSpPr>
      <p:grpSpPr>
        <a:xfrm>
          <a:off x="0" y="0"/>
          <a:ext cx="0" cy="0"/>
          <a:chOff x="0" y="0"/>
          <a:chExt cx="0" cy="0"/>
        </a:xfrm>
      </p:grpSpPr>
      <p:sp>
        <p:nvSpPr>
          <p:cNvPr id="40" name="Google Shape;40;p37"/>
          <p:cNvSpPr txBox="1"/>
          <p:nvPr>
            <p:ph type="title"/>
          </p:nvPr>
        </p:nvSpPr>
        <p:spPr>
          <a:xfrm>
            <a:off x="457200" y="0"/>
            <a:ext cx="3008316" cy="1435100"/>
          </a:xfrm>
          <a:prstGeom prst="rect">
            <a:avLst/>
          </a:prstGeom>
          <a:noFill/>
          <a:ln>
            <a:noFill/>
          </a:ln>
        </p:spPr>
        <p:txBody>
          <a:bodyPr anchorCtr="0" anchor="b" bIns="46025" lIns="46025" spcFirstLastPara="1" rIns="46025" wrap="square" tIns="46025">
            <a:noAutofit/>
          </a:bodyPr>
          <a:lstStyle>
            <a:lvl1pPr lvl="0" algn="l">
              <a:spcBef>
                <a:spcPts val="0"/>
              </a:spcBef>
              <a:spcAft>
                <a:spcPts val="0"/>
              </a:spcAft>
              <a:buSzPts val="2000"/>
              <a:buChar char="•"/>
              <a:defRPr b="1" sz="2000">
                <a:latin typeface="Times"/>
                <a:ea typeface="Times"/>
                <a:cs typeface="Times"/>
                <a:sym typeface="Times"/>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41" name="Google Shape;41;p37"/>
          <p:cNvSpPr txBox="1"/>
          <p:nvPr>
            <p:ph idx="1" type="body"/>
          </p:nvPr>
        </p:nvSpPr>
        <p:spPr>
          <a:xfrm>
            <a:off x="3575050" y="273050"/>
            <a:ext cx="5111750" cy="6584950"/>
          </a:xfrm>
          <a:prstGeom prst="rect">
            <a:avLst/>
          </a:prstGeom>
          <a:noFill/>
          <a:ln>
            <a:noFill/>
          </a:ln>
        </p:spPr>
        <p:txBody>
          <a:bodyPr anchorCtr="0" anchor="t" bIns="45700" lIns="45700" spcFirstLastPara="1" rIns="45700" wrap="square" tIns="45700">
            <a:noAutofit/>
          </a:bodyPr>
          <a:lstStyle>
            <a:lvl1pPr indent="-314325" lvl="0" marL="457200" algn="l">
              <a:spcBef>
                <a:spcPts val="700"/>
              </a:spcBef>
              <a:spcAft>
                <a:spcPts val="0"/>
              </a:spcAft>
              <a:buSzPts val="135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14325" lvl="3" marL="1828800" algn="l">
              <a:spcBef>
                <a:spcPts val="700"/>
              </a:spcBef>
              <a:spcAft>
                <a:spcPts val="0"/>
              </a:spcAft>
              <a:buSzPts val="1350"/>
              <a:buChar char="●"/>
              <a:defRPr/>
            </a:lvl4pPr>
            <a:lvl5pPr indent="-342900" lvl="4" marL="2286000" algn="l">
              <a:spcBef>
                <a:spcPts val="700"/>
              </a:spcBef>
              <a:spcAft>
                <a:spcPts val="0"/>
              </a:spcAft>
              <a:buSzPts val="1800"/>
              <a:buChar char="●"/>
              <a:defRPr/>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42" name="Google Shape;42;p37"/>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p:cSld name="Imagem com Legenda">
    <p:spTree>
      <p:nvGrpSpPr>
        <p:cNvPr id="43" name="Shape 43"/>
        <p:cNvGrpSpPr/>
        <p:nvPr/>
      </p:nvGrpSpPr>
      <p:grpSpPr>
        <a:xfrm>
          <a:off x="0" y="0"/>
          <a:ext cx="0" cy="0"/>
          <a:chOff x="0" y="0"/>
          <a:chExt cx="0" cy="0"/>
        </a:xfrm>
      </p:grpSpPr>
      <p:sp>
        <p:nvSpPr>
          <p:cNvPr id="44" name="Google Shape;44;p38"/>
          <p:cNvSpPr txBox="1"/>
          <p:nvPr>
            <p:ph type="title"/>
          </p:nvPr>
        </p:nvSpPr>
        <p:spPr>
          <a:xfrm>
            <a:off x="1792288" y="4800600"/>
            <a:ext cx="5486404" cy="566738"/>
          </a:xfrm>
          <a:prstGeom prst="rect">
            <a:avLst/>
          </a:prstGeom>
          <a:noFill/>
          <a:ln>
            <a:noFill/>
          </a:ln>
        </p:spPr>
        <p:txBody>
          <a:bodyPr anchorCtr="0" anchor="b" bIns="46025" lIns="46025" spcFirstLastPara="1" rIns="46025" wrap="square" tIns="46025">
            <a:noAutofit/>
          </a:bodyPr>
          <a:lstStyle>
            <a:lvl1pPr lvl="0" algn="l">
              <a:spcBef>
                <a:spcPts val="0"/>
              </a:spcBef>
              <a:spcAft>
                <a:spcPts val="0"/>
              </a:spcAft>
              <a:buSzPts val="2000"/>
              <a:buChar char="•"/>
              <a:defRPr b="1" sz="2000">
                <a:latin typeface="Times"/>
                <a:ea typeface="Times"/>
                <a:cs typeface="Times"/>
                <a:sym typeface="Times"/>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45" name="Google Shape;45;p38"/>
          <p:cNvSpPr txBox="1"/>
          <p:nvPr>
            <p:ph idx="1" type="body"/>
          </p:nvPr>
        </p:nvSpPr>
        <p:spPr>
          <a:xfrm>
            <a:off x="1792288" y="5367337"/>
            <a:ext cx="5486404" cy="804871"/>
          </a:xfrm>
          <a:prstGeom prst="rect">
            <a:avLst/>
          </a:prstGeom>
          <a:noFill/>
          <a:ln>
            <a:noFill/>
          </a:ln>
        </p:spPr>
        <p:txBody>
          <a:bodyPr anchorCtr="0" anchor="t" bIns="45700" lIns="45700" spcFirstLastPara="1" rIns="45700" wrap="square" tIns="45700">
            <a:noAutofit/>
          </a:bodyPr>
          <a:lstStyle>
            <a:lvl1pPr indent="-228600" lvl="0" marL="457200" algn="l">
              <a:spcBef>
                <a:spcPts val="300"/>
              </a:spcBef>
              <a:spcAft>
                <a:spcPts val="0"/>
              </a:spcAft>
              <a:buClr>
                <a:srgbClr val="FFFFFF"/>
              </a:buClr>
              <a:buSzPts val="1400"/>
              <a:buFont typeface="Times New Roman"/>
              <a:buNone/>
              <a:defRPr sz="1400"/>
            </a:lvl1pPr>
            <a:lvl2pPr indent="-317500" lvl="1" marL="914400" algn="l">
              <a:spcBef>
                <a:spcPts val="300"/>
              </a:spcBef>
              <a:spcAft>
                <a:spcPts val="0"/>
              </a:spcAft>
              <a:buClr>
                <a:srgbClr val="FFFFFF"/>
              </a:buClr>
              <a:buSzPts val="1400"/>
              <a:buFont typeface="Times New Roman"/>
              <a:buChar char="●"/>
              <a:defRPr sz="1400"/>
            </a:lvl2pPr>
            <a:lvl3pPr indent="-317500" lvl="2" marL="1371600" algn="l">
              <a:spcBef>
                <a:spcPts val="300"/>
              </a:spcBef>
              <a:spcAft>
                <a:spcPts val="0"/>
              </a:spcAft>
              <a:buClr>
                <a:srgbClr val="FFFFFF"/>
              </a:buClr>
              <a:buSzPts val="1400"/>
              <a:buFont typeface="Times New Roman"/>
              <a:buChar char="🕔"/>
              <a:defRPr sz="1400"/>
            </a:lvl3pPr>
            <a:lvl4pPr indent="-295275" lvl="3" marL="1828800" algn="l">
              <a:spcBef>
                <a:spcPts val="300"/>
              </a:spcBef>
              <a:spcAft>
                <a:spcPts val="0"/>
              </a:spcAft>
              <a:buClr>
                <a:srgbClr val="FFFFFF"/>
              </a:buClr>
              <a:buSzPts val="1050"/>
              <a:buFont typeface="Times New Roman"/>
              <a:buChar char="●"/>
              <a:defRPr sz="1400"/>
            </a:lvl4pPr>
            <a:lvl5pPr indent="-317500" lvl="4" marL="2286000" algn="l">
              <a:spcBef>
                <a:spcPts val="300"/>
              </a:spcBef>
              <a:spcAft>
                <a:spcPts val="0"/>
              </a:spcAft>
              <a:buClr>
                <a:srgbClr val="FFFFFF"/>
              </a:buClr>
              <a:buSzPts val="1400"/>
              <a:buFont typeface="Times New Roman"/>
              <a:buChar char="●"/>
              <a:defRPr sz="1400"/>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46" name="Google Shape;46;p38"/>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p:cSld name="Título e texto vertical">
    <p:spTree>
      <p:nvGrpSpPr>
        <p:cNvPr id="47" name="Shape 47"/>
        <p:cNvGrpSpPr/>
        <p:nvPr/>
      </p:nvGrpSpPr>
      <p:grpSpPr>
        <a:xfrm>
          <a:off x="0" y="0"/>
          <a:ext cx="0" cy="0"/>
          <a:chOff x="0" y="0"/>
          <a:chExt cx="0" cy="0"/>
        </a:xfrm>
      </p:grpSpPr>
      <p:sp>
        <p:nvSpPr>
          <p:cNvPr id="48" name="Google Shape;48;p39"/>
          <p:cNvSpPr txBox="1"/>
          <p:nvPr>
            <p:ph type="title"/>
          </p:nvPr>
        </p:nvSpPr>
        <p:spPr>
          <a:xfrm>
            <a:off x="685800" y="34925"/>
            <a:ext cx="7772400" cy="1606550"/>
          </a:xfrm>
          <a:prstGeom prst="rect">
            <a:avLst/>
          </a:prstGeom>
          <a:noFill/>
          <a:ln>
            <a:noFill/>
          </a:ln>
        </p:spPr>
        <p:txBody>
          <a:bodyPr anchorCtr="0" anchor="ctr" bIns="46025" lIns="46025" spcFirstLastPara="1" rIns="46025" wrap="square" tIns="46025">
            <a:noAutofit/>
          </a:bodyPr>
          <a:lstStyle>
            <a:lvl1pPr lvl="0" algn="r">
              <a:spcBef>
                <a:spcPts val="0"/>
              </a:spcBef>
              <a:spcAft>
                <a:spcPts val="0"/>
              </a:spcAft>
              <a:buSzPts val="1800"/>
              <a:buChar char="•"/>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49" name="Google Shape;49;p39"/>
          <p:cNvSpPr txBox="1"/>
          <p:nvPr>
            <p:ph idx="1" type="body"/>
          </p:nvPr>
        </p:nvSpPr>
        <p:spPr>
          <a:xfrm>
            <a:off x="685800" y="1641475"/>
            <a:ext cx="7772400" cy="5216525"/>
          </a:xfrm>
          <a:prstGeom prst="rect">
            <a:avLst/>
          </a:prstGeom>
          <a:noFill/>
          <a:ln>
            <a:noFill/>
          </a:ln>
        </p:spPr>
        <p:txBody>
          <a:bodyPr anchorCtr="0" anchor="t" bIns="45700" lIns="45700" spcFirstLastPara="1" rIns="45700" wrap="square" tIns="45700">
            <a:noAutofit/>
          </a:bodyPr>
          <a:lstStyle>
            <a:lvl1pPr indent="-314325" lvl="0" marL="457200" algn="l">
              <a:spcBef>
                <a:spcPts val="700"/>
              </a:spcBef>
              <a:spcAft>
                <a:spcPts val="0"/>
              </a:spcAft>
              <a:buSzPts val="135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14325" lvl="3" marL="1828800" algn="l">
              <a:spcBef>
                <a:spcPts val="700"/>
              </a:spcBef>
              <a:spcAft>
                <a:spcPts val="0"/>
              </a:spcAft>
              <a:buSzPts val="1350"/>
              <a:buChar char="●"/>
              <a:defRPr/>
            </a:lvl4pPr>
            <a:lvl5pPr indent="-342900" lvl="4" marL="2286000" algn="l">
              <a:spcBef>
                <a:spcPts val="700"/>
              </a:spcBef>
              <a:spcAft>
                <a:spcPts val="0"/>
              </a:spcAft>
              <a:buSzPts val="1800"/>
              <a:buChar char="●"/>
              <a:defRPr/>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50" name="Google Shape;50;p39"/>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p:cSld name="Título e texto verticais">
    <p:spTree>
      <p:nvGrpSpPr>
        <p:cNvPr id="51" name="Shape 51"/>
        <p:cNvGrpSpPr/>
        <p:nvPr/>
      </p:nvGrpSpPr>
      <p:grpSpPr>
        <a:xfrm>
          <a:off x="0" y="0"/>
          <a:ext cx="0" cy="0"/>
          <a:chOff x="0" y="0"/>
          <a:chExt cx="0" cy="0"/>
        </a:xfrm>
      </p:grpSpPr>
      <p:sp>
        <p:nvSpPr>
          <p:cNvPr id="52" name="Google Shape;52;p40"/>
          <p:cNvSpPr txBox="1"/>
          <p:nvPr>
            <p:ph type="title"/>
          </p:nvPr>
        </p:nvSpPr>
        <p:spPr>
          <a:xfrm>
            <a:off x="6515100" y="0"/>
            <a:ext cx="1943100" cy="6324600"/>
          </a:xfrm>
          <a:prstGeom prst="rect">
            <a:avLst/>
          </a:prstGeom>
          <a:noFill/>
          <a:ln>
            <a:noFill/>
          </a:ln>
        </p:spPr>
        <p:txBody>
          <a:bodyPr anchorCtr="0" anchor="ctr" bIns="46025" lIns="46025" spcFirstLastPara="1" rIns="46025" wrap="square" tIns="46025">
            <a:noAutofit/>
          </a:bodyPr>
          <a:lstStyle>
            <a:lvl1pPr lvl="0" algn="r">
              <a:spcBef>
                <a:spcPts val="0"/>
              </a:spcBef>
              <a:spcAft>
                <a:spcPts val="0"/>
              </a:spcAft>
              <a:buSzPts val="1800"/>
              <a:buChar char="•"/>
              <a:defRPr/>
            </a:lvl1pPr>
            <a:lvl2pPr lvl="1" algn="r">
              <a:spcBef>
                <a:spcPts val="0"/>
              </a:spcBef>
              <a:spcAft>
                <a:spcPts val="0"/>
              </a:spcAft>
              <a:buSzPts val="1800"/>
              <a:buChar char="•"/>
              <a:defRPr/>
            </a:lvl2pPr>
            <a:lvl3pPr lvl="2" algn="r">
              <a:spcBef>
                <a:spcPts val="0"/>
              </a:spcBef>
              <a:spcAft>
                <a:spcPts val="0"/>
              </a:spcAft>
              <a:buSzPts val="1800"/>
              <a:buChar char="•"/>
              <a:defRPr/>
            </a:lvl3pPr>
            <a:lvl4pPr lvl="3" algn="r">
              <a:spcBef>
                <a:spcPts val="0"/>
              </a:spcBef>
              <a:spcAft>
                <a:spcPts val="0"/>
              </a:spcAft>
              <a:buSzPts val="1800"/>
              <a:buChar char="•"/>
              <a:defRPr/>
            </a:lvl4pPr>
            <a:lvl5pPr lvl="4" algn="r">
              <a:spcBef>
                <a:spcPts val="0"/>
              </a:spcBef>
              <a:spcAft>
                <a:spcPts val="0"/>
              </a:spcAft>
              <a:buSzPts val="1800"/>
              <a:buChar char="•"/>
              <a:defRPr/>
            </a:lvl5pPr>
            <a:lvl6pPr lvl="5" algn="r">
              <a:spcBef>
                <a:spcPts val="0"/>
              </a:spcBef>
              <a:spcAft>
                <a:spcPts val="0"/>
              </a:spcAft>
              <a:buSzPts val="1800"/>
              <a:buChar char="•"/>
              <a:defRPr/>
            </a:lvl6pPr>
            <a:lvl7pPr lvl="6" algn="r">
              <a:spcBef>
                <a:spcPts val="0"/>
              </a:spcBef>
              <a:spcAft>
                <a:spcPts val="0"/>
              </a:spcAft>
              <a:buSzPts val="1800"/>
              <a:buChar char="•"/>
              <a:defRPr/>
            </a:lvl7pPr>
            <a:lvl8pPr lvl="7" algn="r">
              <a:spcBef>
                <a:spcPts val="0"/>
              </a:spcBef>
              <a:spcAft>
                <a:spcPts val="0"/>
              </a:spcAft>
              <a:buSzPts val="1800"/>
              <a:buChar char="•"/>
              <a:defRPr/>
            </a:lvl8pPr>
            <a:lvl9pPr lvl="8" algn="r">
              <a:spcBef>
                <a:spcPts val="0"/>
              </a:spcBef>
              <a:spcAft>
                <a:spcPts val="0"/>
              </a:spcAft>
              <a:buSzPts val="1800"/>
              <a:buChar char="•"/>
              <a:defRPr/>
            </a:lvl9pPr>
          </a:lstStyle>
          <a:p/>
        </p:txBody>
      </p:sp>
      <p:sp>
        <p:nvSpPr>
          <p:cNvPr id="53" name="Google Shape;53;p40"/>
          <p:cNvSpPr txBox="1"/>
          <p:nvPr>
            <p:ph idx="1" type="body"/>
          </p:nvPr>
        </p:nvSpPr>
        <p:spPr>
          <a:xfrm>
            <a:off x="685800" y="228600"/>
            <a:ext cx="5676900" cy="6629400"/>
          </a:xfrm>
          <a:prstGeom prst="rect">
            <a:avLst/>
          </a:prstGeom>
          <a:noFill/>
          <a:ln>
            <a:noFill/>
          </a:ln>
        </p:spPr>
        <p:txBody>
          <a:bodyPr anchorCtr="0" anchor="t" bIns="45700" lIns="45700" spcFirstLastPara="1" rIns="45700" wrap="square" tIns="45700">
            <a:noAutofit/>
          </a:bodyPr>
          <a:lstStyle>
            <a:lvl1pPr indent="-314325" lvl="0" marL="457200" algn="l">
              <a:spcBef>
                <a:spcPts val="700"/>
              </a:spcBef>
              <a:spcAft>
                <a:spcPts val="0"/>
              </a:spcAft>
              <a:buSzPts val="135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14325" lvl="3" marL="1828800" algn="l">
              <a:spcBef>
                <a:spcPts val="700"/>
              </a:spcBef>
              <a:spcAft>
                <a:spcPts val="0"/>
              </a:spcAft>
              <a:buSzPts val="1350"/>
              <a:buChar char="●"/>
              <a:defRPr/>
            </a:lvl4pPr>
            <a:lvl5pPr indent="-342900" lvl="4" marL="2286000" algn="l">
              <a:spcBef>
                <a:spcPts val="700"/>
              </a:spcBef>
              <a:spcAft>
                <a:spcPts val="0"/>
              </a:spcAft>
              <a:buSzPts val="1800"/>
              <a:buChar char="●"/>
              <a:defRPr/>
            </a:lvl5pPr>
            <a:lvl6pPr indent="-342900" lvl="5" marL="2743200" algn="l">
              <a:spcBef>
                <a:spcPts val="700"/>
              </a:spcBef>
              <a:spcAft>
                <a:spcPts val="0"/>
              </a:spcAft>
              <a:buSzPts val="1800"/>
              <a:buChar char="●"/>
              <a:defRPr/>
            </a:lvl6pPr>
            <a:lvl7pPr indent="-342900" lvl="6" marL="3200400" algn="l">
              <a:spcBef>
                <a:spcPts val="700"/>
              </a:spcBef>
              <a:spcAft>
                <a:spcPts val="0"/>
              </a:spcAft>
              <a:buSzPts val="1800"/>
              <a:buChar char="●"/>
              <a:defRPr/>
            </a:lvl7pPr>
            <a:lvl8pPr indent="-342900" lvl="7" marL="3657600" algn="l">
              <a:spcBef>
                <a:spcPts val="700"/>
              </a:spcBef>
              <a:spcAft>
                <a:spcPts val="0"/>
              </a:spcAft>
              <a:buSzPts val="1800"/>
              <a:buChar char="●"/>
              <a:defRPr/>
            </a:lvl8pPr>
            <a:lvl9pPr indent="-342900" lvl="8" marL="4114800" algn="l">
              <a:spcBef>
                <a:spcPts val="700"/>
              </a:spcBef>
              <a:spcAft>
                <a:spcPts val="0"/>
              </a:spcAft>
              <a:buSzPts val="1800"/>
              <a:buChar char="●"/>
              <a:defRPr/>
            </a:lvl9pPr>
          </a:lstStyle>
          <a:p/>
        </p:txBody>
      </p:sp>
      <p:sp>
        <p:nvSpPr>
          <p:cNvPr id="54" name="Google Shape;54;p40"/>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algn="r">
              <a:spcBef>
                <a:spcPts val="0"/>
              </a:spcBef>
              <a:buSzPts val="1400"/>
              <a:buNone/>
              <a:defRPr sz="1400">
                <a:solidFill>
                  <a:srgbClr val="FFFFFF"/>
                </a:solidFill>
                <a:latin typeface="Times New Roman"/>
                <a:ea typeface="Times New Roman"/>
                <a:cs typeface="Times New Roman"/>
                <a:sym typeface="Times New Roman"/>
              </a:defRPr>
            </a:lvl1pPr>
            <a:lvl2pPr indent="-2340224" lvl="1" marL="2429124" algn="r">
              <a:spcBef>
                <a:spcPts val="0"/>
              </a:spcBef>
              <a:buSzPts val="1400"/>
              <a:buNone/>
              <a:defRPr sz="1400">
                <a:solidFill>
                  <a:srgbClr val="FFFFFF"/>
                </a:solidFill>
                <a:latin typeface="Times New Roman"/>
                <a:ea typeface="Times New Roman"/>
                <a:cs typeface="Times New Roman"/>
                <a:sym typeface="Times New Roman"/>
              </a:defRPr>
            </a:lvl2pPr>
            <a:lvl3pPr indent="-2340224" lvl="2" marL="2429124" algn="r">
              <a:spcBef>
                <a:spcPts val="0"/>
              </a:spcBef>
              <a:buSzPts val="1400"/>
              <a:buNone/>
              <a:defRPr sz="1400">
                <a:solidFill>
                  <a:srgbClr val="FFFFFF"/>
                </a:solidFill>
                <a:latin typeface="Times New Roman"/>
                <a:ea typeface="Times New Roman"/>
                <a:cs typeface="Times New Roman"/>
                <a:sym typeface="Times New Roman"/>
              </a:defRPr>
            </a:lvl3pPr>
            <a:lvl4pPr indent="-2340224" lvl="3" marL="2429124" algn="r">
              <a:spcBef>
                <a:spcPts val="0"/>
              </a:spcBef>
              <a:buSzPts val="1400"/>
              <a:buNone/>
              <a:defRPr sz="1400">
                <a:solidFill>
                  <a:srgbClr val="FFFFFF"/>
                </a:solidFill>
                <a:latin typeface="Times New Roman"/>
                <a:ea typeface="Times New Roman"/>
                <a:cs typeface="Times New Roman"/>
                <a:sym typeface="Times New Roman"/>
              </a:defRPr>
            </a:lvl4pPr>
            <a:lvl5pPr indent="-2340224" lvl="4" marL="2429124" algn="r">
              <a:spcBef>
                <a:spcPts val="0"/>
              </a:spcBef>
              <a:buSzPts val="1400"/>
              <a:buNone/>
              <a:defRPr sz="1400">
                <a:solidFill>
                  <a:srgbClr val="FFFFFF"/>
                </a:solidFill>
                <a:latin typeface="Times New Roman"/>
                <a:ea typeface="Times New Roman"/>
                <a:cs typeface="Times New Roman"/>
                <a:sym typeface="Times New Roman"/>
              </a:defRPr>
            </a:lvl5pPr>
            <a:lvl6pPr indent="-2340224" lvl="5" marL="2429124" algn="r">
              <a:spcBef>
                <a:spcPts val="0"/>
              </a:spcBef>
              <a:buSzPts val="1400"/>
              <a:buNone/>
              <a:defRPr sz="1400">
                <a:solidFill>
                  <a:srgbClr val="FFFFFF"/>
                </a:solidFill>
                <a:latin typeface="Times New Roman"/>
                <a:ea typeface="Times New Roman"/>
                <a:cs typeface="Times New Roman"/>
                <a:sym typeface="Times New Roman"/>
              </a:defRPr>
            </a:lvl6pPr>
            <a:lvl7pPr indent="-2340224" lvl="6" marL="2429124" algn="r">
              <a:spcBef>
                <a:spcPts val="0"/>
              </a:spcBef>
              <a:buSzPts val="1400"/>
              <a:buNone/>
              <a:defRPr sz="1400">
                <a:solidFill>
                  <a:srgbClr val="FFFFFF"/>
                </a:solidFill>
                <a:latin typeface="Times New Roman"/>
                <a:ea typeface="Times New Roman"/>
                <a:cs typeface="Times New Roman"/>
                <a:sym typeface="Times New Roman"/>
              </a:defRPr>
            </a:lvl7pPr>
            <a:lvl8pPr indent="-2340224" lvl="7" marL="2429124" algn="r">
              <a:spcBef>
                <a:spcPts val="0"/>
              </a:spcBef>
              <a:buSzPts val="1400"/>
              <a:buNone/>
              <a:defRPr sz="1400">
                <a:solidFill>
                  <a:srgbClr val="FFFFFF"/>
                </a:solidFill>
                <a:latin typeface="Times New Roman"/>
                <a:ea typeface="Times New Roman"/>
                <a:cs typeface="Times New Roman"/>
                <a:sym typeface="Times New Roman"/>
              </a:defRPr>
            </a:lvl8pPr>
            <a:lvl9pPr indent="-2340224" lvl="8" marL="2429124" algn="r">
              <a:spcBef>
                <a:spcPts val="0"/>
              </a:spcBef>
              <a:buSzPts val="1400"/>
              <a:buNone/>
              <a:defRPr sz="1400">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SzPts val="1400"/>
              <a:buChar char="●"/>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6FF"/>
            </a:gs>
            <a:gs pos="100000">
              <a:srgbClr val="000000"/>
            </a:gs>
          </a:gsLst>
          <a:lin ang="5400000" scaled="0"/>
        </a:gradFill>
      </p:bgPr>
    </p:bg>
    <p:spTree>
      <p:nvGrpSpPr>
        <p:cNvPr id="5" name="Shape 5"/>
        <p:cNvGrpSpPr/>
        <p:nvPr/>
      </p:nvGrpSpPr>
      <p:grpSpPr>
        <a:xfrm>
          <a:off x="0" y="0"/>
          <a:ext cx="0" cy="0"/>
          <a:chOff x="0" y="0"/>
          <a:chExt cx="0" cy="0"/>
        </a:xfrm>
      </p:grpSpPr>
      <p:grpSp>
        <p:nvGrpSpPr>
          <p:cNvPr id="6" name="Google Shape;6;p29"/>
          <p:cNvGrpSpPr/>
          <p:nvPr/>
        </p:nvGrpSpPr>
        <p:grpSpPr>
          <a:xfrm>
            <a:off x="-93" y="-167"/>
            <a:ext cx="8477270" cy="6172224"/>
            <a:chOff x="-1" y="-2"/>
            <a:chExt cx="8477269" cy="6172222"/>
          </a:xfrm>
        </p:grpSpPr>
        <p:sp>
          <p:nvSpPr>
            <p:cNvPr id="7" name="Google Shape;7;p29"/>
            <p:cNvSpPr/>
            <p:nvPr/>
          </p:nvSpPr>
          <p:spPr>
            <a:xfrm>
              <a:off x="-1" y="-2"/>
              <a:ext cx="6130943" cy="6172222"/>
            </a:xfrm>
            <a:custGeom>
              <a:rect b="b" l="l" r="r" t="t"/>
              <a:pathLst>
                <a:path extrusionOk="0" h="21600" w="21600">
                  <a:moveTo>
                    <a:pt x="21600" y="18989"/>
                  </a:moveTo>
                  <a:lnTo>
                    <a:pt x="2556" y="0"/>
                  </a:lnTo>
                  <a:lnTo>
                    <a:pt x="0" y="0"/>
                  </a:lnTo>
                  <a:lnTo>
                    <a:pt x="0" y="2672"/>
                  </a:lnTo>
                  <a:lnTo>
                    <a:pt x="18982" y="21600"/>
                  </a:lnTo>
                  <a:lnTo>
                    <a:pt x="21600" y="18989"/>
                  </a:lnTo>
                </a:path>
              </a:pathLst>
            </a:custGeom>
            <a:solidFill>
              <a:srgbClr val="0066FF">
                <a:alpha val="49803"/>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Arial"/>
                <a:buNone/>
              </a:pPr>
              <a:r>
                <a:t/>
              </a:r>
              <a:endParaRPr b="0" i="0" sz="1800" u="none" cap="none" strike="noStrike">
                <a:latin typeface="Helvetica Neue"/>
                <a:ea typeface="Helvetica Neue"/>
                <a:cs typeface="Helvetica Neue"/>
                <a:sym typeface="Helvetica Neue"/>
              </a:endParaRPr>
            </a:p>
          </p:txBody>
        </p:sp>
        <p:sp>
          <p:nvSpPr>
            <p:cNvPr id="8" name="Google Shape;8;p29"/>
            <p:cNvSpPr/>
            <p:nvPr/>
          </p:nvSpPr>
          <p:spPr>
            <a:xfrm>
              <a:off x="1365253" y="-1"/>
              <a:ext cx="5386402" cy="5114943"/>
            </a:xfrm>
            <a:custGeom>
              <a:rect b="b" l="l" r="r" t="t"/>
              <a:pathLst>
                <a:path extrusionOk="0" h="21600" w="21600">
                  <a:moveTo>
                    <a:pt x="2355" y="0"/>
                  </a:moveTo>
                  <a:lnTo>
                    <a:pt x="21600" y="20353"/>
                  </a:lnTo>
                  <a:lnTo>
                    <a:pt x="20422" y="21600"/>
                  </a:lnTo>
                  <a:lnTo>
                    <a:pt x="0" y="0"/>
                  </a:lnTo>
                  <a:lnTo>
                    <a:pt x="2355" y="0"/>
                  </a:lnTo>
                </a:path>
              </a:pathLst>
            </a:custGeom>
            <a:solidFill>
              <a:srgbClr val="0066FF">
                <a:alpha val="49803"/>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Arial"/>
                <a:buNone/>
              </a:pPr>
              <a:r>
                <a:t/>
              </a:r>
              <a:endParaRPr b="0" i="0" sz="1800" u="none" cap="none" strike="noStrike">
                <a:latin typeface="Helvetica Neue"/>
                <a:ea typeface="Helvetica Neue"/>
                <a:cs typeface="Helvetica Neue"/>
                <a:sym typeface="Helvetica Neue"/>
              </a:endParaRPr>
            </a:p>
          </p:txBody>
        </p:sp>
        <p:sp>
          <p:nvSpPr>
            <p:cNvPr id="9" name="Google Shape;9;p29"/>
            <p:cNvSpPr/>
            <p:nvPr/>
          </p:nvSpPr>
          <p:spPr>
            <a:xfrm>
              <a:off x="3471868" y="-2"/>
              <a:ext cx="4537088" cy="4056081"/>
            </a:xfrm>
            <a:custGeom>
              <a:rect b="b" l="l" r="r" t="t"/>
              <a:pathLst>
                <a:path extrusionOk="0" h="21600" w="21600">
                  <a:moveTo>
                    <a:pt x="4761" y="0"/>
                  </a:moveTo>
                  <a:lnTo>
                    <a:pt x="21600" y="18920"/>
                  </a:lnTo>
                  <a:lnTo>
                    <a:pt x="19219" y="21600"/>
                  </a:lnTo>
                  <a:lnTo>
                    <a:pt x="0" y="0"/>
                  </a:lnTo>
                  <a:lnTo>
                    <a:pt x="4761" y="0"/>
                  </a:lnTo>
                </a:path>
              </a:pathLst>
            </a:custGeom>
            <a:solidFill>
              <a:srgbClr val="0066FF">
                <a:alpha val="49803"/>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Arial"/>
                <a:buNone/>
              </a:pPr>
              <a:r>
                <a:t/>
              </a:r>
              <a:endParaRPr b="0" i="0" sz="1800" u="none" cap="none" strike="noStrike">
                <a:latin typeface="Helvetica Neue"/>
                <a:ea typeface="Helvetica Neue"/>
                <a:cs typeface="Helvetica Neue"/>
                <a:sym typeface="Helvetica Neue"/>
              </a:endParaRPr>
            </a:p>
          </p:txBody>
        </p:sp>
        <p:sp>
          <p:nvSpPr>
            <p:cNvPr id="10" name="Google Shape;10;p29"/>
            <p:cNvSpPr/>
            <p:nvPr/>
          </p:nvSpPr>
          <p:spPr>
            <a:xfrm>
              <a:off x="4849817" y="-2"/>
              <a:ext cx="3627451" cy="3365516"/>
            </a:xfrm>
            <a:custGeom>
              <a:rect b="b" l="l" r="r" t="t"/>
              <a:pathLst>
                <a:path extrusionOk="0" h="21600" w="21600">
                  <a:moveTo>
                    <a:pt x="0" y="0"/>
                  </a:moveTo>
                  <a:lnTo>
                    <a:pt x="19955" y="21600"/>
                  </a:lnTo>
                  <a:lnTo>
                    <a:pt x="21600" y="19817"/>
                  </a:lnTo>
                  <a:lnTo>
                    <a:pt x="3290" y="0"/>
                  </a:lnTo>
                  <a:lnTo>
                    <a:pt x="0" y="0"/>
                  </a:lnTo>
                </a:path>
              </a:pathLst>
            </a:custGeom>
            <a:solidFill>
              <a:srgbClr val="0066FF">
                <a:alpha val="49803"/>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Arial"/>
                <a:buNone/>
              </a:pPr>
              <a:r>
                <a:t/>
              </a:r>
              <a:endParaRPr b="0" i="0" sz="1800" u="none" cap="none" strike="noStrike">
                <a:latin typeface="Helvetica Neue"/>
                <a:ea typeface="Helvetica Neue"/>
                <a:cs typeface="Helvetica Neue"/>
                <a:sym typeface="Helvetica Neue"/>
              </a:endParaRPr>
            </a:p>
          </p:txBody>
        </p:sp>
      </p:grpSp>
      <p:sp>
        <p:nvSpPr>
          <p:cNvPr id="11" name="Google Shape;11;p29"/>
          <p:cNvSpPr txBox="1"/>
          <p:nvPr>
            <p:ph type="title"/>
          </p:nvPr>
        </p:nvSpPr>
        <p:spPr>
          <a:xfrm>
            <a:off x="685800" y="34925"/>
            <a:ext cx="7772400" cy="1606550"/>
          </a:xfrm>
          <a:prstGeom prst="rect">
            <a:avLst/>
          </a:prstGeom>
          <a:noFill/>
          <a:ln>
            <a:noFill/>
          </a:ln>
        </p:spPr>
        <p:txBody>
          <a:bodyPr anchorCtr="0" anchor="ctr" bIns="46025" lIns="46025" spcFirstLastPara="1" rIns="46025" wrap="square" tIns="46025">
            <a:noAutofit/>
          </a:bodyPr>
          <a:lstStyle>
            <a:lvl1pPr lvl="0"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1pPr>
            <a:lvl2pPr lvl="1"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2pPr>
            <a:lvl3pPr lvl="2"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3pPr>
            <a:lvl4pPr lvl="3"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4pPr>
            <a:lvl5pPr lvl="4"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5pPr>
            <a:lvl6pPr lvl="5"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6pPr>
            <a:lvl7pPr lvl="6"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7pPr>
            <a:lvl8pPr lvl="7"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8pPr>
            <a:lvl9pPr lvl="8" marR="0" rtl="0" algn="r">
              <a:spcBef>
                <a:spcPts val="0"/>
              </a:spcBef>
              <a:spcAft>
                <a:spcPts val="0"/>
              </a:spcAft>
              <a:buClr>
                <a:srgbClr val="FFFFFF"/>
              </a:buClr>
              <a:buSzPts val="4400"/>
              <a:buFont typeface="Arial"/>
              <a:buChar char="•"/>
              <a:defRPr b="0" i="0" sz="4400" u="none" cap="none" strike="noStrike">
                <a:solidFill>
                  <a:srgbClr val="FFFF00"/>
                </a:solidFill>
                <a:latin typeface="Times New Roman"/>
                <a:ea typeface="Times New Roman"/>
                <a:cs typeface="Times New Roman"/>
                <a:sym typeface="Times New Roman"/>
              </a:defRPr>
            </a:lvl9pPr>
          </a:lstStyle>
          <a:p/>
        </p:txBody>
      </p:sp>
      <p:sp>
        <p:nvSpPr>
          <p:cNvPr id="12" name="Google Shape;12;p29"/>
          <p:cNvSpPr txBox="1"/>
          <p:nvPr>
            <p:ph idx="1" type="body"/>
          </p:nvPr>
        </p:nvSpPr>
        <p:spPr>
          <a:xfrm>
            <a:off x="685800" y="1641475"/>
            <a:ext cx="7772400" cy="5216525"/>
          </a:xfrm>
          <a:prstGeom prst="rect">
            <a:avLst/>
          </a:prstGeom>
          <a:noFill/>
          <a:ln>
            <a:noFill/>
          </a:ln>
        </p:spPr>
        <p:txBody>
          <a:bodyPr anchorCtr="0" anchor="t" bIns="45700" lIns="45700" spcFirstLastPara="1" rIns="45700" wrap="square" tIns="45700">
            <a:noAutofit/>
          </a:bodyPr>
          <a:lstStyle>
            <a:lvl1pPr indent="-381000" lvl="0" marL="457200" marR="0" rtl="0" algn="l">
              <a:spcBef>
                <a:spcPts val="700"/>
              </a:spcBef>
              <a:spcAft>
                <a:spcPts val="0"/>
              </a:spcAft>
              <a:buClr>
                <a:srgbClr val="FFFF00"/>
              </a:buClr>
              <a:buSzPts val="2400"/>
              <a:buFont typeface="Noto Sans Symbols"/>
              <a:buChar char="●"/>
              <a:defRPr b="0" i="0" sz="3200" u="none" cap="none" strike="noStrike">
                <a:solidFill>
                  <a:srgbClr val="FFFFFF"/>
                </a:solidFill>
                <a:latin typeface="Times New Roman"/>
                <a:ea typeface="Times New Roman"/>
                <a:cs typeface="Times New Roman"/>
                <a:sym typeface="Times New Roman"/>
              </a:defRPr>
            </a:lvl1pPr>
            <a:lvl2pPr indent="-431800" lvl="1" marL="914400" marR="0" rtl="0" algn="l">
              <a:spcBef>
                <a:spcPts val="700"/>
              </a:spcBef>
              <a:spcAft>
                <a:spcPts val="0"/>
              </a:spcAft>
              <a:buClr>
                <a:srgbClr val="FFFF00"/>
              </a:buClr>
              <a:buSzPts val="3200"/>
              <a:buFont typeface="Noto Sans Symbols"/>
              <a:buChar char="●"/>
              <a:defRPr b="0" i="0" sz="3200" u="none" cap="none" strike="noStrike">
                <a:solidFill>
                  <a:srgbClr val="FFFFFF"/>
                </a:solidFill>
                <a:latin typeface="Times New Roman"/>
                <a:ea typeface="Times New Roman"/>
                <a:cs typeface="Times New Roman"/>
                <a:sym typeface="Times New Roman"/>
              </a:defRPr>
            </a:lvl2pPr>
            <a:lvl3pPr indent="-431800" lvl="2" marL="1371600" marR="0" rtl="0" algn="l">
              <a:spcBef>
                <a:spcPts val="700"/>
              </a:spcBef>
              <a:spcAft>
                <a:spcPts val="0"/>
              </a:spcAft>
              <a:buClr>
                <a:srgbClr val="FFFF00"/>
              </a:buClr>
              <a:buSzPts val="3200"/>
              <a:buFont typeface="Noto Sans Symbols"/>
              <a:buChar char="🕔"/>
              <a:defRPr b="0" i="0" sz="3200" u="none" cap="none" strike="noStrike">
                <a:solidFill>
                  <a:srgbClr val="FFFFFF"/>
                </a:solidFill>
                <a:latin typeface="Times New Roman"/>
                <a:ea typeface="Times New Roman"/>
                <a:cs typeface="Times New Roman"/>
                <a:sym typeface="Times New Roman"/>
              </a:defRPr>
            </a:lvl3pPr>
            <a:lvl4pPr indent="-381000" lvl="3" marL="1828800" marR="0" rtl="0" algn="l">
              <a:spcBef>
                <a:spcPts val="700"/>
              </a:spcBef>
              <a:spcAft>
                <a:spcPts val="0"/>
              </a:spcAft>
              <a:buClr>
                <a:srgbClr val="FFFF00"/>
              </a:buClr>
              <a:buSzPts val="2400"/>
              <a:buFont typeface="Noto Sans Symbols"/>
              <a:buChar char="●"/>
              <a:defRPr b="0" i="0" sz="3200" u="none" cap="none" strike="noStrike">
                <a:solidFill>
                  <a:srgbClr val="FFFFFF"/>
                </a:solidFill>
                <a:latin typeface="Times New Roman"/>
                <a:ea typeface="Times New Roman"/>
                <a:cs typeface="Times New Roman"/>
                <a:sym typeface="Times New Roman"/>
              </a:defRPr>
            </a:lvl4pPr>
            <a:lvl5pPr indent="-431800" lvl="4" marL="2286000" marR="0" rtl="0" algn="l">
              <a:spcBef>
                <a:spcPts val="700"/>
              </a:spcBef>
              <a:spcAft>
                <a:spcPts val="0"/>
              </a:spcAft>
              <a:buClr>
                <a:srgbClr val="FFFF00"/>
              </a:buClr>
              <a:buSzPts val="3200"/>
              <a:buFont typeface="Noto Sans Symbols"/>
              <a:buChar char="●"/>
              <a:defRPr b="0" i="0" sz="3200" u="none" cap="none" strike="noStrike">
                <a:solidFill>
                  <a:srgbClr val="FFFFFF"/>
                </a:solidFill>
                <a:latin typeface="Times New Roman"/>
                <a:ea typeface="Times New Roman"/>
                <a:cs typeface="Times New Roman"/>
                <a:sym typeface="Times New Roman"/>
              </a:defRPr>
            </a:lvl5pPr>
            <a:lvl6pPr indent="-431800" lvl="5" marL="2743200" marR="0" rtl="0" algn="l">
              <a:spcBef>
                <a:spcPts val="700"/>
              </a:spcBef>
              <a:spcAft>
                <a:spcPts val="0"/>
              </a:spcAft>
              <a:buClr>
                <a:srgbClr val="FFFF00"/>
              </a:buClr>
              <a:buSzPts val="3200"/>
              <a:buFont typeface="Noto Sans Symbols"/>
              <a:buChar char="●"/>
              <a:defRPr b="0" i="0" sz="3200" u="none" cap="none" strike="noStrike">
                <a:solidFill>
                  <a:srgbClr val="FFFFFF"/>
                </a:solidFill>
                <a:latin typeface="Times New Roman"/>
                <a:ea typeface="Times New Roman"/>
                <a:cs typeface="Times New Roman"/>
                <a:sym typeface="Times New Roman"/>
              </a:defRPr>
            </a:lvl6pPr>
            <a:lvl7pPr indent="-431800" lvl="6" marL="3200400" marR="0" rtl="0" algn="l">
              <a:spcBef>
                <a:spcPts val="700"/>
              </a:spcBef>
              <a:spcAft>
                <a:spcPts val="0"/>
              </a:spcAft>
              <a:buClr>
                <a:srgbClr val="FFFF00"/>
              </a:buClr>
              <a:buSzPts val="3200"/>
              <a:buFont typeface="Noto Sans Symbols"/>
              <a:buChar char="●"/>
              <a:defRPr b="0" i="0" sz="3200" u="none" cap="none" strike="noStrike">
                <a:solidFill>
                  <a:srgbClr val="FFFFFF"/>
                </a:solidFill>
                <a:latin typeface="Times New Roman"/>
                <a:ea typeface="Times New Roman"/>
                <a:cs typeface="Times New Roman"/>
                <a:sym typeface="Times New Roman"/>
              </a:defRPr>
            </a:lvl7pPr>
            <a:lvl8pPr indent="-431800" lvl="7" marL="3657600" marR="0" rtl="0" algn="l">
              <a:spcBef>
                <a:spcPts val="700"/>
              </a:spcBef>
              <a:spcAft>
                <a:spcPts val="0"/>
              </a:spcAft>
              <a:buClr>
                <a:srgbClr val="FFFF00"/>
              </a:buClr>
              <a:buSzPts val="3200"/>
              <a:buFont typeface="Noto Sans Symbols"/>
              <a:buChar char="●"/>
              <a:defRPr b="0" i="0" sz="3200" u="none" cap="none" strike="noStrike">
                <a:solidFill>
                  <a:srgbClr val="FFFFFF"/>
                </a:solidFill>
                <a:latin typeface="Times New Roman"/>
                <a:ea typeface="Times New Roman"/>
                <a:cs typeface="Times New Roman"/>
                <a:sym typeface="Times New Roman"/>
              </a:defRPr>
            </a:lvl8pPr>
            <a:lvl9pPr indent="-431800" lvl="8" marL="4114800" marR="0" rtl="0" algn="l">
              <a:spcBef>
                <a:spcPts val="700"/>
              </a:spcBef>
              <a:spcAft>
                <a:spcPts val="0"/>
              </a:spcAft>
              <a:buClr>
                <a:srgbClr val="FFFF00"/>
              </a:buClr>
              <a:buSzPts val="3200"/>
              <a:buFont typeface="Noto Sans Symbols"/>
              <a:buChar char="●"/>
              <a:defRPr b="0" i="0" sz="3200" u="none" cap="none" strike="noStrike">
                <a:solidFill>
                  <a:srgbClr val="FFFFFF"/>
                </a:solidFill>
                <a:latin typeface="Times New Roman"/>
                <a:ea typeface="Times New Roman"/>
                <a:cs typeface="Times New Roman"/>
                <a:sym typeface="Times New Roman"/>
              </a:defRPr>
            </a:lvl9pPr>
          </a:lstStyle>
          <a:p/>
        </p:txBody>
      </p:sp>
      <p:sp>
        <p:nvSpPr>
          <p:cNvPr id="13" name="Google Shape;13;p29"/>
          <p:cNvSpPr txBox="1"/>
          <p:nvPr>
            <p:ph idx="12" type="sldNum"/>
          </p:nvPr>
        </p:nvSpPr>
        <p:spPr>
          <a:xfrm>
            <a:off x="6553200" y="6248400"/>
            <a:ext cx="1905000" cy="490283"/>
          </a:xfrm>
          <a:prstGeom prst="rect">
            <a:avLst/>
          </a:prstGeom>
          <a:noFill/>
          <a:ln>
            <a:noFill/>
          </a:ln>
        </p:spPr>
        <p:txBody>
          <a:bodyPr anchorCtr="0" anchor="t" bIns="45700" lIns="45700" spcFirstLastPara="1" rIns="45700" wrap="square" tIns="45700">
            <a:spAutoFit/>
          </a:bodyPr>
          <a:lstStyle>
            <a:lvl1pPr indent="-2340224" lvl="0"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1pPr>
            <a:lvl2pPr indent="-2340224" lvl="1"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2pPr>
            <a:lvl3pPr indent="-2340224" lvl="2"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3pPr>
            <a:lvl4pPr indent="-2340224" lvl="3"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4pPr>
            <a:lvl5pPr indent="-2340224" lvl="4"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5pPr>
            <a:lvl6pPr indent="-2340224" lvl="5"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6pPr>
            <a:lvl7pPr indent="-2340224" lvl="6"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7pPr>
            <a:lvl8pPr indent="-2340224" lvl="7"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8pPr>
            <a:lvl9pPr indent="-2340224" lvl="8" marL="2429124" marR="0" rtl="0" algn="r">
              <a:spcBef>
                <a:spcPts val="0"/>
              </a:spcBef>
              <a:buClr>
                <a:srgbClr val="FFFFFF"/>
              </a:buClr>
              <a:buSzPts val="1400"/>
              <a:buFont typeface="Arial"/>
              <a:buNone/>
              <a:defRPr b="0" i="0" sz="1400" u="none" cap="none" strike="noStrike">
                <a:solidFill>
                  <a:srgbClr val="FFFFFF"/>
                </a:solidFill>
                <a:latin typeface="Times New Roman"/>
                <a:ea typeface="Times New Roman"/>
                <a:cs typeface="Times New Roman"/>
                <a:sym typeface="Times New Roman"/>
              </a:defRPr>
            </a:lvl9pPr>
          </a:lstStyle>
          <a:p>
            <a:pPr indent="-2429124" lvl="0" marL="2429124" rtl="0" algn="r">
              <a:spcBef>
                <a:spcPts val="0"/>
              </a:spcBef>
              <a:spcAft>
                <a:spcPts val="0"/>
              </a:spcAft>
              <a:buClr>
                <a:srgbClr val="FFFFFF"/>
              </a:buClr>
              <a:buSzPts val="1400"/>
              <a:buFont typeface="Arial"/>
              <a:buChar char="•"/>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60" name="Google Shape;60;p1"/>
          <p:cNvSpPr/>
          <p:nvPr/>
        </p:nvSpPr>
        <p:spPr>
          <a:xfrm>
            <a:off x="554801" y="2314574"/>
            <a:ext cx="8040744" cy="85640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 </a:t>
            </a:r>
            <a:r>
              <a:rPr b="0" i="0" lang="en-US" sz="5400" u="none" cap="none" strike="noStrike">
                <a:solidFill>
                  <a:srgbClr val="FFFFFF"/>
                </a:solidFill>
                <a:latin typeface="Arial"/>
                <a:ea typeface="Arial"/>
                <a:cs typeface="Arial"/>
                <a:sym typeface="Arial"/>
              </a:rPr>
              <a:t>DIRETORIA DE VENDAS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66" name="Google Shape;66;p2"/>
          <p:cNvSpPr/>
          <p:nvPr/>
        </p:nvSpPr>
        <p:spPr>
          <a:xfrm>
            <a:off x="276727" y="651414"/>
            <a:ext cx="8530390" cy="4821829"/>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CONSIDERADA POR MUITOS, A PRINCIPAL AREA</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DA EMPRESA.</a:t>
            </a:r>
            <a:endParaRPr b="0" i="0" sz="1800" u="none" cap="none" strike="noStrike">
              <a:solidFill>
                <a:srgbClr val="FFFFFF"/>
              </a:solidFill>
              <a:latin typeface="Times New Roman"/>
              <a:ea typeface="Times New Roman"/>
              <a:cs typeface="Times New Roman"/>
              <a:sym typeface="Times New Roman"/>
            </a:endParaRPr>
          </a:p>
          <a:p>
            <a:pPr indent="-3008858" lvl="0" marL="3123158"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SEM VENDER O FATURAMENTO INEXISTE E A</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EMPRESA NAO CONSEGUE MANTER-SE NO </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MERCADO.</a:t>
            </a:r>
            <a:endParaRPr b="0" i="0" sz="1800" u="none" cap="none" strike="noStrike">
              <a:solidFill>
                <a:srgbClr val="FFFFFF"/>
              </a:solidFill>
              <a:latin typeface="Times New Roman"/>
              <a:ea typeface="Times New Roman"/>
              <a:cs typeface="Times New Roman"/>
              <a:sym typeface="Times New Roman"/>
            </a:endParaRPr>
          </a:p>
          <a:p>
            <a:pPr indent="-3008858" lvl="0" marL="3123158"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RESPONSÁVEL TAMBEM, PELO BOM RELACIONA-</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MENTO COM OS CLIENTES.</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VENDER EH UMA ARTE E EXISTEM VENDEDORES</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QUE PODEM SER CONSIDERADOS ARTISTAS VERDADEIROS. (vende geladeira para esquimó).</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6"/>
                                        </p:tgtEl>
                                        <p:attrNameLst>
                                          <p:attrName>style.visibility</p:attrName>
                                        </p:attrNameLst>
                                      </p:cBhvr>
                                      <p:to>
                                        <p:strVal val="visible"/>
                                      </p:to>
                                    </p:set>
                                    <p:anim calcmode="lin" valueType="num">
                                      <p:cBhvr additive="base">
                                        <p:cTn dur="500"/>
                                        <p:tgtEl>
                                          <p:spTgt spid="6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72" name="Google Shape;72;p3"/>
          <p:cNvSpPr/>
          <p:nvPr/>
        </p:nvSpPr>
        <p:spPr>
          <a:xfrm>
            <a:off x="685794" y="609598"/>
            <a:ext cx="4543755" cy="486203"/>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O TRABALHO DE VENDAS</a:t>
            </a:r>
            <a:endParaRPr/>
          </a:p>
        </p:txBody>
      </p:sp>
      <p:sp>
        <p:nvSpPr>
          <p:cNvPr id="73" name="Google Shape;73;p3"/>
          <p:cNvSpPr/>
          <p:nvPr/>
        </p:nvSpPr>
        <p:spPr>
          <a:xfrm>
            <a:off x="192506" y="1331833"/>
            <a:ext cx="8372726" cy="4503793"/>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 </a:t>
            </a:r>
            <a:r>
              <a:rPr b="0" i="0" lang="en-US" sz="2000" u="none" cap="none" strike="noStrike">
                <a:solidFill>
                  <a:srgbClr val="FFFFFF"/>
                </a:solidFill>
                <a:latin typeface="Arial"/>
                <a:ea typeface="Arial"/>
                <a:cs typeface="Arial"/>
                <a:sym typeface="Arial"/>
              </a:rPr>
              <a:t>O OBJETIVO DO VENDEDOR EH VENDER”. ELE TRABALHA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SEMPRE CORRENDO ATRAS DE METAS ESTIPULADAS E QUE</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DEVEM SER ATINGIDAS.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ESSAS METAS SAO ESTIPULADAS EM REUNIÕES DE VENDAS COM MARKETING E NORMALMENTE COM A PARTICIPAÇÃO DO COMERCIAL. (PRODUÇÃO TAMBEM)</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ELAS ABRANGEM DE 3 A 6 MESES FUTUROS E SAO ESTIPULADAS POR REGIAO DE VENDAS.</a:t>
            </a:r>
            <a:endParaRPr b="0" i="0" sz="1800" u="none" cap="none" strike="noStrike">
              <a:solidFill>
                <a:srgbClr val="FFFFFF"/>
              </a:solidFill>
              <a:latin typeface="Times New Roman"/>
              <a:ea typeface="Times New Roman"/>
              <a:cs typeface="Times New Roman"/>
              <a:sym typeface="Times New Roman"/>
            </a:endParaRPr>
          </a:p>
          <a:p>
            <a:pPr indent="-3008858" lvl="0" marL="3123158"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 META DE SAO PAULO EH MUITO DIFERENTE DA META DA BAHIA, QUE EH BEM DIFERENTE DA META DO ACRE.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2"/>
                                        </p:tgtEl>
                                        <p:attrNameLst>
                                          <p:attrName>style.visibility</p:attrName>
                                        </p:attrNameLst>
                                      </p:cBhvr>
                                      <p:to>
                                        <p:strVal val="visible"/>
                                      </p:to>
                                    </p:set>
                                    <p:anim calcmode="lin" valueType="num">
                                      <p:cBhvr additive="base">
                                        <p:cTn dur="500"/>
                                        <p:tgtEl>
                                          <p:spTgt spid="7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p:tgtEl>
                                          <p:spTgt spid="7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79" name="Google Shape;79;p4"/>
          <p:cNvSpPr/>
          <p:nvPr/>
        </p:nvSpPr>
        <p:spPr>
          <a:xfrm>
            <a:off x="685794" y="609598"/>
            <a:ext cx="4543755" cy="486203"/>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O TRABALHO DE VENDAS</a:t>
            </a:r>
            <a:endParaRPr/>
          </a:p>
        </p:txBody>
      </p:sp>
      <p:sp>
        <p:nvSpPr>
          <p:cNvPr id="80" name="Google Shape;80;p4"/>
          <p:cNvSpPr/>
          <p:nvPr/>
        </p:nvSpPr>
        <p:spPr>
          <a:xfrm>
            <a:off x="192505" y="1217531"/>
            <a:ext cx="8505159" cy="438068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OS NÚMEROS SAO BASEADOS NAS ESTATÍSTICAS DE VENDAS E NO POTENCIAL DE CRESCIMENTO DA REGIAO, ALEM DAS PESQUISAS FEITAS POR MARKETING EM CIMA DE FATORES QUE PODEM INFLUIR NAS VENDAS.</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EX. INAUGURAÇÃO DE UM NOVO HIPERMERCADO NA CIDADE OU REGIAO. (ESTATÍSTICAS + ESTIMATIVAS).</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O DIRETOR DE VENDAS, RECEBE INFORMAÇÕES DE SEUS GERENTES REGIONAIS, SOBRE O CRESCIMENTO DA REGIAO, NOVOS EMPREENDIMENTOS QUE TRARAO MAIS PESSOAS PARA UMA CIDADE E TUDO QUE POSSA FAZER CRESCER AS VENDAS. </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ESSAS INFORMAÇÕES SAO PASSADAS AO MARKETING, QUE TEM POR OBRIGAÇÃO VERIFICAR SE ESTAO CORRETAS, O QUE FAZEM ATRAVÉS DE AGENCIAS TERCEIRIZADAS.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500"/>
                                        <p:tgtEl>
                                          <p:spTgt spid="7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0"/>
                                        </p:tgtEl>
                                        <p:attrNameLst>
                                          <p:attrName>style.visibility</p:attrName>
                                        </p:attrNameLst>
                                      </p:cBhvr>
                                      <p:to>
                                        <p:strVal val="visible"/>
                                      </p:to>
                                    </p:set>
                                    <p:anim calcmode="lin" valueType="num">
                                      <p:cBhvr additive="base">
                                        <p:cTn dur="500"/>
                                        <p:tgtEl>
                                          <p:spTgt spid="8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86" name="Google Shape;86;p5"/>
          <p:cNvSpPr/>
          <p:nvPr/>
        </p:nvSpPr>
        <p:spPr>
          <a:xfrm>
            <a:off x="685794" y="609598"/>
            <a:ext cx="4543755" cy="486203"/>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O TRABALHO DE VENDAS</a:t>
            </a:r>
            <a:endParaRPr/>
          </a:p>
        </p:txBody>
      </p:sp>
      <p:sp>
        <p:nvSpPr>
          <p:cNvPr id="87" name="Google Shape;87;p5"/>
          <p:cNvSpPr/>
          <p:nvPr/>
        </p:nvSpPr>
        <p:spPr>
          <a:xfrm>
            <a:off x="192506" y="1320796"/>
            <a:ext cx="8251158" cy="4165239"/>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PARA PODER EXECUTAR ESSE TRABALHO, O BRASIL POR EXEMPLO EH DIVIDIDO EM 8 REGIÕES DE VENDAS, QUE POR SUA VEZ, SAO SUB-DIVIDIDAS EM TANTAS QUANTAS FOREM NECESSÁRIAS, SEMPRE LEVANDO EM CONTA O TAMANHO, A POPULAÇÃO E O POTENCIAL DE CRESCIMENTO DA REGIAO.</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EXEMPLIFICANDO : </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REGIAO SUL – RIO GRANDE DO SUL</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 SANTA CATARINA</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 PARANA</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SUDESTE -  SAO PAULO / RIO DE JANEIRO</a:t>
            </a:r>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CENTRO OESTE – MINAS, ESPIRITO SANTO, BAHIA</a:t>
            </a:r>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NORDESTE – SERGIPE, ALAGOAS, PERNAMBUCO,CEARA</a:t>
            </a:r>
            <a:r>
              <a:rPr b="0" i="0" lang="en-US" sz="2000" u="none" cap="none" strike="noStrike">
                <a:solidFill>
                  <a:srgbClr val="FFFFFF"/>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500"/>
                                        <p:tgtEl>
                                          <p:spTgt spid="8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7"/>
                                        </p:tgtEl>
                                        <p:attrNameLst>
                                          <p:attrName>style.visibility</p:attrName>
                                        </p:attrNameLst>
                                      </p:cBhvr>
                                      <p:to>
                                        <p:strVal val="visible"/>
                                      </p:to>
                                    </p:set>
                                    <p:anim calcmode="lin" valueType="num">
                                      <p:cBhvr additive="base">
                                        <p:cTn dur="500"/>
                                        <p:tgtEl>
                                          <p:spTgt spid="8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93" name="Google Shape;93;p6"/>
          <p:cNvSpPr/>
          <p:nvPr/>
        </p:nvSpPr>
        <p:spPr>
          <a:xfrm>
            <a:off x="685794" y="609598"/>
            <a:ext cx="4543755" cy="486203"/>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O TRABALHO DE VENDAS</a:t>
            </a:r>
            <a:endParaRPr/>
          </a:p>
        </p:txBody>
      </p:sp>
      <p:sp>
        <p:nvSpPr>
          <p:cNvPr id="94" name="Google Shape;94;p6"/>
          <p:cNvSpPr/>
          <p:nvPr/>
        </p:nvSpPr>
        <p:spPr>
          <a:xfrm>
            <a:off x="204537" y="1498596"/>
            <a:ext cx="8845875" cy="382668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COMO CADA REGIAO TEM SEUS COSTUMES E PECULIARIDADES, IMAGINEM O TRABALHO QUE EH NECESSÁRIO PARA TREINAR OS VENDEDORES, POIS ELES FAZEM PARTE DA REGIAO E MUITAS VEZES O QUE EH IDEAL PARA SAO PAULO NAO EH ACEITO NO RIO GRANDE DO SUL.</a:t>
            </a:r>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A TECNOLOGIA EXISTENTE NO SUDESTE NEM EH CONHECIDA NO NORTE OU SE FOR, NAO EXISTE SUPORTE PARA ELA.</a:t>
            </a:r>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OS TREINAMENTOS SAO REGIONAIS, DENTRO DOS PADRÕES E CARACTERÍSTICAS DA REGIAO.</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OS GERENTES REGIONAIS TEM POR OBRIGAÇÃO CONHECER ESSAS CARACTERÍSTICAS, PARA PODER ESCOLHER O TIPO DE TREINAMENTO QUE SERA MINISTRADO A SEUS VENDEDORES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3"/>
                                        </p:tgtEl>
                                        <p:attrNameLst>
                                          <p:attrName>style.visibility</p:attrName>
                                        </p:attrNameLst>
                                      </p:cBhvr>
                                      <p:to>
                                        <p:strVal val="visible"/>
                                      </p:to>
                                    </p:set>
                                    <p:anim calcmode="lin" valueType="num">
                                      <p:cBhvr additive="base">
                                        <p:cTn dur="500"/>
                                        <p:tgtEl>
                                          <p:spTgt spid="9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4"/>
                                        </p:tgtEl>
                                        <p:attrNameLst>
                                          <p:attrName>style.visibility</p:attrName>
                                        </p:attrNameLst>
                                      </p:cBhvr>
                                      <p:to>
                                        <p:strVal val="visible"/>
                                      </p:to>
                                    </p:set>
                                    <p:anim calcmode="lin" valueType="num">
                                      <p:cBhvr additive="base">
                                        <p:cTn dur="500"/>
                                        <p:tgtEl>
                                          <p:spTgt spid="9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p:nvPr/>
        </p:nvSpPr>
        <p:spPr>
          <a:xfrm>
            <a:off x="685794" y="609598"/>
            <a:ext cx="4543755" cy="486203"/>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O TRABALHO DE VENDAS</a:t>
            </a:r>
            <a:endParaRPr/>
          </a:p>
        </p:txBody>
      </p:sp>
      <p:sp>
        <p:nvSpPr>
          <p:cNvPr id="100" name="Google Shape;100;p7"/>
          <p:cNvSpPr/>
          <p:nvPr/>
        </p:nvSpPr>
        <p:spPr>
          <a:xfrm>
            <a:off x="240632" y="1384295"/>
            <a:ext cx="8638673" cy="520142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QUEM CONTROLA TUDO ISSO EH O DIRETOR GERAL DE VENDAS.</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ELE NORMALMENTE FICA NA SEDE E TEM O APOIO DOS GERENTES OU DIRETORES REGIONAIS.</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CADA ESTADO NORMALMENTE TEM UM GERENTE DE VENDAS.</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UMA CIDADE (ESTADO) DO TIPO DE SAO PAULO OU RIO  TEM SEUS GERENTES DE VENDAS, AS VEZES MAIS DE UM. CAMPINAS OU GUARULHOS, VENDEM NORMALMENTE MAIS QUE O ACRE.</a:t>
            </a:r>
            <a:endParaRPr b="0" i="0" sz="1800" u="none" cap="none" strike="noStrike">
              <a:solidFill>
                <a:srgbClr val="FFFFFF"/>
              </a:solidFill>
              <a:latin typeface="Times New Roman"/>
              <a:ea typeface="Times New Roman"/>
              <a:cs typeface="Times New Roman"/>
              <a:sym typeface="Times New Roman"/>
            </a:endParaRPr>
          </a:p>
          <a:p>
            <a:pPr indent="-3008858" lvl="0" marL="3123158"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TODOS SE REPORTAM AS DIRETORIAS REGIONAIS QUE POR SUA VEZ SE REPORTAM AO DIRETOR GERAL. ELE EH O RESPONSÁVEL PELAS VENDAS CORPORATIVAS, OU SEJA, DE TODA EMPRESA.</a:t>
            </a:r>
            <a:endParaRPr/>
          </a:p>
          <a:p>
            <a:pPr indent="0" lvl="0" marL="0" marR="0" rtl="0" algn="l">
              <a:spcBef>
                <a:spcPts val="800"/>
              </a:spcBef>
              <a:spcAft>
                <a:spcPts val="0"/>
              </a:spcAft>
              <a:buClr>
                <a:srgbClr val="FFFFFF"/>
              </a:buClr>
              <a:buSzPts val="2000"/>
              <a:buFont typeface="Arial"/>
              <a:buNone/>
            </a:pPr>
            <a:r>
              <a:t/>
            </a:r>
            <a:endParaRPr b="0" i="0" sz="20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500"/>
                                        <p:tgtEl>
                                          <p:spTgt spid="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06" name="Google Shape;106;p8"/>
          <p:cNvSpPr/>
          <p:nvPr/>
        </p:nvSpPr>
        <p:spPr>
          <a:xfrm>
            <a:off x="120317" y="1143000"/>
            <a:ext cx="8891336" cy="4380682"/>
          </a:xfrm>
          <a:prstGeom prst="rect">
            <a:avLst/>
          </a:prstGeom>
          <a:noFill/>
          <a:ln>
            <a:noFill/>
          </a:ln>
        </p:spPr>
        <p:txBody>
          <a:bodyPr anchorCtr="0" anchor="t" bIns="45700" lIns="45700" spcFirstLastPara="1" rIns="45700" wrap="square" tIns="45700">
            <a:spAutoFit/>
          </a:bodyPr>
          <a:lstStyle/>
          <a:p>
            <a:pPr indent="-663807" lvl="0" marL="663807" marR="0" rtl="0" algn="l">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DIRETOR REGIONAL TEM COMO PRINCIPAL FUNCAO CONHECER O POTENCIAL DE VENDAS DA REGIAO. DENTRO DA SUA REGIAO, ELE NECESSITA SABER QUAIS AS AREAS COM MAIOR PODER DE COMPRA, PARA PODER ALOCAR MAIS OU MENOS VENDEDORES.</a:t>
            </a:r>
            <a:endParaRPr/>
          </a:p>
          <a:p>
            <a:pPr indent="-663807" lvl="0" marL="6638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TEM QUE CONHECER OS LOCAIS DE DIFÍCIL ACESSO E DAR UM JEITO PARA QUE OS VENDEDORES CONSIGAM CHEGAR AOS CLIENTES.  MANTER A FROTA DE CARROS EM FUNCIONAMENTO, CUIDANDO DE PNEUS, SEGURO, CONSERVAÇÃO, GASOLINA.</a:t>
            </a:r>
            <a:endParaRPr b="0" i="0" sz="18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663807" lvl="0" marL="6638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TER QUE FORNECER AO RH, O PERFIL DE CADA VENDEDOR E INDICAR OS PONTOS FRACOS DO MESMO, PARA QUE SEJA PROVIDENCIADO UM TREINAMENTO ADEQUADO.</a:t>
            </a:r>
            <a:endParaRPr/>
          </a:p>
          <a:p>
            <a:pPr indent="-663807" lvl="0" marL="6638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CUIDA DO BUDGE ANUAL (SEMESTRAL) NO QUAL ESTAO INCLUIDOS OS PREMIOS PARA OS CLIENTES.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9"/>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12" name="Google Shape;112;p9"/>
          <p:cNvSpPr/>
          <p:nvPr/>
        </p:nvSpPr>
        <p:spPr>
          <a:xfrm>
            <a:off x="120316" y="794084"/>
            <a:ext cx="8831179" cy="4932948"/>
          </a:xfrm>
          <a:prstGeom prst="rect">
            <a:avLst/>
          </a:prstGeom>
          <a:noFill/>
          <a:ln>
            <a:noFill/>
          </a:ln>
        </p:spPr>
        <p:txBody>
          <a:bodyPr anchorCtr="0" anchor="t" bIns="45700" lIns="45700" spcFirstLastPara="1" rIns="45700" wrap="square" tIns="45700">
            <a:spAutoFit/>
          </a:bodyPr>
          <a:lstStyle/>
          <a:p>
            <a:pPr indent="-663807" lvl="0" marL="663807" marR="0" rtl="0" algn="l">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DEVE CONHECER O CALENDARIO DE FESTAS DA REGIAO E SUGERIR PROMOÇÕES DE PRODUTOS PARA AS MESMAS.</a:t>
            </a:r>
            <a:endParaRPr b="0" i="0" sz="1800" u="none" cap="none" strike="noStrike">
              <a:solidFill>
                <a:srgbClr val="FFFFFF"/>
              </a:solidFill>
              <a:latin typeface="Arial"/>
              <a:ea typeface="Arial"/>
              <a:cs typeface="Arial"/>
              <a:sym typeface="Arial"/>
            </a:endParaRPr>
          </a:p>
          <a:p>
            <a:pPr indent="-663807" lvl="0" marL="663807" marR="0" rtl="0" algn="l">
              <a:spcBef>
                <a:spcPts val="80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CONTROLA AS VENDAS DE CADA VENDEDOR E A PERFORMANCE DO MESMO JUNTO AOS CLIENTES, MUITAS VEZES TENDO QUE INTERFERIR PESSOALMENTE EM MAL-ENTENDIDOS.</a:t>
            </a:r>
            <a:endParaRPr b="0" i="0" sz="1800" u="none" cap="none" strike="noStrike">
              <a:solidFill>
                <a:srgbClr val="FFFFFF"/>
              </a:solidFill>
              <a:latin typeface="Times New Roman"/>
              <a:ea typeface="Times New Roman"/>
              <a:cs typeface="Times New Roman"/>
              <a:sym typeface="Times New Roman"/>
            </a:endParaRPr>
          </a:p>
          <a:p>
            <a:pPr indent="-228600" lvl="0" marL="34290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663807" lvl="0" marL="663807" marR="0" rtl="0" algn="l">
              <a:spcBef>
                <a:spcPts val="80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SE NUM SEMESTRE UM CLIENTE COMPRA BEM MAIS DO QUE ESPERADO ELE TEM QUE SER INCENTIVADO, POR EXEMPLO COM UMA TV DE 60”. ( A TV NAO VAI PARA LOJA E SIM PARA A CASA DO COMPRADOR DA LOJA.)</a:t>
            </a:r>
            <a:endParaRPr b="0" i="0" sz="1800" u="none" cap="none" strike="noStrike">
              <a:solidFill>
                <a:srgbClr val="FFFFFF"/>
              </a:solidFill>
              <a:latin typeface="Arial"/>
              <a:ea typeface="Arial"/>
              <a:cs typeface="Arial"/>
              <a:sym typeface="Arial"/>
            </a:endParaRPr>
          </a:p>
          <a:p>
            <a:pPr indent="-663807" lvl="0" marL="663807" marR="0" rtl="0" algn="l">
              <a:spcBef>
                <a:spcPts val="80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GERENCIA AS COMISSÕES DE VENDEDORES E CUIDA DO BONUS AOS QUE MAIS SE DESTACARAM, COMO DAS DEMISSÕES.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500"/>
                                        <p:tgtEl>
                                          <p:spTgt spid="11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0"/>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18" name="Google Shape;118;p10"/>
          <p:cNvSpPr/>
          <p:nvPr/>
        </p:nvSpPr>
        <p:spPr>
          <a:xfrm>
            <a:off x="-84220" y="1203158"/>
            <a:ext cx="8975558" cy="3826685"/>
          </a:xfrm>
          <a:prstGeom prst="rect">
            <a:avLst/>
          </a:prstGeom>
          <a:noFill/>
          <a:ln>
            <a:noFill/>
          </a:ln>
        </p:spPr>
        <p:txBody>
          <a:bodyPr anchorCtr="0" anchor="t" bIns="45700" lIns="45700" spcFirstLastPara="1" rIns="45700" wrap="square" tIns="45700">
            <a:spAutoFit/>
          </a:bodyPr>
          <a:lstStyle/>
          <a:p>
            <a:pPr indent="-663807" lvl="0" marL="663807" marR="0" rtl="0" algn="l">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DEMITIR UM VENDEDOR DE DETERMINADAS REGIÕES NAO EH NADA FACIL, POIS O SUBSTITUTO ATE FICAR A ALTURA DO ANTERIOR PODE GASTAR UM BOM TEMPO.</a:t>
            </a:r>
            <a:endParaRPr b="0" i="0" sz="1800" u="none" cap="none" strike="noStrike">
              <a:solidFill>
                <a:srgbClr val="FFFFFF"/>
              </a:solidFill>
              <a:latin typeface="Times New Roman"/>
              <a:ea typeface="Times New Roman"/>
              <a:cs typeface="Times New Roman"/>
              <a:sym typeface="Times New Roman"/>
            </a:endParaRPr>
          </a:p>
          <a:p>
            <a:pPr indent="-663807" lvl="0" marL="6638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TEM QUE ESTAR ATENTO SE DETERMINADO PRODUTO ESTA COM SUA VENDA CAINDO E TENTAR DESCOBRIR A CAUSA, QUE MUITAS VEZES EH O PRODUTO OU PRECO DO CONCORRENTE.</a:t>
            </a:r>
            <a:endParaRPr b="0" i="0" sz="1800" u="none" cap="none" strike="noStrike">
              <a:solidFill>
                <a:srgbClr val="FFFFFF"/>
              </a:solidFill>
              <a:latin typeface="Times New Roman"/>
              <a:ea typeface="Times New Roman"/>
              <a:cs typeface="Times New Roman"/>
              <a:sym typeface="Times New Roman"/>
            </a:endParaRPr>
          </a:p>
          <a:p>
            <a:pPr indent="-228600" lvl="0" marL="342900"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663807" lvl="0" marL="6638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MONITORA ALGUNS EX-VENDEDORES JA APOSENTADOS QUE FICAM NA RESERVA, PARA O CASO DE ACIDENTES OU AFASTAMENTOS DOS TITULARES.</a:t>
            </a:r>
            <a:endParaRPr b="0" i="0" sz="1800" u="none" cap="none" strike="noStrike">
              <a:solidFill>
                <a:srgbClr val="FFFFFF"/>
              </a:solidFill>
              <a:latin typeface="Times New Roman"/>
              <a:ea typeface="Times New Roman"/>
              <a:cs typeface="Times New Roman"/>
              <a:sym typeface="Times New Roman"/>
            </a:endParaRPr>
          </a:p>
          <a:p>
            <a:pPr indent="-663807" lvl="0" marL="6638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NORMALMENTE, ALEM DA SECRETARIA, TEM UNS CINCO FUNCIONARIOS NO ESCRITORIO PARA OS TRABALHOS BUROCRATICOS.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500"/>
                                        <p:tgtEl>
                                          <p:spTgt spid="11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1"/>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24" name="Google Shape;124;p11"/>
          <p:cNvSpPr/>
          <p:nvPr/>
        </p:nvSpPr>
        <p:spPr>
          <a:xfrm>
            <a:off x="180475" y="757989"/>
            <a:ext cx="8734925" cy="4206276"/>
          </a:xfrm>
          <a:prstGeom prst="rect">
            <a:avLst/>
          </a:prstGeom>
          <a:noFill/>
          <a:ln>
            <a:noFill/>
          </a:ln>
        </p:spPr>
        <p:txBody>
          <a:bodyPr anchorCtr="0" anchor="t" bIns="45700" lIns="45700" spcFirstLastPara="1" rIns="45700" wrap="square" tIns="45700">
            <a:spAutoFit/>
          </a:bodyPr>
          <a:lstStyle/>
          <a:p>
            <a:pPr indent="-663807" lvl="0" marL="663807" marR="0" rtl="0" algn="l">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SE O TRABALHO DO VENDEDOR FOSSE APENAS VENDER, ELES SERIAM MAIS FELIZES, POIS O ANTES E O DEPOIS DAS VENDAS DA MUITO MAIS TRABALHO QUE VENDER.</a:t>
            </a:r>
            <a:endParaRPr/>
          </a:p>
          <a:p>
            <a:pPr indent="-663807" lvl="0" marL="6638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ANTES DE IR PARA O CAMPO O VENDEDOR NECESSITA:</a:t>
            </a:r>
            <a:endParaRPr b="0" i="0" sz="1800" u="none" cap="none" strike="noStrike">
              <a:solidFill>
                <a:srgbClr val="FFFFFF"/>
              </a:solidFill>
              <a:latin typeface="Times New Roman"/>
              <a:ea typeface="Times New Roman"/>
              <a:cs typeface="Times New Roman"/>
              <a:sym typeface="Times New Roman"/>
            </a:endParaRPr>
          </a:p>
          <a:p>
            <a:pPr indent="0" lvl="1" marL="45720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APRENDER A FALAR DE MANEIRA CORRETA .</a:t>
            </a:r>
            <a:endParaRPr b="0" i="0" sz="1800" u="none" cap="none" strike="noStrike">
              <a:solidFill>
                <a:srgbClr val="FFFFFF"/>
              </a:solidFill>
              <a:latin typeface="Times New Roman"/>
              <a:ea typeface="Times New Roman"/>
              <a:cs typeface="Times New Roman"/>
              <a:sym typeface="Times New Roman"/>
            </a:endParaRPr>
          </a:p>
          <a:p>
            <a:pPr indent="0" lvl="1" marL="45720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APRENDER A SE COMPORTAR COM O CLIENTE DENTRO DO PADRAO DETERMINADO PELA EMPRESA.</a:t>
            </a:r>
            <a:endParaRPr b="0" i="0" sz="1800" u="none" cap="none" strike="noStrike">
              <a:solidFill>
                <a:srgbClr val="FFFFFF"/>
              </a:solidFill>
              <a:latin typeface="Times New Roman"/>
              <a:ea typeface="Times New Roman"/>
              <a:cs typeface="Times New Roman"/>
              <a:sym typeface="Times New Roman"/>
            </a:endParaRPr>
          </a:p>
          <a:p>
            <a:pPr indent="0" lvl="1" marL="45720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CONHECER AS CARACTERÍSTICAS DE CADA PRODUTO QUE ELE VAI VENDER, SUAS VANTAGENS E DESVANTAGENS EM RELAÇÃO A CONCORRÊNCIA.</a:t>
            </a:r>
            <a:endParaRPr b="0" i="0" sz="1800" u="none" cap="none" strike="noStrike">
              <a:solidFill>
                <a:srgbClr val="FFFFFF"/>
              </a:solidFill>
              <a:latin typeface="Times New Roman"/>
              <a:ea typeface="Times New Roman"/>
              <a:cs typeface="Times New Roman"/>
              <a:sym typeface="Times New Roman"/>
            </a:endParaRPr>
          </a:p>
          <a:p>
            <a:pPr indent="0" lvl="1" marL="45720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CONHECER AS CARACTERISTICAS DE CADA CLIENTE, SUAS PREFERENCIAS, MANIAS, SE TIVER, E HORARIOS QUE ELE COSTUMA RECEBER AS VISITAS.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500"/>
                                        <p:tgtEl>
                                          <p:spTgt spid="12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30" name="Google Shape;130;p12"/>
          <p:cNvSpPr/>
          <p:nvPr/>
        </p:nvSpPr>
        <p:spPr>
          <a:xfrm>
            <a:off x="698494" y="215895"/>
            <a:ext cx="7553331" cy="486204"/>
          </a:xfrm>
          <a:prstGeom prst="rect">
            <a:avLst/>
          </a:prstGeom>
          <a:noFill/>
          <a:ln>
            <a:noFill/>
          </a:ln>
        </p:spPr>
        <p:txBody>
          <a:bodyPr anchorCtr="0" anchor="t" bIns="45700" lIns="45700" spcFirstLastPara="1" rIns="45700" wrap="square" tIns="45700">
            <a:spAutoFit/>
          </a:bodyPr>
          <a:lstStyle/>
          <a:p>
            <a:pPr indent="-177800" lvl="3" marL="0" marR="0" rtl="0" algn="l">
              <a:spcBef>
                <a:spcPts val="0"/>
              </a:spcBef>
              <a:spcAft>
                <a:spcPts val="0"/>
              </a:spcAft>
              <a:buClr>
                <a:srgbClr val="FFFFFF"/>
              </a:buClr>
              <a:buSzPts val="2800"/>
              <a:buFont typeface="Arial"/>
              <a:buChar char="•"/>
            </a:pPr>
            <a:r>
              <a:rPr b="0" i="0" lang="en-US" sz="2800" u="none" cap="none" strike="noStrike">
                <a:solidFill>
                  <a:srgbClr val="FFFFFF"/>
                </a:solidFill>
                <a:latin typeface="Arial"/>
                <a:ea typeface="Arial"/>
                <a:cs typeface="Arial"/>
                <a:sym typeface="Arial"/>
              </a:rPr>
              <a:t>O TRABALHO DE VENDAS – VENDEDORES</a:t>
            </a:r>
            <a:endParaRPr/>
          </a:p>
        </p:txBody>
      </p:sp>
      <p:sp>
        <p:nvSpPr>
          <p:cNvPr id="131" name="Google Shape;131;p12"/>
          <p:cNvSpPr/>
          <p:nvPr/>
        </p:nvSpPr>
        <p:spPr>
          <a:xfrm>
            <a:off x="217537" y="1234712"/>
            <a:ext cx="8989963" cy="3662537"/>
          </a:xfrm>
          <a:prstGeom prst="rect">
            <a:avLst/>
          </a:prstGeom>
          <a:noFill/>
          <a:ln>
            <a:noFill/>
          </a:ln>
        </p:spPr>
        <p:txBody>
          <a:bodyPr anchorCtr="0" anchor="t" bIns="45700" lIns="45700" spcFirstLastPara="1" rIns="45700" wrap="square" tIns="45700">
            <a:spAutoFit/>
          </a:bodyPr>
          <a:lstStyle/>
          <a:p>
            <a:pPr indent="-101600" lvl="1" marL="0" marR="0" rtl="0" algn="l">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ANTES DE IR PARA O CAMPO O VENDEDOR NECESSITA:</a:t>
            </a:r>
            <a:r>
              <a:rPr b="0" i="0" lang="en-US" sz="1600" u="none" cap="none" strike="noStrike">
                <a:solidFill>
                  <a:srgbClr val="FFFFFF"/>
                </a:solidFill>
                <a:latin typeface="Times New Roman"/>
                <a:ea typeface="Times New Roman"/>
                <a:cs typeface="Times New Roman"/>
                <a:sym typeface="Times New Roman"/>
              </a:rPr>
              <a:t> </a:t>
            </a:r>
            <a:endParaRPr/>
          </a:p>
          <a:p>
            <a:pPr indent="-101600" lvl="1" marL="0"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CONHECER OS CAMINHOS E AS ALTERNATIVAS PARA CASOS DE ENCHENTES, CONGESTIONAMENTOS, PROTESTOS, ETC.</a:t>
            </a:r>
            <a:endParaRPr b="0" i="0" sz="1600" u="none" cap="none" strike="noStrike">
              <a:solidFill>
                <a:srgbClr val="FFFFFF"/>
              </a:solidFill>
              <a:latin typeface="Times New Roman"/>
              <a:ea typeface="Times New Roman"/>
              <a:cs typeface="Times New Roman"/>
              <a:sym typeface="Times New Roman"/>
            </a:endParaRPr>
          </a:p>
          <a:p>
            <a:pPr indent="-101600" lvl="1" marL="0"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APRENDER A ELABORAR SEU ROTEIRO  DE VISITAS, DE FORMA QUE POSSA CUMPRIR ESSE ROTEIRO EM UM DIA.</a:t>
            </a:r>
            <a:endParaRPr b="0" i="0" sz="1600" u="none" cap="none" strike="noStrike">
              <a:solidFill>
                <a:srgbClr val="FFFFFF"/>
              </a:solidFill>
              <a:latin typeface="Times New Roman"/>
              <a:ea typeface="Times New Roman"/>
              <a:cs typeface="Times New Roman"/>
              <a:sym typeface="Times New Roman"/>
            </a:endParaRPr>
          </a:p>
          <a:p>
            <a:pPr indent="-101600" lvl="1" marL="0"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CRIAR ESTRATÉGIAS PARA CLIENTES ESPECIAIS QUE NAO PODEM DEIXAR DE SER VISITADOS E OS POTENCIAIS QUE TEM QUE TER UM TRATAMENTO DIFERENCIADO.</a:t>
            </a:r>
            <a:endParaRPr b="0" i="0" sz="1600" u="none" cap="none" strike="noStrike">
              <a:solidFill>
                <a:srgbClr val="FFFFFF"/>
              </a:solidFill>
              <a:latin typeface="Times New Roman"/>
              <a:ea typeface="Times New Roman"/>
              <a:cs typeface="Times New Roman"/>
              <a:sym typeface="Times New Roman"/>
            </a:endParaRPr>
          </a:p>
          <a:p>
            <a:pPr indent="-101600" lvl="1" marL="0"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DESCOBRIR POR INFORMAÇÕES OU POR VISUALIZAÇÃO, QUANTO O CONCORRENTE ESTA VENDENDO E NAO DEIXAR QUE ELE CRESCA.</a:t>
            </a:r>
            <a:endParaRPr/>
          </a:p>
          <a:p>
            <a:pPr indent="-101600" lvl="1" marL="0"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PREENCHER OS INÚMEROS RELATÓRIOS PARA O ESCRITORIO DE VENDAS</a:t>
            </a:r>
            <a:endParaRPr/>
          </a:p>
          <a:p>
            <a:pPr indent="-101600" lvl="1" marL="0"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SABER O QUANTO DE PEDIDOS FORAM EFETUADOS PARA CALCULAR O BONUS A RECEBER.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500"/>
                                        <p:tgtEl>
                                          <p:spTgt spid="13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3"/>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37" name="Google Shape;137;p13"/>
          <p:cNvSpPr/>
          <p:nvPr/>
        </p:nvSpPr>
        <p:spPr>
          <a:xfrm>
            <a:off x="182009" y="190496"/>
            <a:ext cx="7698675" cy="523216"/>
          </a:xfrm>
          <a:prstGeom prst="rect">
            <a:avLst/>
          </a:prstGeom>
          <a:noFill/>
          <a:ln>
            <a:noFill/>
          </a:ln>
        </p:spPr>
        <p:txBody>
          <a:bodyPr anchorCtr="0" anchor="t" bIns="45700" lIns="45700" spcFirstLastPara="1" rIns="45700" wrap="square" tIns="45700">
            <a:spAutoFit/>
          </a:bodyPr>
          <a:lstStyle/>
          <a:p>
            <a:pPr indent="-177800" lvl="1" marL="0" marR="0" rtl="0" algn="l">
              <a:spcBef>
                <a:spcPts val="0"/>
              </a:spcBef>
              <a:spcAft>
                <a:spcPts val="0"/>
              </a:spcAft>
              <a:buClr>
                <a:srgbClr val="FFFFFF"/>
              </a:buClr>
              <a:buSzPts val="2800"/>
              <a:buFont typeface="Arial"/>
              <a:buChar char="•"/>
            </a:pPr>
            <a:r>
              <a:rPr b="0" i="0" lang="en-US" sz="2800" u="none" cap="none" strike="noStrike">
                <a:solidFill>
                  <a:srgbClr val="FFFFFF"/>
                </a:solidFill>
                <a:latin typeface="Arial"/>
                <a:ea typeface="Arial"/>
                <a:cs typeface="Arial"/>
                <a:sym typeface="Arial"/>
              </a:rPr>
              <a:t>O TRABALHO DE VENDAS – </a:t>
            </a:r>
            <a:r>
              <a:rPr b="0" i="0" lang="en-US" sz="1800" u="none" cap="none" strike="noStrike">
                <a:solidFill>
                  <a:srgbClr val="FFFFFF"/>
                </a:solidFill>
                <a:latin typeface="Times New Roman"/>
                <a:ea typeface="Times New Roman"/>
                <a:cs typeface="Times New Roman"/>
                <a:sym typeface="Times New Roman"/>
              </a:rPr>
              <a:t> </a:t>
            </a:r>
            <a:r>
              <a:rPr b="0" i="0" lang="en-US" sz="2800" u="none" cap="none" strike="noStrike">
                <a:solidFill>
                  <a:srgbClr val="FFFFFF"/>
                </a:solidFill>
                <a:latin typeface="Arial"/>
                <a:ea typeface="Arial"/>
                <a:cs typeface="Arial"/>
                <a:sym typeface="Arial"/>
              </a:rPr>
              <a:t>VENDEDORES</a:t>
            </a:r>
            <a:endParaRPr/>
          </a:p>
        </p:txBody>
      </p:sp>
      <p:sp>
        <p:nvSpPr>
          <p:cNvPr id="138" name="Google Shape;138;p13"/>
          <p:cNvSpPr/>
          <p:nvPr/>
        </p:nvSpPr>
        <p:spPr>
          <a:xfrm>
            <a:off x="0" y="938461"/>
            <a:ext cx="8963526" cy="3703574"/>
          </a:xfrm>
          <a:prstGeom prst="rect">
            <a:avLst/>
          </a:prstGeom>
          <a:noFill/>
          <a:ln>
            <a:noFill/>
          </a:ln>
        </p:spPr>
        <p:txBody>
          <a:bodyPr anchorCtr="0" anchor="t" bIns="45700" lIns="45700" spcFirstLastPara="1" rIns="45700" wrap="square" tIns="45700">
            <a:spAutoFit/>
          </a:bodyPr>
          <a:lstStyle/>
          <a:p>
            <a:pPr indent="-101600" lvl="1" marL="0" marR="0" rtl="0" algn="l">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 O VENDEDOR NECESSITA:</a:t>
            </a:r>
            <a:endParaRPr b="0" i="0" sz="16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ACOMPANHAR POR UM BOM TEMPO, MAIS OU MENOS UM MES, UM VENDEDOR EXPERIENTE, QUE CONHECE OS CLIENTES E A AREA DE ATUAÇÃO, APRENDENDO AS MANHAS E MACETES. EH ESSE VENDEDOR, QUEM DIRA SE ELE JA ESTA APTO PARA SEGUIR SOZINHO. ESSE CARA  DEVE SER O SUPERVISOR DE VENDAS, NORMALMENTE.</a:t>
            </a:r>
            <a:endParaRPr b="0" i="0" sz="16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SABER QUEM SAO OS VENDEDORES DA CONCORRÊNCIA QUE PODEM TIRAR SUAS VENDAS E SE DESCOBRIR ALGUM MUITO BOM, AVISAR A GERENCIA DE VENDAS PARA POSSÍVEL CONTRATAÇÃO</a:t>
            </a:r>
            <a:endParaRPr b="0" i="0" sz="16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SUPERAR SUAS METAS, SE QUISER GANHAR BONUS, MAS NUNCA ENCHER O CLIENTE DE PRODUTO PARA ISSO.</a:t>
            </a:r>
            <a:endParaRPr b="0" i="0" sz="16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NUNCA PROMETER NADA EM RELAÇÃO A PRESENTES OU VANTAGENS. UMA PROMESSA NAO CUMPRIDA PODE SER UM CLIENTE PERDIDO.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500"/>
                                        <p:tgtEl>
                                          <p:spTgt spid="13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500"/>
                                        <p:tgtEl>
                                          <p:spTgt spid="13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44" name="Google Shape;144;p14"/>
          <p:cNvSpPr/>
          <p:nvPr/>
        </p:nvSpPr>
        <p:spPr>
          <a:xfrm>
            <a:off x="685794" y="609598"/>
            <a:ext cx="3014917" cy="486203"/>
          </a:xfrm>
          <a:prstGeom prst="rect">
            <a:avLst/>
          </a:prstGeom>
          <a:noFill/>
          <a:ln>
            <a:noFill/>
          </a:ln>
        </p:spPr>
        <p:txBody>
          <a:bodyPr anchorCtr="0" anchor="t" bIns="45700" lIns="45700" spcFirstLastPara="1" rIns="45700" wrap="square" tIns="45700">
            <a:spAutoFit/>
          </a:bodyPr>
          <a:lstStyle/>
          <a:p>
            <a:pPr indent="-177800" lvl="1" marL="0" marR="0" rtl="0" algn="l">
              <a:spcBef>
                <a:spcPts val="0"/>
              </a:spcBef>
              <a:spcAft>
                <a:spcPts val="0"/>
              </a:spcAft>
              <a:buClr>
                <a:srgbClr val="FFFFFF"/>
              </a:buClr>
              <a:buSzPts val="2800"/>
              <a:buFont typeface="Arial"/>
              <a:buChar char="•"/>
            </a:pPr>
            <a:r>
              <a:rPr b="0" i="0" lang="en-US" sz="2800" u="none" cap="none" strike="noStrike">
                <a:solidFill>
                  <a:srgbClr val="FFFFFF"/>
                </a:solidFill>
                <a:latin typeface="Arial"/>
                <a:ea typeface="Arial"/>
                <a:cs typeface="Arial"/>
                <a:sym typeface="Arial"/>
              </a:rPr>
              <a:t>– VENDEDORES</a:t>
            </a:r>
            <a:endParaRPr/>
          </a:p>
        </p:txBody>
      </p:sp>
      <p:sp>
        <p:nvSpPr>
          <p:cNvPr id="145" name="Google Shape;145;p14"/>
          <p:cNvSpPr/>
          <p:nvPr/>
        </p:nvSpPr>
        <p:spPr>
          <a:xfrm>
            <a:off x="-1" y="1395522"/>
            <a:ext cx="8783053" cy="4175498"/>
          </a:xfrm>
          <a:prstGeom prst="rect">
            <a:avLst/>
          </a:prstGeom>
          <a:noFill/>
          <a:ln>
            <a:noFill/>
          </a:ln>
        </p:spPr>
        <p:txBody>
          <a:bodyPr anchorCtr="0" anchor="t" bIns="45700" lIns="45700" spcFirstLastPara="1" rIns="45700" wrap="square" tIns="45700">
            <a:spAutoFit/>
          </a:bodyPr>
          <a:lstStyle/>
          <a:p>
            <a:pPr indent="-114300" lvl="1" marL="0" marR="0" rtl="0" algn="l">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O VENDEDOR NECESSITA:</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HOJE O VENDEDOR TRABALHA COM UM NOTEBOOK OU UM TABLET, OU UM CELULAR, ONDE O PEDIDO ESTA PRATICAMENTE PREENCHIDO. SEU TRABALHO EH COLOCAR AS QUANTIDADES VENDIDAS DE CADA PRODUTO E OS DADOS DO CLIENTE. ELE TEM AS QTDES DAS ULTIMAS COMPRAS, BEM COMO AS DATAS DAS MESMAS, ALEM DE INFORMAÇÕES SOBRE OS PRECOS PRATICADOS PELOS CONCORRENTES. TEM TAMBEM A ULTIMA POSIÇÃO DE ESTOQUE DAQUELE PRODUTO, REFERENTE AO DIA ANTERIOR, O QUE POSSIBILITA QUE ELE SAIBA O QUANTO PODE VENDER.</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OBS. ESSA INFORMAÇÃO QUASE SEMPRE EH IGNORADA PELO VENDEDOR, POIS ELE QUER VENDER E SE NAO TIVER ESTOQUE NAO EH PROBLEMA DELE. SIMPLESMENTE O PEDIDO FICARA PENDENTE PARA AQUELE ITEM, PODENDO SER FATURADO PARA OS OUTROS ITENS.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500"/>
                                        <p:tgtEl>
                                          <p:spTgt spid="14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500"/>
                                        <p:tgtEl>
                                          <p:spTgt spid="14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5"/>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51" name="Google Shape;151;p15"/>
          <p:cNvSpPr/>
          <p:nvPr/>
        </p:nvSpPr>
        <p:spPr>
          <a:xfrm>
            <a:off x="197768" y="1435094"/>
            <a:ext cx="8748464" cy="3929277"/>
          </a:xfrm>
          <a:prstGeom prst="rect">
            <a:avLst/>
          </a:prstGeom>
          <a:noFill/>
          <a:ln>
            <a:noFill/>
          </a:ln>
        </p:spPr>
        <p:txBody>
          <a:bodyPr anchorCtr="0" anchor="t" bIns="45700" lIns="45700" spcFirstLastPara="1" rIns="45700" wrap="square" tIns="45700">
            <a:spAutoFit/>
          </a:bodyPr>
          <a:lstStyle/>
          <a:p>
            <a:pPr indent="-127000" lvl="1" marL="0" marR="0" rtl="0" algn="l">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  O VENDEDOR NECESSITA:</a:t>
            </a:r>
            <a:endParaRPr b="0" i="0" sz="1800" u="none" cap="none" strike="noStrike">
              <a:solidFill>
                <a:srgbClr val="FFFFFF"/>
              </a:solidFill>
              <a:latin typeface="Times New Roman"/>
              <a:ea typeface="Times New Roman"/>
              <a:cs typeface="Times New Roman"/>
              <a:sym typeface="Times New Roman"/>
            </a:endParaRPr>
          </a:p>
          <a:p>
            <a:pPr indent="0" lvl="1" marL="45720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VENDEDOR EH UM FOFOQUEIRO NATO. ELE PROCURA SABER COM OS OUTROS VENDEDORES, SE O CLIENTE PAGA EM DIA, SE DA CALOTE E ATE COM OS PROPRIOS FUNCIONARIOS SE ELES RECEBEM EM DIA. SE ELE PERCEBER ALGO, AVISA A REGIONAL QUE POR SUA VEZ, AVISA O FINANCEIRO PARA FICAR ESPERTO.</a:t>
            </a:r>
            <a:endParaRPr b="0" i="0" sz="1800" u="none" cap="none" strike="noStrike">
              <a:solidFill>
                <a:srgbClr val="FFFFFF"/>
              </a:solidFill>
              <a:latin typeface="Times New Roman"/>
              <a:ea typeface="Times New Roman"/>
              <a:cs typeface="Times New Roman"/>
              <a:sym typeface="Times New Roman"/>
            </a:endParaRPr>
          </a:p>
          <a:p>
            <a:pPr indent="0" lvl="1" marL="457200" marR="0" rtl="0" algn="l">
              <a:spcBef>
                <a:spcPts val="80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RESPONSABILIDADE PELO ESTADO DO CARRO E DOS OUTROS EQUIPAMENTOS DE TRABALHO EH DELE. HA PRÊMIOS PARA VENDEDORES QUE CONSERVAM SEUS CARROS E ESSES EQUIPAMENTOS, ALEM DE VALER PONTOS NA SUA AVALIAÇÃO ANUAL. ESSES PONTOS PODEM VIRAR BONUS. O VENDEDOR EM SUAS VISITAS TEM POR OBRIGAÇÃO OBSERVAR ONDE ESTAO SENDO EXPOSTOS OS PRODUTOS E AS CONDIÇÕES PARA CONSERVAÇÃO DOS MESMOS.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1"/>
                                        </p:tgtEl>
                                        <p:attrNameLst>
                                          <p:attrName>style.visibility</p:attrName>
                                        </p:attrNameLst>
                                      </p:cBhvr>
                                      <p:to>
                                        <p:strVal val="visible"/>
                                      </p:to>
                                    </p:set>
                                    <p:anim calcmode="lin" valueType="num">
                                      <p:cBhvr additive="base">
                                        <p:cTn dur="500"/>
                                        <p:tgtEl>
                                          <p:spTgt spid="15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6FF"/>
            </a:gs>
            <a:gs pos="100000">
              <a:srgbClr val="000000"/>
            </a:gs>
          </a:gsLst>
          <a:lin ang="5459999" scaled="0"/>
        </a:gradFill>
      </p:bgPr>
    </p:bg>
    <p:spTree>
      <p:nvGrpSpPr>
        <p:cNvPr id="155" name="Shape 155"/>
        <p:cNvGrpSpPr/>
        <p:nvPr/>
      </p:nvGrpSpPr>
      <p:grpSpPr>
        <a:xfrm>
          <a:off x="0" y="0"/>
          <a:ext cx="0" cy="0"/>
          <a:chOff x="0" y="0"/>
          <a:chExt cx="0" cy="0"/>
        </a:xfrm>
      </p:grpSpPr>
      <p:sp>
        <p:nvSpPr>
          <p:cNvPr id="156" name="Google Shape;156;p16"/>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57" name="Google Shape;157;p16"/>
          <p:cNvSpPr txBox="1"/>
          <p:nvPr>
            <p:ph idx="4294967295" type="body"/>
          </p:nvPr>
        </p:nvSpPr>
        <p:spPr>
          <a:xfrm>
            <a:off x="300307" y="305392"/>
            <a:ext cx="8384907" cy="6172222"/>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SzPts val="2228"/>
              <a:buNone/>
            </a:pPr>
            <a:r>
              <a:t/>
            </a:r>
            <a:endParaRPr sz="2970"/>
          </a:p>
          <a:p>
            <a:pPr indent="0" lvl="0" marL="0" rtl="0" algn="l">
              <a:spcBef>
                <a:spcPts val="600"/>
              </a:spcBef>
              <a:spcAft>
                <a:spcPts val="0"/>
              </a:spcAft>
              <a:buSzPts val="2228"/>
              <a:buNone/>
            </a:pPr>
            <a:r>
              <a:rPr lang="en-US" sz="2970">
                <a:solidFill>
                  <a:srgbClr val="FFFFFF"/>
                </a:solidFill>
              </a:rPr>
              <a:t>Você foi escolhido para fazer um sistema que facilite o trabalho das pessoas que trabalham nas regionais de vendas. Enumere:</a:t>
            </a:r>
            <a:endParaRPr sz="2970"/>
          </a:p>
          <a:p>
            <a:pPr indent="-1571625" lvl="2" marL="2476880" rtl="0" algn="l">
              <a:spcBef>
                <a:spcPts val="600"/>
              </a:spcBef>
              <a:spcAft>
                <a:spcPts val="0"/>
              </a:spcAft>
              <a:buSzPts val="2228"/>
              <a:buChar char="■"/>
            </a:pPr>
            <a:r>
              <a:rPr lang="en-US" sz="2970">
                <a:solidFill>
                  <a:srgbClr val="FFFFFF"/>
                </a:solidFill>
              </a:rPr>
              <a:t> as necessidade das regionais, </a:t>
            </a:r>
            <a:endParaRPr sz="2970"/>
          </a:p>
          <a:p>
            <a:pPr indent="-1571625" lvl="2" marL="2476880" rtl="0" algn="l">
              <a:spcBef>
                <a:spcPts val="600"/>
              </a:spcBef>
              <a:spcAft>
                <a:spcPts val="0"/>
              </a:spcAft>
              <a:buSzPts val="2228"/>
              <a:buChar char="■"/>
            </a:pPr>
            <a:r>
              <a:rPr lang="en-US" sz="2970">
                <a:solidFill>
                  <a:srgbClr val="FFFFFF"/>
                </a:solidFill>
              </a:rPr>
              <a:t>quais arquivos vc devera criar</a:t>
            </a:r>
            <a:endParaRPr sz="2970"/>
          </a:p>
          <a:p>
            <a:pPr indent="-1571625" lvl="2" marL="2476880" rtl="0" algn="l">
              <a:spcBef>
                <a:spcPts val="600"/>
              </a:spcBef>
              <a:spcAft>
                <a:spcPts val="0"/>
              </a:spcAft>
              <a:buSzPts val="2228"/>
              <a:buChar char="■"/>
            </a:pPr>
            <a:r>
              <a:rPr lang="en-US" sz="2970">
                <a:solidFill>
                  <a:srgbClr val="FFFFFF"/>
                </a:solidFill>
              </a:rPr>
              <a:t>quais os relatórios necessários</a:t>
            </a:r>
            <a:endParaRPr sz="2970"/>
          </a:p>
          <a:p>
            <a:pPr indent="-1571625" lvl="2" marL="2476880" rtl="0" algn="l">
              <a:spcBef>
                <a:spcPts val="600"/>
              </a:spcBef>
              <a:spcAft>
                <a:spcPts val="0"/>
              </a:spcAft>
              <a:buSzPts val="2228"/>
              <a:buChar char="■"/>
            </a:pPr>
            <a:r>
              <a:rPr lang="en-US" sz="2970">
                <a:solidFill>
                  <a:srgbClr val="FFFFFF"/>
                </a:solidFill>
              </a:rPr>
              <a:t>como controlar os vendedores</a:t>
            </a:r>
            <a:endParaRPr sz="2970"/>
          </a:p>
          <a:p>
            <a:pPr indent="-1571625" lvl="2" marL="2476880" rtl="0" algn="l">
              <a:spcBef>
                <a:spcPts val="600"/>
              </a:spcBef>
              <a:spcAft>
                <a:spcPts val="0"/>
              </a:spcAft>
              <a:buSzPts val="2228"/>
              <a:buChar char="■"/>
            </a:pPr>
            <a:r>
              <a:rPr lang="en-US" sz="2970">
                <a:solidFill>
                  <a:srgbClr val="FFFFFF"/>
                </a:solidFill>
              </a:rPr>
              <a:t>quais os relatórios gerenciais</a:t>
            </a:r>
            <a:endParaRPr sz="2970"/>
          </a:p>
          <a:p>
            <a:pPr indent="-1571625" lvl="2" marL="2476880" rtl="0" algn="l">
              <a:spcBef>
                <a:spcPts val="600"/>
              </a:spcBef>
              <a:spcAft>
                <a:spcPts val="0"/>
              </a:spcAft>
              <a:buSzPts val="2228"/>
              <a:buChar char="■"/>
            </a:pPr>
            <a:r>
              <a:rPr lang="en-US" sz="2970">
                <a:solidFill>
                  <a:srgbClr val="FFFFFF"/>
                </a:solidFill>
              </a:rPr>
              <a:t>quais os principais problemas</a:t>
            </a:r>
            <a:endParaRPr sz="2970"/>
          </a:p>
          <a:p>
            <a:pPr indent="-1571625" lvl="2" marL="2476880" rtl="0" algn="l">
              <a:spcBef>
                <a:spcPts val="600"/>
              </a:spcBef>
              <a:spcAft>
                <a:spcPts val="0"/>
              </a:spcAft>
              <a:buSzPts val="2228"/>
              <a:buChar char="■"/>
            </a:pPr>
            <a:r>
              <a:rPr lang="en-US" sz="2970">
                <a:solidFill>
                  <a:srgbClr val="FFFFFF"/>
                </a:solidFill>
              </a:rPr>
              <a:t>quais departamentos dependem das informações que devem ser passadas.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63" name="Google Shape;163;p17"/>
          <p:cNvSpPr/>
          <p:nvPr/>
        </p:nvSpPr>
        <p:spPr>
          <a:xfrm>
            <a:off x="433136" y="1396994"/>
            <a:ext cx="8736263" cy="4278090"/>
          </a:xfrm>
          <a:prstGeom prst="rect">
            <a:avLst/>
          </a:prstGeom>
          <a:noFill/>
          <a:ln>
            <a:noFill/>
          </a:ln>
        </p:spPr>
        <p:txBody>
          <a:bodyPr anchorCtr="0" anchor="t" bIns="45700" lIns="45700" spcFirstLastPara="1" rIns="45700" wrap="square" tIns="45700">
            <a:spAutoFit/>
          </a:bodyPr>
          <a:lstStyle/>
          <a:p>
            <a:pPr indent="-114300" lvl="1" marL="0" marR="0" rtl="0" algn="l">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 COM A AREA COMERCIAL:</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TODOS OS GASTOS DA AREA DEVEM SER ESTIMADOS, PARA O ANO E DIVIDIDOS MES A MES, FORMANDO ASSIM O BUDGET DA DIVISÃO DE VENDAS.</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QUALQUER AUMENTO DE PESSOAL PARA UMA DETERMINADA AREA DEVE SER JUSTIFICADA, POIS UM VENDEDOR, SIGNIFICA, CARRO, SALARIO, CELULAR, NOTEBOOK, DIARIAS, REFEIÇÕES, ESTADIAS EM HOTEIS, VIAGENS, DESPESAS DE TREINAMENTO, SEGUROS DE VIDA E DO CARRO, ETC.</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A CRIAÇÃO DE UMA NOVA AREA DE VENDAS, ABRANGENDO UM ESTADO OU MESMO ALGUMAS CIDADES, NORMALMENTE NECESSITA DE UM AVAL DO MARKETING, JUSTIFICANDO O CRESCIMENTO DA REGIAO. MESMO ASSIM A AREA COMERCIAL PEDE O AVAL DO PRESIDENTE, POIS A GRANA EH ALTA.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3"/>
                                        </p:tgtEl>
                                        <p:attrNameLst>
                                          <p:attrName>style.visibility</p:attrName>
                                        </p:attrNameLst>
                                      </p:cBhvr>
                                      <p:to>
                                        <p:strVal val="visible"/>
                                      </p:to>
                                    </p:set>
                                    <p:anim calcmode="lin" valueType="num">
                                      <p:cBhvr additive="base">
                                        <p:cTn dur="500"/>
                                        <p:tgtEl>
                                          <p:spTgt spid="16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69" name="Google Shape;169;p18"/>
          <p:cNvSpPr/>
          <p:nvPr/>
        </p:nvSpPr>
        <p:spPr>
          <a:xfrm>
            <a:off x="288758" y="880981"/>
            <a:ext cx="8657474" cy="464742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r>
              <a:rPr b="0" i="0" lang="en-US" sz="2400" u="none" cap="none" strike="noStrike">
                <a:solidFill>
                  <a:srgbClr val="FFFFFF"/>
                </a:solidFill>
                <a:latin typeface="Arial"/>
                <a:ea typeface="Arial"/>
                <a:cs typeface="Arial"/>
                <a:sym typeface="Arial"/>
              </a:rPr>
              <a:t>COM O MARKETING:</a:t>
            </a:r>
            <a:endParaRPr b="0" i="0" sz="18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MARKETING EH QUEM ALIMENTA A AREA DE VENDAS COM SUAS ESTIMATIVAS E EH TAMBEM QUEM MAIS DA MOTIVOS PARA BRIGAS COM VENDAS.</a:t>
            </a:r>
            <a:endParaRPr b="0" i="0" sz="18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GERALMENTE NO MES DE SETEMBRO SAO ENTREGUES AS PREVISÕES E ESTIMATIVAS PARA O ANO SEGUINTE, QUE SAO DISCUTIDAS ATE FINS DE NOVEMBRO ENTRE VENDAS, COMERCIAL, PRODUÇÃO E O PROPRIO MARKETING, COM A PARTICIPAÇÃO ESPORADICA DE LOGISTICA. O RH SEMPRE EH CONVIDADO QUANDO HA UMA EXPANSÃO DE AREA, COM A CRIAÇÃO DE UMA NOVA REGIONAL E EH PRECISO A CONTRATAÇÃO DE INÚMERAS PESSOAS.</a:t>
            </a:r>
            <a:endParaRPr b="0" i="0" sz="18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AS METAS DE VENDAS, SAO ESTIPULADAS POR REGIAO E NAO NECESSARIAMENTE SAO IGUAIS PARA CADA REGIAO, POIS INÚMEROS FATORES SAO LEVADOS EM CONTA.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500"/>
                                        <p:tgtEl>
                                          <p:spTgt spid="16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75" name="Google Shape;175;p19"/>
          <p:cNvSpPr/>
          <p:nvPr/>
        </p:nvSpPr>
        <p:spPr>
          <a:xfrm>
            <a:off x="192505" y="868281"/>
            <a:ext cx="8753727" cy="44114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r>
              <a:rPr b="0" i="0" lang="en-US" sz="1800" u="none" cap="none" strike="noStrike">
                <a:solidFill>
                  <a:srgbClr val="FFFFFF"/>
                </a:solidFill>
                <a:latin typeface="Arial"/>
                <a:ea typeface="Arial"/>
                <a:cs typeface="Arial"/>
                <a:sym typeface="Arial"/>
              </a:rPr>
              <a:t>COM O MARKETING:</a:t>
            </a:r>
            <a:endParaRPr b="0" i="0" sz="18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DIRETOR GERAL DE VENDAS COM ESSAS ESTIMATIVAS, DISCUTE A POSSIBILIDADE DESSAS METAS SEREM CUMPRIDAS COM CADA DIRETOR OU GERENTE REGIONAL. ELES ASSUMIRÃO A RESPONSABILIDADE OU NAO PELO CUMPRIMENTO DAS MESMAS.</a:t>
            </a:r>
            <a:endParaRPr b="0" i="0" sz="18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FECHADAS AS METAS EM VENDAS, VOLTA A DISCUSSÃO PARA O COMITE GERAL, ONDE ALGUMAS DESSAS METAS SERAO REDISCUTIDAS, NAO SOH COM MARKETING, MAS TAMBEM COM OS OUTROS ENVOLVIDOS.</a:t>
            </a:r>
            <a:endParaRPr b="0" i="0" sz="18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ESSA EH UMA BRIGA BOA, POIS POR EXEMPLO, A PRODUÇÃO PODE ALEGAR QUE NAO TEM COMO CONTEMPLAR AS VENDAS POIS FALTA MAQUINARIA SUFICIENTE. </a:t>
            </a:r>
            <a:endParaRPr b="0" i="0" sz="1800" u="none" cap="none" strike="noStrike">
              <a:solidFill>
                <a:srgbClr val="FFFFFF"/>
              </a:solidFill>
              <a:latin typeface="Times New Roman"/>
              <a:ea typeface="Times New Roman"/>
              <a:cs typeface="Times New Roman"/>
              <a:sym typeface="Times New Roman"/>
            </a:endParaRPr>
          </a:p>
          <a:p>
            <a:pPr indent="-663806" lvl="1" marL="1121007"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LOGÍSTICA PODE ALEGAR QUE NAO TEM COM FAZER AS ENTREGAS EM DETERMINADAS REGIÕES, ETC.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500"/>
                                        <p:tgtEl>
                                          <p:spTgt spid="17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81" name="Google Shape;181;p20"/>
          <p:cNvSpPr/>
          <p:nvPr/>
        </p:nvSpPr>
        <p:spPr>
          <a:xfrm>
            <a:off x="324853" y="1126832"/>
            <a:ext cx="8806447" cy="427809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COM PRODUÇÃO:</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SE O AUMENTO DO VOLUME DE VENDAS FOR SUBSTANCIAL, A PRODUÇÃO PODE TER PROBLEMAS DE ESPACO, DE MAQUINARIO, DE PESSOAL,ETC. QUE PODEM IMPEDIR QUE AS METAS SEJAM CUMPRIDAS, O QUE RESULTARIA DESPERDÍCIO DA FORCA DE VENDAS E DE DINHEIRO. ESSE EH O MOMENTO QUE A PRODUÇÃO PEDE DINHEIRO PARA EXPANDIR SUAS LINHAS.</a:t>
            </a:r>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LOGÍSTICA</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EXISTEM AREAS, ONDE AS TRANSPORTADORAS NAO CHEGAM OU NAO EXISTEM TRANSPORTADORAS PARA O LOCAL. OS FRETES FICARIAM ABSURDOS E SERIA NECESSÁRIO UMA REDE DE DISTRIBUIÇÃO DE TERCEIROS, PARA OS CUSTOS FICAREM RAZOÁVEIS. ESSES TERCEIROS UTILIZAM BARCOS NESSES LOCAIS E DOMINAM OS TRANSPORTES. (ACRE, RONDÔNIA)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87" name="Google Shape;187;p21"/>
          <p:cNvSpPr/>
          <p:nvPr/>
        </p:nvSpPr>
        <p:spPr>
          <a:xfrm>
            <a:off x="252662" y="1154033"/>
            <a:ext cx="8693569" cy="400109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COM RH:</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CONTRATAR PESSOAS NO SUDESTE, SUL, CENTRO OESTE EH UMA TAREFA RELATIVAMENTE FACIL, EM RELAÇÃO AO NORTE, NORDESTE E CENTRO NORTE. ALEM DA FALTA DE MAO DE OBRA QUALIFICADA, A FALTA DE INFRA- ESTRUTURA DIFICULTA MUITO O TRABALHO DAS PESSOAS. A MAO DE OBRA BARATA, FICA CARA PELA NECESSIDADE DE TREINAMENTO E DESPREPARO DAS PESSOAS.</a:t>
            </a:r>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COM T.I.</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EM AREAS, ONDE AS TELECOMUNICAÇÕES INEXISTEM, IMPOSSIBILITANDO A TRANSMISSÃO POR EXEMPLO DOS PEDIDOS DOS CLIENTES. SAO UTILIZADOS O FAX E EM ALGUNS LUGARES OS CORREIOS. TELEFONES SOH NAS CAPITAIS E A DEMANDA FICA SENDO PEQUENA PARA JUSTIFICAR MAIORES INVESTIMENTOS.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7"/>
                                        </p:tgtEl>
                                        <p:attrNameLst>
                                          <p:attrName>style.visibility</p:attrName>
                                        </p:attrNameLst>
                                      </p:cBhvr>
                                      <p:to>
                                        <p:strVal val="visible"/>
                                      </p:to>
                                    </p:set>
                                    <p:anim calcmode="lin" valueType="num">
                                      <p:cBhvr additive="base">
                                        <p:cTn dur="500"/>
                                        <p:tgtEl>
                                          <p:spTgt spid="18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93" name="Google Shape;193;p22"/>
          <p:cNvSpPr/>
          <p:nvPr/>
        </p:nvSpPr>
        <p:spPr>
          <a:xfrm>
            <a:off x="0" y="977896"/>
            <a:ext cx="8946232" cy="3539426"/>
          </a:xfrm>
          <a:prstGeom prst="rect">
            <a:avLst/>
          </a:prstGeom>
          <a:noFill/>
          <a:ln>
            <a:noFill/>
          </a:ln>
        </p:spPr>
        <p:txBody>
          <a:bodyPr anchorCtr="0" anchor="t" bIns="45700" lIns="45700" spcFirstLastPara="1" rIns="45700" wrap="square" tIns="45700">
            <a:spAutoFit/>
          </a:bodyPr>
          <a:lstStyle/>
          <a:p>
            <a:pPr indent="228600" lvl="1"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 </a:t>
            </a:r>
            <a:r>
              <a:rPr b="0" i="0" lang="en-US" sz="2000" u="none" cap="none" strike="noStrike">
                <a:solidFill>
                  <a:srgbClr val="FFFFFF"/>
                </a:solidFill>
                <a:latin typeface="Arial"/>
                <a:ea typeface="Arial"/>
                <a:cs typeface="Arial"/>
                <a:sym typeface="Arial"/>
              </a:rPr>
              <a:t>O PEDIDO NASCE DA NECESSIDADE DO CLIENTE.</a:t>
            </a:r>
            <a:endParaRPr b="0" i="0" sz="20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VENDEDOR PODE TIRAR UM PEDIDO ATE POR TELEFONE, MAS ELE NECESSITA DA ASSINATURA DO CLIENTE, AUTORIZANDO AQUELA VENDA.</a:t>
            </a:r>
            <a:endParaRPr b="0" i="0" sz="20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OS VENDEDORES TEM ACOPLADO AO SEU NOTE UMA PEQUENA IMPRESSORA, QUE EMITE UM RESUMO DO PEDIDO QUE FOI TIRADO E QUE ELE FORNECE AO COMPRADOR PARA DEVIDA AUTORIZAÇÃO.</a:t>
            </a:r>
            <a:endParaRPr b="0" i="0" sz="2000" u="none" cap="none" strike="noStrike">
              <a:solidFill>
                <a:srgbClr val="FFFFFF"/>
              </a:solidFill>
              <a:latin typeface="Times New Roman"/>
              <a:ea typeface="Times New Roman"/>
              <a:cs typeface="Times New Roman"/>
              <a:sym typeface="Times New Roman"/>
            </a:endParaRPr>
          </a:p>
          <a:p>
            <a:pPr indent="0" lvl="0" marL="0" marR="0" rtl="0" algn="l">
              <a:spcBef>
                <a:spcPts val="8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QUANDO HA PROBLEMA DE COMUNICAÇÃO POR FALTA DE ALGUMA COISA, O VENDEDOR UTILIZA UM BLOCO DE PEDIDOS E FAZ O PEDIDO MANUALMENTE, PARA DEPOIS TRANSMITI-LO DE OUTRO LOCAL</a:t>
            </a:r>
            <a:r>
              <a:rPr b="0" i="0" lang="en-US" sz="2200" u="none" cap="none" strike="noStrike">
                <a:solidFill>
                  <a:srgbClr val="FFFFFF"/>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3"/>
                                        </p:tgtEl>
                                        <p:attrNameLst>
                                          <p:attrName>style.visibility</p:attrName>
                                        </p:attrNameLst>
                                      </p:cBhvr>
                                      <p:to>
                                        <p:strVal val="visible"/>
                                      </p:to>
                                    </p:set>
                                    <p:anim calcmode="lin" valueType="num">
                                      <p:cBhvr additive="base">
                                        <p:cTn dur="500"/>
                                        <p:tgtEl>
                                          <p:spTgt spid="19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199" name="Google Shape;199;p23"/>
          <p:cNvSpPr/>
          <p:nvPr/>
        </p:nvSpPr>
        <p:spPr>
          <a:xfrm>
            <a:off x="228600" y="1287382"/>
            <a:ext cx="8650705" cy="4370423"/>
          </a:xfrm>
          <a:prstGeom prst="rect">
            <a:avLst/>
          </a:prstGeom>
          <a:noFill/>
          <a:ln>
            <a:noFill/>
          </a:ln>
        </p:spPr>
        <p:txBody>
          <a:bodyPr anchorCtr="0" anchor="t" bIns="45700" lIns="45700" spcFirstLastPara="1" rIns="45700" wrap="square" tIns="45700">
            <a:spAutoFit/>
          </a:bodyPr>
          <a:lstStyle/>
          <a:p>
            <a:pPr indent="-127000" lvl="1" marL="0" marR="0" rtl="0" algn="l">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 </a:t>
            </a:r>
            <a:r>
              <a:rPr b="0" i="0" lang="en-US" sz="1800" u="none" cap="none" strike="noStrike">
                <a:solidFill>
                  <a:srgbClr val="FFFFFF"/>
                </a:solidFill>
                <a:latin typeface="Arial"/>
                <a:ea typeface="Arial"/>
                <a:cs typeface="Arial"/>
                <a:sym typeface="Arial"/>
              </a:rPr>
              <a:t>O COMPRADOR FICA COM UMA COPIA DESSE PEDIDO, QUE PODERA SERVIR COMO ENTRADA PARA SEUS SISTEMAS INFORMATIZADOS.</a:t>
            </a:r>
            <a:endParaRPr b="0" i="0" sz="1800" u="none" cap="none" strike="noStrike">
              <a:solidFill>
                <a:srgbClr val="FFFFFF"/>
              </a:solidFill>
              <a:latin typeface="Times New Roman"/>
              <a:ea typeface="Times New Roman"/>
              <a:cs typeface="Times New Roman"/>
              <a:sym typeface="Times New Roman"/>
            </a:endParaRPr>
          </a:p>
          <a:p>
            <a:pPr indent="-114300" lvl="1" marL="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ESSE PEDIDO QUANDO VAI PARA PROCESSAMENTO, PASSA POR UMA TRIAGEM, ONDE SE VERIFICA:</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TODOS OS DADOS DO CLIENTE.</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OS DADOS REFERENTES A ENTREGA (LOCAIS)</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SE EXISTE ESTOQUE PARA TODOS OS ITENS </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SE 75% DOS ITENS PODEM SER ATENDIDOS</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SE EXISTEM OUTROS PEDIDOS PENDENTES</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SE NAO EXISTE INADIMPLENCIA.</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SE NAO EXISTE RESTRIÇÕES DE HORÁRIO</a:t>
            </a:r>
            <a:endParaRPr b="0" i="0" sz="1800" u="none" cap="none" strike="noStrike">
              <a:solidFill>
                <a:srgbClr val="FFFFFF"/>
              </a:solidFill>
              <a:latin typeface="Times New Roman"/>
              <a:ea typeface="Times New Roman"/>
              <a:cs typeface="Times New Roman"/>
              <a:sym typeface="Times New Roman"/>
            </a:endParaRPr>
          </a:p>
          <a:p>
            <a:pPr indent="-114300" lvl="1" marL="45720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SE NAO EXISTE RESTRIÇÕES RELIGIOSAS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205" name="Google Shape;205;p24"/>
          <p:cNvSpPr/>
          <p:nvPr/>
        </p:nvSpPr>
        <p:spPr>
          <a:xfrm>
            <a:off x="348916" y="1211182"/>
            <a:ext cx="8530389" cy="4688459"/>
          </a:xfrm>
          <a:prstGeom prst="rect">
            <a:avLst/>
          </a:prstGeom>
          <a:noFill/>
          <a:ln>
            <a:noFill/>
          </a:ln>
        </p:spPr>
        <p:txBody>
          <a:bodyPr anchorCtr="0" anchor="t" bIns="45700" lIns="45700" spcFirstLastPara="1" rIns="45700" wrap="square" tIns="45700">
            <a:spAutoFit/>
          </a:bodyPr>
          <a:lstStyle/>
          <a:p>
            <a:pPr indent="-127000" lvl="1" marL="0" marR="0" rtl="0" algn="l">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 D</a:t>
            </a:r>
            <a:r>
              <a:rPr b="0" i="0" lang="en-US" sz="1800" u="none" cap="none" strike="noStrike">
                <a:solidFill>
                  <a:srgbClr val="FFFFFF"/>
                </a:solidFill>
                <a:latin typeface="Arial"/>
                <a:ea typeface="Arial"/>
                <a:cs typeface="Arial"/>
                <a:sym typeface="Arial"/>
              </a:rPr>
              <a:t>EPOIS DE PASSAR POR ESSA TRIAGEM, O PEDIDO PODE SER FATURADO E A NOTA FISCAL PODE SER EMITIDA, CONTENDO AS OBSERVAÇÕES NECESSÁRIAS.</a:t>
            </a:r>
            <a:endParaRPr b="0" i="0" sz="1800" u="none" cap="none" strike="noStrike">
              <a:solidFill>
                <a:srgbClr val="FFFFFF"/>
              </a:solidFill>
              <a:latin typeface="Times New Roman"/>
              <a:ea typeface="Times New Roman"/>
              <a:cs typeface="Times New Roman"/>
              <a:sym typeface="Times New Roman"/>
            </a:endParaRPr>
          </a:p>
          <a:p>
            <a:pPr indent="-114300" lvl="1" marL="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AO MESMO TEMPO EH EMITIDA A FATURA QUE VAI PARA O BANCO. GERALMENTE EH O BANCO QUE SE ENCARREGA DE COBRAR OS CLIENTES. </a:t>
            </a:r>
            <a:endParaRPr b="0" i="0" sz="1800" u="none" cap="none" strike="noStrike">
              <a:solidFill>
                <a:srgbClr val="FFFFFF"/>
              </a:solidFill>
              <a:latin typeface="Times New Roman"/>
              <a:ea typeface="Times New Roman"/>
              <a:cs typeface="Times New Roman"/>
              <a:sym typeface="Times New Roman"/>
            </a:endParaRPr>
          </a:p>
          <a:p>
            <a:pPr indent="-114300" lvl="1" marL="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ALGUNS CLIENTES SOLICITAM QUE A FATURA SEJA ENTREGUE JUNTO COM A NOTA FISCAL, SEM BANCO, MAS SAO CLIENTES ESPECIAIS, COM TRATAMENTOS TAMBEM ESPECIAIS.</a:t>
            </a:r>
            <a:endParaRPr b="0" i="0" sz="1800" u="none" cap="none" strike="noStrike">
              <a:solidFill>
                <a:srgbClr val="FFFFFF"/>
              </a:solidFill>
              <a:latin typeface="Times New Roman"/>
              <a:ea typeface="Times New Roman"/>
              <a:cs typeface="Times New Roman"/>
              <a:sym typeface="Times New Roman"/>
            </a:endParaRPr>
          </a:p>
          <a:p>
            <a:pPr indent="-114300" lvl="1" marL="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ALGUNS CLIENTES PAGAM ANTECIPADAMENTE E CONSEGUEM UM DESCONTO AINDA MAIOR QUE OS PAGAMENTOS A VISTA.</a:t>
            </a:r>
            <a:endParaRPr b="0" i="0" sz="1800" u="none" cap="none" strike="noStrike">
              <a:solidFill>
                <a:srgbClr val="FFFFFF"/>
              </a:solidFill>
              <a:latin typeface="Times New Roman"/>
              <a:ea typeface="Times New Roman"/>
              <a:cs typeface="Times New Roman"/>
              <a:sym typeface="Times New Roman"/>
            </a:endParaRPr>
          </a:p>
          <a:p>
            <a:pPr indent="-114300" lvl="1" marL="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O PEDIDO EH ENCERRADO, QUANDO DO PAGAMENTO DO MESMO, SENDO QUE ALGUNS, POR EXEMPLO ; OS QUE FICARAM PENDENTES PODEM VIR A SER CANCELADOS. ISSO AFETA DIRETAMENTE O BONUS DOS VENDEDORES.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500"/>
                                        <p:tgtEl>
                                          <p:spTgt spid="20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txBox="1"/>
          <p:nvPr>
            <p:ph idx="12" type="sldNum"/>
          </p:nvPr>
        </p:nvSpPr>
        <p:spPr>
          <a:xfrm>
            <a:off x="6553200" y="6248398"/>
            <a:ext cx="1905000" cy="374529"/>
          </a:xfrm>
          <a:prstGeom prst="rect">
            <a:avLst/>
          </a:prstGeom>
          <a:noFill/>
          <a:ln>
            <a:noFill/>
          </a:ln>
        </p:spPr>
        <p:txBody>
          <a:bodyPr anchorCtr="0" anchor="t" bIns="0" lIns="0" spcFirstLastPara="1" rIns="0" wrap="square" tIns="0">
            <a:normAutofit/>
          </a:bodyPr>
          <a:lstStyle/>
          <a:p>
            <a:pPr indent="-616920" lvl="0" marL="616920" marR="0" rtl="0" algn="r">
              <a:spcBef>
                <a:spcPts val="0"/>
              </a:spcBef>
              <a:spcAft>
                <a:spcPts val="0"/>
              </a:spcAft>
              <a:buClr>
                <a:srgbClr val="FFFFFF"/>
              </a:buClr>
              <a:buSzPts val="1200"/>
              <a:buFont typeface="Arial"/>
              <a:buChar char="•"/>
            </a:pPr>
            <a:fld id="{00000000-1234-1234-1234-123412341234}" type="slidenum">
              <a:rPr b="0" i="0" lang="en-US" sz="1200" u="none" cap="none" strike="noStrike">
                <a:solidFill>
                  <a:srgbClr val="FFFFFF"/>
                </a:solidFill>
                <a:latin typeface="Times New Roman"/>
                <a:ea typeface="Times New Roman"/>
                <a:cs typeface="Times New Roman"/>
                <a:sym typeface="Times New Roman"/>
              </a:rPr>
              <a:t>‹#›</a:t>
            </a:fld>
            <a:endParaRPr b="0" i="0" sz="1200" u="none" cap="none" strike="noStrike">
              <a:solidFill>
                <a:srgbClr val="FFFFFF"/>
              </a:solidFill>
              <a:latin typeface="Times New Roman"/>
              <a:ea typeface="Times New Roman"/>
              <a:cs typeface="Times New Roman"/>
              <a:sym typeface="Times New Roman"/>
            </a:endParaRPr>
          </a:p>
        </p:txBody>
      </p:sp>
      <p:sp>
        <p:nvSpPr>
          <p:cNvPr id="211" name="Google Shape;211;p25"/>
          <p:cNvSpPr/>
          <p:nvPr/>
        </p:nvSpPr>
        <p:spPr>
          <a:xfrm>
            <a:off x="-2667007" y="304794"/>
            <a:ext cx="11380453" cy="1417459"/>
          </a:xfrm>
          <a:prstGeom prst="rect">
            <a:avLst/>
          </a:prstGeom>
          <a:noFill/>
          <a:ln>
            <a:noFill/>
          </a:ln>
        </p:spPr>
        <p:txBody>
          <a:bodyPr anchorCtr="0" anchor="t" bIns="45700" lIns="45700" spcFirstLastPara="1" rIns="45700" wrap="square" tIns="45700">
            <a:spAutoFit/>
          </a:bodyPr>
          <a:lstStyle/>
          <a:p>
            <a:pPr indent="-11641459" lvl="0" marL="11755759" marR="0" rtl="0" algn="l">
              <a:spcBef>
                <a:spcPts val="0"/>
              </a:spcBef>
              <a:spcAft>
                <a:spcPts val="0"/>
              </a:spcAft>
              <a:buClr>
                <a:srgbClr val="FFFFFF"/>
              </a:buClr>
              <a:buSzPts val="1800"/>
              <a:buFont typeface="Arial"/>
              <a:buNone/>
            </a:pPr>
            <a:r>
              <a:t/>
            </a:r>
            <a:endParaRPr b="0" i="0" sz="1800" u="none" cap="none" strike="noStrike">
              <a:latin typeface="Helvetica Neue"/>
              <a:ea typeface="Helvetica Neue"/>
              <a:cs typeface="Helvetica Neue"/>
              <a:sym typeface="Helvetica Neue"/>
            </a:endParaRPr>
          </a:p>
        </p:txBody>
      </p:sp>
      <p:sp>
        <p:nvSpPr>
          <p:cNvPr id="212" name="Google Shape;212;p25"/>
          <p:cNvSpPr/>
          <p:nvPr/>
        </p:nvSpPr>
        <p:spPr>
          <a:xfrm>
            <a:off x="430554" y="1215319"/>
            <a:ext cx="8520941" cy="4862866"/>
          </a:xfrm>
          <a:prstGeom prst="rect">
            <a:avLst/>
          </a:prstGeom>
          <a:noFill/>
          <a:ln>
            <a:noFill/>
          </a:ln>
        </p:spPr>
        <p:txBody>
          <a:bodyPr anchorCtr="0" anchor="t" bIns="45700" lIns="45700" spcFirstLastPara="1" rIns="45700" wrap="square" tIns="45700">
            <a:spAutoFit/>
          </a:bodyPr>
          <a:lstStyle/>
          <a:p>
            <a:pPr indent="-114300" lvl="1" marL="0" marR="0" rtl="0" algn="l">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 UM SUPER MERCADO PODE SER VISITADO POR ALGUNS VENDEDORES DA MESMA EMPRESA EX. UM VENDE ALIMENTOS, OUTRO SABAO, OUTRO PERFUMES, ETC.</a:t>
            </a:r>
            <a:endParaRPr b="0" i="0" sz="1800" u="none" cap="none" strike="noStrike">
              <a:solidFill>
                <a:srgbClr val="FFFFFF"/>
              </a:solidFill>
              <a:latin typeface="Times New Roman"/>
              <a:ea typeface="Times New Roman"/>
              <a:cs typeface="Times New Roman"/>
              <a:sym typeface="Times New Roman"/>
            </a:endParaRPr>
          </a:p>
          <a:p>
            <a:pPr indent="-3008858" lvl="0" marL="3123158"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114300" lvl="1" marL="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CADA PEDIDO TEM OS PRODUTOS DA SUA DIVISÃO, NAO SE VENDE SABAO COM ALIMENTOS OU PERFUMES, SAO COMPRADORES E VENDEDORES DIFERENTES, CADA UM ESPECIALIZADO NUM TIPO DE PRODUTO.</a:t>
            </a:r>
            <a:endParaRPr b="0" i="0" sz="1800" u="none" cap="none" strike="noStrike">
              <a:solidFill>
                <a:srgbClr val="FFFFFF"/>
              </a:solidFill>
              <a:latin typeface="Times New Roman"/>
              <a:ea typeface="Times New Roman"/>
              <a:cs typeface="Times New Roman"/>
              <a:sym typeface="Times New Roman"/>
            </a:endParaRPr>
          </a:p>
          <a:p>
            <a:pPr indent="-3008858" lvl="0" marL="3123158"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114300" lvl="1" marL="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HOJE, MUITAS EMPRESAS TEM ESSES PRODUTOS NA TELA DE SEUS COMPUTADORES, MAS PEDIDOS ON-LINE EXISTEM APENAS PARA UMA MINORIA DE CLIENTES CONSIDERADOS ESPECIAIS.</a:t>
            </a:r>
            <a:endParaRPr b="0" i="0" sz="1800" u="none" cap="none" strike="noStrike">
              <a:solidFill>
                <a:srgbClr val="FFFFFF"/>
              </a:solidFill>
              <a:latin typeface="Times New Roman"/>
              <a:ea typeface="Times New Roman"/>
              <a:cs typeface="Times New Roman"/>
              <a:sym typeface="Times New Roman"/>
            </a:endParaRPr>
          </a:p>
          <a:p>
            <a:pPr indent="-3008858" lvl="0" marL="3123158" marR="0" rtl="0" algn="l">
              <a:spcBef>
                <a:spcPts val="80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114300" lvl="1" marL="0" marR="0" rtl="0" algn="l">
              <a:spcBef>
                <a:spcPts val="80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O PAPEL IMPRESSO E ASSINADO, AINDA CONTINUA SENDO O PREFERIDO PARA COMPRA E VENDA DE PRODUTOS.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2"/>
                                        </p:tgtEl>
                                        <p:attrNameLst>
                                          <p:attrName>style.visibility</p:attrName>
                                        </p:attrNameLst>
                                      </p:cBhvr>
                                      <p:to>
                                        <p:strVal val="visible"/>
                                      </p:to>
                                    </p:set>
                                    <p:anim calcmode="lin" valueType="num">
                                      <p:cBhvr additive="base">
                                        <p:cTn dur="500"/>
                                        <p:tgtEl>
                                          <p:spTgt spid="21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idx="12" type="sldNum"/>
          </p:nvPr>
        </p:nvSpPr>
        <p:spPr>
          <a:xfrm>
            <a:off x="6553200" y="6248398"/>
            <a:ext cx="1905000" cy="490286"/>
          </a:xfrm>
          <a:prstGeom prst="rect">
            <a:avLst/>
          </a:prstGeom>
          <a:noFill/>
          <a:ln>
            <a:noFill/>
          </a:ln>
        </p:spPr>
        <p:txBody>
          <a:bodyPr anchorCtr="0" anchor="t" bIns="0" lIns="0" spcFirstLastPara="1" rIns="0" wrap="square" tIns="0">
            <a:normAutofit/>
          </a:bodyPr>
          <a:lstStyle/>
          <a:p>
            <a:pPr indent="-1142920" lvl="0" marL="1142920" marR="0" rtl="0" algn="r">
              <a:spcBef>
                <a:spcPts val="0"/>
              </a:spcBef>
              <a:spcAft>
                <a:spcPts val="0"/>
              </a:spcAft>
              <a:buClr>
                <a:srgbClr val="FFFFFF"/>
              </a:buClr>
              <a:buSzPts val="1400"/>
              <a:buFont typeface="Arial"/>
              <a:buChar char="•"/>
            </a:pPr>
            <a:fld id="{00000000-1234-1234-1234-123412341234}" type="slidenum">
              <a:rPr b="0" i="0" lang="en-US" sz="1400" u="none" cap="none" strike="noStrike">
                <a:solidFill>
                  <a:srgbClr val="FFFFFF"/>
                </a:solidFill>
                <a:latin typeface="Times New Roman"/>
                <a:ea typeface="Times New Roman"/>
                <a:cs typeface="Times New Roman"/>
                <a:sym typeface="Times New Roman"/>
              </a:rPr>
              <a:t>‹#›</a:t>
            </a:fld>
            <a:endParaRPr b="0" i="0" sz="1400" u="none" cap="none" strike="noStrike">
              <a:solidFill>
                <a:srgbClr val="FFFFFF"/>
              </a:solidFill>
              <a:latin typeface="Times New Roman"/>
              <a:ea typeface="Times New Roman"/>
              <a:cs typeface="Times New Roman"/>
              <a:sym typeface="Times New Roman"/>
            </a:endParaRPr>
          </a:p>
        </p:txBody>
      </p:sp>
      <p:sp>
        <p:nvSpPr>
          <p:cNvPr id="218" name="Google Shape;218;p26"/>
          <p:cNvSpPr txBox="1"/>
          <p:nvPr>
            <p:ph idx="4294967295" type="body"/>
          </p:nvPr>
        </p:nvSpPr>
        <p:spPr>
          <a:xfrm>
            <a:off x="291802" y="224383"/>
            <a:ext cx="8393411" cy="640923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SzPts val="4100"/>
              <a:buNone/>
            </a:pPr>
            <a:r>
              <a:rPr lang="en-US" sz="4100">
                <a:solidFill>
                  <a:srgbClr val="FFFFFF"/>
                </a:solidFill>
                <a:latin typeface="Helvetica Neue"/>
                <a:ea typeface="Helvetica Neue"/>
                <a:cs typeface="Helvetica Neue"/>
                <a:sym typeface="Helvetica Neue"/>
              </a:rPr>
              <a:t>As necessidade das regionais</a:t>
            </a:r>
            <a:endParaRPr sz="4100">
              <a:latin typeface="Helvetica Neue"/>
              <a:ea typeface="Helvetica Neue"/>
              <a:cs typeface="Helvetica Neue"/>
              <a:sym typeface="Helvetica Neue"/>
            </a:endParaRPr>
          </a:p>
          <a:p>
            <a:pPr indent="-737050" lvl="0" marL="737050" rtl="0" algn="l">
              <a:lnSpc>
                <a:spcPct val="150000"/>
              </a:lnSpc>
              <a:spcBef>
                <a:spcPts val="0"/>
              </a:spcBef>
              <a:spcAft>
                <a:spcPts val="0"/>
              </a:spcAft>
              <a:buClr>
                <a:srgbClr val="FFFFFF"/>
              </a:buClr>
              <a:buSzPts val="2300"/>
              <a:buFont typeface="Helvetica Neue"/>
              <a:buAutoNum type="arabicParenR"/>
            </a:pPr>
            <a:r>
              <a:rPr lang="en-US" sz="2300">
                <a:solidFill>
                  <a:srgbClr val="FFFFFF"/>
                </a:solidFill>
                <a:latin typeface="Helvetica Neue"/>
                <a:ea typeface="Helvetica Neue"/>
                <a:cs typeface="Helvetica Neue"/>
                <a:sym typeface="Helvetica Neue"/>
              </a:rPr>
              <a:t>Acompanhar os vendedores para suprir suas necessidades</a:t>
            </a:r>
            <a:endParaRPr sz="2300">
              <a:latin typeface="Helvetica Neue"/>
              <a:ea typeface="Helvetica Neue"/>
              <a:cs typeface="Helvetica Neue"/>
              <a:sym typeface="Helvetica Neue"/>
            </a:endParaRPr>
          </a:p>
          <a:p>
            <a:pPr indent="-737050" lvl="0" marL="737050" rtl="0" algn="l">
              <a:lnSpc>
                <a:spcPct val="150000"/>
              </a:lnSpc>
              <a:spcBef>
                <a:spcPts val="0"/>
              </a:spcBef>
              <a:spcAft>
                <a:spcPts val="0"/>
              </a:spcAft>
              <a:buClr>
                <a:srgbClr val="FFFFFF"/>
              </a:buClr>
              <a:buSzPts val="2300"/>
              <a:buFont typeface="Helvetica Neue"/>
              <a:buAutoNum type="arabicParenR"/>
            </a:pPr>
            <a:r>
              <a:rPr lang="en-US" sz="2300">
                <a:solidFill>
                  <a:srgbClr val="FFFFFF"/>
                </a:solidFill>
                <a:latin typeface="Helvetica Neue"/>
                <a:ea typeface="Helvetica Neue"/>
                <a:cs typeface="Helvetica Neue"/>
                <a:sym typeface="Helvetica Neue"/>
              </a:rPr>
              <a:t>Acompanhar as vendas de cada um (metas do mês)</a:t>
            </a:r>
            <a:endParaRPr sz="2300">
              <a:latin typeface="Helvetica Neue"/>
              <a:ea typeface="Helvetica Neue"/>
              <a:cs typeface="Helvetica Neue"/>
              <a:sym typeface="Helvetica Neue"/>
            </a:endParaRPr>
          </a:p>
          <a:p>
            <a:pPr indent="-737050" lvl="0" marL="737050" rtl="0" algn="l">
              <a:lnSpc>
                <a:spcPct val="150000"/>
              </a:lnSpc>
              <a:spcBef>
                <a:spcPts val="0"/>
              </a:spcBef>
              <a:spcAft>
                <a:spcPts val="0"/>
              </a:spcAft>
              <a:buClr>
                <a:srgbClr val="FFFFFF"/>
              </a:buClr>
              <a:buSzPts val="2300"/>
              <a:buFont typeface="Helvetica Neue"/>
              <a:buAutoNum type="arabicParenR"/>
            </a:pPr>
            <a:r>
              <a:rPr lang="en-US" sz="2300">
                <a:solidFill>
                  <a:srgbClr val="FFFFFF"/>
                </a:solidFill>
                <a:latin typeface="Helvetica Neue"/>
                <a:ea typeface="Helvetica Neue"/>
                <a:cs typeface="Helvetica Neue"/>
                <a:sym typeface="Helvetica Neue"/>
              </a:rPr>
              <a:t>Verificar os cálculos de bonus x vendas x cancelamentos</a:t>
            </a:r>
            <a:endParaRPr sz="2300">
              <a:latin typeface="Helvetica Neue"/>
              <a:ea typeface="Helvetica Neue"/>
              <a:cs typeface="Helvetica Neue"/>
              <a:sym typeface="Helvetica Neue"/>
            </a:endParaRPr>
          </a:p>
          <a:p>
            <a:pPr indent="-737050" lvl="0" marL="737050" rtl="0" algn="l">
              <a:lnSpc>
                <a:spcPct val="150000"/>
              </a:lnSpc>
              <a:spcBef>
                <a:spcPts val="0"/>
              </a:spcBef>
              <a:spcAft>
                <a:spcPts val="0"/>
              </a:spcAft>
              <a:buClr>
                <a:srgbClr val="FFFFFF"/>
              </a:buClr>
              <a:buSzPts val="2300"/>
              <a:buFont typeface="Helvetica Neue"/>
              <a:buAutoNum type="arabicParenR"/>
            </a:pPr>
            <a:r>
              <a:rPr lang="en-US" sz="2300">
                <a:solidFill>
                  <a:srgbClr val="FFFFFF"/>
                </a:solidFill>
                <a:latin typeface="Helvetica Neue"/>
                <a:ea typeface="Helvetica Neue"/>
                <a:cs typeface="Helvetica Neue"/>
                <a:sym typeface="Helvetica Neue"/>
              </a:rPr>
              <a:t>Verificar os clientes de cada área coberta pelo vendedor</a:t>
            </a:r>
            <a:endParaRPr sz="2300">
              <a:latin typeface="Helvetica Neue"/>
              <a:ea typeface="Helvetica Neue"/>
              <a:cs typeface="Helvetica Neue"/>
              <a:sym typeface="Helvetica Neue"/>
            </a:endParaRPr>
          </a:p>
          <a:p>
            <a:pPr indent="-737050" lvl="0" marL="737050" rtl="0" algn="l">
              <a:lnSpc>
                <a:spcPct val="150000"/>
              </a:lnSpc>
              <a:spcBef>
                <a:spcPts val="0"/>
              </a:spcBef>
              <a:spcAft>
                <a:spcPts val="0"/>
              </a:spcAft>
              <a:buClr>
                <a:srgbClr val="FFFFFF"/>
              </a:buClr>
              <a:buSzPts val="2300"/>
              <a:buFont typeface="Helvetica Neue"/>
              <a:buAutoNum type="arabicParenR"/>
            </a:pPr>
            <a:r>
              <a:rPr lang="en-US" sz="2300">
                <a:solidFill>
                  <a:srgbClr val="FFFFFF"/>
                </a:solidFill>
                <a:latin typeface="Helvetica Neue"/>
                <a:ea typeface="Helvetica Neue"/>
                <a:cs typeface="Helvetica Neue"/>
                <a:sym typeface="Helvetica Neue"/>
              </a:rPr>
              <a:t>Conferir a infra estrutura para o vendedor (carro/viagens/ajuda)</a:t>
            </a:r>
            <a:endParaRPr sz="2300">
              <a:latin typeface="Helvetica Neue"/>
              <a:ea typeface="Helvetica Neue"/>
              <a:cs typeface="Helvetica Neue"/>
              <a:sym typeface="Helvetica Neue"/>
            </a:endParaRPr>
          </a:p>
          <a:p>
            <a:pPr indent="-737050" lvl="0" marL="737050" rtl="0" algn="l">
              <a:lnSpc>
                <a:spcPct val="150000"/>
              </a:lnSpc>
              <a:spcBef>
                <a:spcPts val="0"/>
              </a:spcBef>
              <a:spcAft>
                <a:spcPts val="0"/>
              </a:spcAft>
              <a:buClr>
                <a:srgbClr val="FFFFFF"/>
              </a:buClr>
              <a:buSzPts val="2300"/>
              <a:buFont typeface="Helvetica Neue"/>
              <a:buAutoNum type="arabicParenR"/>
            </a:pPr>
            <a:r>
              <a:rPr lang="en-US" sz="2300">
                <a:solidFill>
                  <a:srgbClr val="FFFFFF"/>
                </a:solidFill>
                <a:latin typeface="Helvetica Neue"/>
                <a:ea typeface="Helvetica Neue"/>
                <a:cs typeface="Helvetica Neue"/>
                <a:sym typeface="Helvetica Neue"/>
              </a:rPr>
              <a:t>Atualizar o cadastro de clientes com as alterações enviadas</a:t>
            </a:r>
            <a:endParaRPr sz="2300">
              <a:solidFill>
                <a:srgbClr val="FFFFFF"/>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ph idx="12" type="sldNum"/>
          </p:nvPr>
        </p:nvSpPr>
        <p:spPr>
          <a:xfrm>
            <a:off x="6553200" y="6248398"/>
            <a:ext cx="1905000" cy="490286"/>
          </a:xfrm>
          <a:prstGeom prst="rect">
            <a:avLst/>
          </a:prstGeom>
          <a:noFill/>
          <a:ln>
            <a:noFill/>
          </a:ln>
        </p:spPr>
        <p:txBody>
          <a:bodyPr anchorCtr="0" anchor="t" bIns="0" lIns="0" spcFirstLastPara="1" rIns="0" wrap="square" tIns="0">
            <a:normAutofit/>
          </a:bodyPr>
          <a:lstStyle/>
          <a:p>
            <a:pPr indent="-1142920" lvl="0" marL="1142920" marR="0" rtl="0" algn="r">
              <a:spcBef>
                <a:spcPts val="0"/>
              </a:spcBef>
              <a:spcAft>
                <a:spcPts val="0"/>
              </a:spcAft>
              <a:buClr>
                <a:srgbClr val="FFFFFF"/>
              </a:buClr>
              <a:buSzPts val="1400"/>
              <a:buFont typeface="Arial"/>
              <a:buChar char="•"/>
            </a:pPr>
            <a:fld id="{00000000-1234-1234-1234-123412341234}" type="slidenum">
              <a:rPr b="0" i="0" lang="en-US" sz="1400" u="none" cap="none" strike="noStrike">
                <a:solidFill>
                  <a:srgbClr val="FFFFFF"/>
                </a:solidFill>
                <a:latin typeface="Times New Roman"/>
                <a:ea typeface="Times New Roman"/>
                <a:cs typeface="Times New Roman"/>
                <a:sym typeface="Times New Roman"/>
              </a:rPr>
              <a:t>‹#›</a:t>
            </a:fld>
            <a:endParaRPr b="0" i="0" sz="1400" u="none" cap="none" strike="noStrike">
              <a:solidFill>
                <a:srgbClr val="FFFFFF"/>
              </a:solidFill>
              <a:latin typeface="Times New Roman"/>
              <a:ea typeface="Times New Roman"/>
              <a:cs typeface="Times New Roman"/>
              <a:sym typeface="Times New Roman"/>
            </a:endParaRPr>
          </a:p>
        </p:txBody>
      </p:sp>
      <p:sp>
        <p:nvSpPr>
          <p:cNvPr id="224" name="Google Shape;224;p27"/>
          <p:cNvSpPr txBox="1"/>
          <p:nvPr>
            <p:ph idx="4294967295" type="body"/>
          </p:nvPr>
        </p:nvSpPr>
        <p:spPr>
          <a:xfrm>
            <a:off x="291802" y="224383"/>
            <a:ext cx="8393411" cy="640923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SzPts val="4100"/>
              <a:buNone/>
            </a:pPr>
            <a:r>
              <a:rPr lang="en-US" sz="4100">
                <a:solidFill>
                  <a:srgbClr val="FFFFFF"/>
                </a:solidFill>
                <a:latin typeface="Helvetica Neue"/>
                <a:ea typeface="Helvetica Neue"/>
                <a:cs typeface="Helvetica Neue"/>
                <a:sym typeface="Helvetica Neue"/>
              </a:rPr>
              <a:t>As necessidade das regionais</a:t>
            </a:r>
            <a:endParaRPr sz="4100">
              <a:latin typeface="Helvetica Neue"/>
              <a:ea typeface="Helvetica Neue"/>
              <a:cs typeface="Helvetica Neue"/>
              <a:sym typeface="Helvetica Neue"/>
            </a:endParaRPr>
          </a:p>
          <a:p>
            <a:pPr indent="0" lvl="0" marL="0" rtl="0" algn="l">
              <a:lnSpc>
                <a:spcPct val="150000"/>
              </a:lnSpc>
              <a:spcBef>
                <a:spcPts val="0"/>
              </a:spcBef>
              <a:spcAft>
                <a:spcPts val="0"/>
              </a:spcAft>
              <a:buClr>
                <a:srgbClr val="FFFFFF"/>
              </a:buClr>
              <a:buSzPts val="2300"/>
              <a:buNone/>
            </a:pPr>
            <a:r>
              <a:rPr lang="en-US" sz="2300">
                <a:solidFill>
                  <a:srgbClr val="FFFFFF"/>
                </a:solidFill>
                <a:latin typeface="Helvetica Neue"/>
                <a:ea typeface="Helvetica Neue"/>
                <a:cs typeface="Helvetica Neue"/>
                <a:sym typeface="Helvetica Neue"/>
              </a:rPr>
              <a:t>7 )   Atualizar as rotas de vendas quando acontecer algo na rota atual</a:t>
            </a:r>
            <a:endParaRPr sz="2300">
              <a:latin typeface="Helvetica Neue"/>
              <a:ea typeface="Helvetica Neue"/>
              <a:cs typeface="Helvetica Neue"/>
              <a:sym typeface="Helvetica Neue"/>
            </a:endParaRPr>
          </a:p>
          <a:p>
            <a:pPr indent="0" lvl="0" marL="0" rtl="0" algn="l">
              <a:lnSpc>
                <a:spcPct val="150000"/>
              </a:lnSpc>
              <a:spcBef>
                <a:spcPts val="0"/>
              </a:spcBef>
              <a:spcAft>
                <a:spcPts val="0"/>
              </a:spcAft>
              <a:buClr>
                <a:srgbClr val="FFFFFF"/>
              </a:buClr>
              <a:buSzPts val="2300"/>
              <a:buNone/>
            </a:pPr>
            <a:r>
              <a:rPr lang="en-US" sz="2300">
                <a:solidFill>
                  <a:srgbClr val="FFFFFF"/>
                </a:solidFill>
                <a:latin typeface="Helvetica Neue"/>
                <a:ea typeface="Helvetica Neue"/>
                <a:cs typeface="Helvetica Neue"/>
                <a:sym typeface="Helvetica Neue"/>
              </a:rPr>
              <a:t>8)     Comparativo entre estimativa x estatísticas do ano anterior</a:t>
            </a:r>
            <a:endParaRPr sz="2300">
              <a:latin typeface="Helvetica Neue"/>
              <a:ea typeface="Helvetica Neue"/>
              <a:cs typeface="Helvetica Neue"/>
              <a:sym typeface="Helvetica Neue"/>
            </a:endParaRPr>
          </a:p>
          <a:p>
            <a:pPr indent="0" lvl="0" marL="0" rtl="0" algn="l">
              <a:lnSpc>
                <a:spcPct val="150000"/>
              </a:lnSpc>
              <a:spcBef>
                <a:spcPts val="0"/>
              </a:spcBef>
              <a:spcAft>
                <a:spcPts val="0"/>
              </a:spcAft>
              <a:buClr>
                <a:srgbClr val="FFFFFF"/>
              </a:buClr>
              <a:buSzPts val="2300"/>
              <a:buNone/>
            </a:pPr>
            <a:r>
              <a:rPr lang="en-US" sz="2300">
                <a:solidFill>
                  <a:srgbClr val="FFFFFF"/>
                </a:solidFill>
                <a:latin typeface="Helvetica Neue"/>
                <a:ea typeface="Helvetica Neue"/>
                <a:cs typeface="Helvetica Neue"/>
                <a:sym typeface="Helvetica Neue"/>
              </a:rPr>
              <a:t>9)     Comparativo entre o real e o estimado para o mes.</a:t>
            </a:r>
            <a:endParaRPr sz="2300">
              <a:latin typeface="Helvetica Neue"/>
              <a:ea typeface="Helvetica Neue"/>
              <a:cs typeface="Helvetica Neue"/>
              <a:sym typeface="Helvetica Neue"/>
            </a:endParaRPr>
          </a:p>
          <a:p>
            <a:pPr indent="0" lvl="0" marL="0" rtl="0" algn="l">
              <a:lnSpc>
                <a:spcPct val="150000"/>
              </a:lnSpc>
              <a:spcBef>
                <a:spcPts val="0"/>
              </a:spcBef>
              <a:spcAft>
                <a:spcPts val="0"/>
              </a:spcAft>
              <a:buClr>
                <a:srgbClr val="FFFFFF"/>
              </a:buClr>
              <a:buSzPts val="2300"/>
              <a:buNone/>
            </a:pPr>
            <a:r>
              <a:rPr lang="en-US" sz="2300">
                <a:solidFill>
                  <a:srgbClr val="FFFFFF"/>
                </a:solidFill>
                <a:latin typeface="Helvetica Neue"/>
                <a:ea typeface="Helvetica Neue"/>
                <a:cs typeface="Helvetica Neue"/>
                <a:sym typeface="Helvetica Neue"/>
              </a:rPr>
              <a:t>10)   Atualizar os vendedores sobre ofertas e novos produtos.</a:t>
            </a:r>
            <a:endParaRPr sz="2300">
              <a:latin typeface="Helvetica Neue"/>
              <a:ea typeface="Helvetica Neue"/>
              <a:cs typeface="Helvetica Neue"/>
              <a:sym typeface="Helvetica Neue"/>
            </a:endParaRPr>
          </a:p>
          <a:p>
            <a:pPr indent="0" lvl="0" marL="0" rtl="0" algn="l">
              <a:lnSpc>
                <a:spcPct val="150000"/>
              </a:lnSpc>
              <a:spcBef>
                <a:spcPts val="0"/>
              </a:spcBef>
              <a:spcAft>
                <a:spcPts val="0"/>
              </a:spcAft>
              <a:buClr>
                <a:srgbClr val="FFFFFF"/>
              </a:buClr>
              <a:buSzPts val="2300"/>
              <a:buNone/>
            </a:pPr>
            <a:r>
              <a:rPr lang="en-US" sz="2300">
                <a:solidFill>
                  <a:srgbClr val="FFFFFF"/>
                </a:solidFill>
                <a:latin typeface="Helvetica Neue"/>
                <a:ea typeface="Helvetica Neue"/>
                <a:cs typeface="Helvetica Neue"/>
                <a:sym typeface="Helvetica Neue"/>
              </a:rPr>
              <a:t>11)   Fazer reunião com os vendedores que apresentam problemas (1.1)</a:t>
            </a:r>
            <a:endParaRPr sz="2300">
              <a:latin typeface="Helvetica Neue"/>
              <a:ea typeface="Helvetica Neue"/>
              <a:cs typeface="Helvetica Neue"/>
              <a:sym typeface="Helvetica Neue"/>
            </a:endParaRPr>
          </a:p>
          <a:p>
            <a:pPr indent="0" lvl="0" marL="0" rtl="0" algn="l">
              <a:lnSpc>
                <a:spcPct val="150000"/>
              </a:lnSpc>
              <a:spcBef>
                <a:spcPts val="0"/>
              </a:spcBef>
              <a:spcAft>
                <a:spcPts val="0"/>
              </a:spcAft>
              <a:buClr>
                <a:srgbClr val="FFFFFF"/>
              </a:buClr>
              <a:buSzPts val="2300"/>
              <a:buNone/>
            </a:pPr>
            <a:r>
              <a:rPr lang="en-US" sz="2300">
                <a:solidFill>
                  <a:srgbClr val="FFFFFF"/>
                </a:solidFill>
                <a:latin typeface="Helvetica Neue"/>
                <a:ea typeface="Helvetica Neue"/>
                <a:cs typeface="Helvetica Neue"/>
                <a:sym typeface="Helvetica Neue"/>
              </a:rPr>
              <a:t>12)   Solicitar atualização de documentação básica (plano de saúde/ seguro do carro/pneus/oficina/etc.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8"/>
          <p:cNvSpPr txBox="1"/>
          <p:nvPr>
            <p:ph idx="12" type="sldNum"/>
          </p:nvPr>
        </p:nvSpPr>
        <p:spPr>
          <a:xfrm>
            <a:off x="6553200" y="6248398"/>
            <a:ext cx="1905000" cy="490286"/>
          </a:xfrm>
          <a:prstGeom prst="rect">
            <a:avLst/>
          </a:prstGeom>
          <a:noFill/>
          <a:ln>
            <a:noFill/>
          </a:ln>
        </p:spPr>
        <p:txBody>
          <a:bodyPr anchorCtr="0" anchor="t" bIns="0" lIns="0" spcFirstLastPara="1" rIns="0" wrap="square" tIns="0">
            <a:normAutofit/>
          </a:bodyPr>
          <a:lstStyle/>
          <a:p>
            <a:pPr indent="-1142920" lvl="0" marL="1142920" marR="0" rtl="0" algn="r">
              <a:spcBef>
                <a:spcPts val="0"/>
              </a:spcBef>
              <a:spcAft>
                <a:spcPts val="0"/>
              </a:spcAft>
              <a:buClr>
                <a:srgbClr val="FFFFFF"/>
              </a:buClr>
              <a:buSzPts val="1400"/>
              <a:buFont typeface="Arial"/>
              <a:buChar char="•"/>
            </a:pPr>
            <a:fld id="{00000000-1234-1234-1234-123412341234}" type="slidenum">
              <a:rPr b="0" i="0" lang="en-US" sz="1400" u="none" cap="none" strike="noStrike">
                <a:solidFill>
                  <a:srgbClr val="FFFFFF"/>
                </a:solidFill>
                <a:latin typeface="Times New Roman"/>
                <a:ea typeface="Times New Roman"/>
                <a:cs typeface="Times New Roman"/>
                <a:sym typeface="Times New Roman"/>
              </a:rPr>
              <a:t>‹#›</a:t>
            </a:fld>
            <a:endParaRPr b="0" i="0" sz="1400" u="none" cap="none" strike="noStrike">
              <a:solidFill>
                <a:srgbClr val="FFFFFF"/>
              </a:solidFill>
              <a:latin typeface="Times New Roman"/>
              <a:ea typeface="Times New Roman"/>
              <a:cs typeface="Times New Roman"/>
              <a:sym typeface="Times New Roman"/>
            </a:endParaRPr>
          </a:p>
        </p:txBody>
      </p:sp>
      <p:sp>
        <p:nvSpPr>
          <p:cNvPr id="230" name="Google Shape;230;p28"/>
          <p:cNvSpPr txBox="1"/>
          <p:nvPr>
            <p:ph idx="4294967295" type="body"/>
          </p:nvPr>
        </p:nvSpPr>
        <p:spPr>
          <a:xfrm>
            <a:off x="291802" y="224383"/>
            <a:ext cx="8393411" cy="6409234"/>
          </a:xfrm>
          <a:prstGeom prst="rect">
            <a:avLst/>
          </a:prstGeom>
          <a:noFill/>
          <a:ln>
            <a:noFill/>
          </a:ln>
        </p:spPr>
        <p:txBody>
          <a:bodyPr anchorCtr="0" anchor="t" bIns="0" lIns="0" spcFirstLastPara="1" rIns="0" wrap="square" tIns="0">
            <a:normAutofit/>
          </a:bodyPr>
          <a:lstStyle/>
          <a:p>
            <a:pPr indent="0" lvl="0" marL="0" rtl="0" algn="ctr">
              <a:lnSpc>
                <a:spcPct val="150000"/>
              </a:lnSpc>
              <a:spcBef>
                <a:spcPts val="0"/>
              </a:spcBef>
              <a:spcAft>
                <a:spcPts val="0"/>
              </a:spcAft>
              <a:buClr>
                <a:srgbClr val="FFFFFF"/>
              </a:buClr>
              <a:buSzPts val="2800"/>
              <a:buNone/>
            </a:pPr>
            <a:r>
              <a:rPr lang="en-US" sz="2800">
                <a:solidFill>
                  <a:schemeClr val="lt1"/>
                </a:solidFill>
                <a:latin typeface="Helvetica Neue"/>
                <a:ea typeface="Helvetica Neue"/>
                <a:cs typeface="Helvetica Neue"/>
                <a:sym typeface="Helvetica Neue"/>
              </a:rPr>
              <a:t>CONCLUSAO</a:t>
            </a:r>
            <a:endParaRPr/>
          </a:p>
          <a:p>
            <a:pPr indent="0" lvl="0" marL="0" rtl="0" algn="l">
              <a:lnSpc>
                <a:spcPct val="150000"/>
              </a:lnSpc>
              <a:spcBef>
                <a:spcPts val="0"/>
              </a:spcBef>
              <a:spcAft>
                <a:spcPts val="0"/>
              </a:spcAft>
              <a:buClr>
                <a:srgbClr val="FFFFFF"/>
              </a:buClr>
              <a:buSzPts val="2300"/>
              <a:buNone/>
            </a:pPr>
            <a:r>
              <a:rPr lang="en-US" sz="2300">
                <a:solidFill>
                  <a:schemeClr val="lt1"/>
                </a:solidFill>
                <a:latin typeface="Helvetica Neue"/>
                <a:ea typeface="Helvetica Neue"/>
                <a:cs typeface="Helvetica Neue"/>
                <a:sym typeface="Helvetica Neue"/>
              </a:rPr>
              <a:t>PELO EXPOSTO, VCS PUDERAM VER QUE FICA QUASE IMPOSSIVEL UMA AREA DE VENDAS SOBREVIVER SEM A JUDA DE T.I.</a:t>
            </a:r>
            <a:endParaRPr/>
          </a:p>
          <a:p>
            <a:pPr indent="0" lvl="0" marL="0" rtl="0" algn="l">
              <a:lnSpc>
                <a:spcPct val="150000"/>
              </a:lnSpc>
              <a:spcBef>
                <a:spcPts val="0"/>
              </a:spcBef>
              <a:spcAft>
                <a:spcPts val="0"/>
              </a:spcAft>
              <a:buClr>
                <a:srgbClr val="FFFFFF"/>
              </a:buClr>
              <a:buSzPts val="2300"/>
              <a:buNone/>
            </a:pPr>
            <a:r>
              <a:rPr lang="en-US" sz="2300">
                <a:solidFill>
                  <a:schemeClr val="lt1"/>
                </a:solidFill>
                <a:latin typeface="Helvetica Neue"/>
                <a:ea typeface="Helvetica Neue"/>
                <a:cs typeface="Helvetica Neue"/>
                <a:sym typeface="Helvetica Neue"/>
              </a:rPr>
              <a:t>OS INUMEROS RELATORIOS QUE TEM QUE SER ANALISADOS, OS PENDENTES QUE TEM QUE ENTRAR NO FATURAMENTO, ETC. MOSTRA QUE SEM UMA ESTRUTURA ADEQUADA E UM SUPORTE DOS ESCRITORIOS REGIONAIS DE VENDAS, NÃO SERIA POSSIVEL ALCANCAR O VOLUME DE VENDAS ESPERADO.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a:themeElements>
    <a:clrScheme name="Default">
      <a:dk1>
        <a:srgbClr val="000000"/>
      </a:dk1>
      <a:lt1>
        <a:srgbClr val="FFFFFF"/>
      </a:lt1>
      <a:dk2>
        <a:srgbClr val="A7A7A7"/>
      </a:dk2>
      <a:lt2>
        <a:srgbClr val="535353"/>
      </a:lt2>
      <a:accent1>
        <a:srgbClr val="00CCCC"/>
      </a:accent1>
      <a:accent2>
        <a:srgbClr val="FF33CC"/>
      </a:accent2>
      <a:accent3>
        <a:srgbClr val="AAB8FF"/>
      </a:accent3>
      <a:accent4>
        <a:srgbClr val="DADADA"/>
      </a:accent4>
      <a:accent5>
        <a:srgbClr val="AAE2E2"/>
      </a:accent5>
      <a:accent6>
        <a:srgbClr val="E72DB9"/>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a:themeElements>
    <a:clrScheme name="Default">
      <a:dk1>
        <a:srgbClr val="000000"/>
      </a:dk1>
      <a:lt1>
        <a:srgbClr val="FFFFFF"/>
      </a:lt1>
      <a:dk2>
        <a:srgbClr val="A7A7A7"/>
      </a:dk2>
      <a:lt2>
        <a:srgbClr val="535353"/>
      </a:lt2>
      <a:accent1>
        <a:srgbClr val="00CCCC"/>
      </a:accent1>
      <a:accent2>
        <a:srgbClr val="FF33CC"/>
      </a:accent2>
      <a:accent3>
        <a:srgbClr val="AAB8FF"/>
      </a:accent3>
      <a:accent4>
        <a:srgbClr val="DADADA"/>
      </a:accent4>
      <a:accent5>
        <a:srgbClr val="AAE2E2"/>
      </a:accent5>
      <a:accent6>
        <a:srgbClr val="E72DB9"/>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