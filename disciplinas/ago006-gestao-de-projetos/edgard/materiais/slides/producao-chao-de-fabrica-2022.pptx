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65" r:id="rId4"/>
    <p:sldId id="264" r:id="rId5"/>
    <p:sldId id="258" r:id="rId6"/>
    <p:sldId id="259" r:id="rId7"/>
    <p:sldId id="260" r:id="rId8"/>
    <p:sldId id="266" r:id="rId9"/>
    <p:sldId id="270" r:id="rId10"/>
    <p:sldId id="271" r:id="rId11"/>
    <p:sldId id="261" r:id="rId12"/>
    <p:sldId id="267" r:id="rId13"/>
    <p:sldId id="262" r:id="rId14"/>
    <p:sldId id="268" r:id="rId15"/>
    <p:sldId id="263" r:id="rId16"/>
    <p:sldId id="269" r:id="rId17"/>
  </p:sldIdLst>
  <p:sldSz cx="13004800" cy="9753600"/>
  <p:notesSz cx="6858000" cy="9144000"/>
  <p:defaultTextStyle>
    <a:lvl1pPr algn="ctr" defTabSz="584200">
      <a:defRPr sz="3800">
        <a:latin typeface="+mj-lt"/>
        <a:ea typeface="+mj-ea"/>
        <a:cs typeface="+mj-cs"/>
        <a:sym typeface="Helvetica"/>
      </a:defRPr>
    </a:lvl1pPr>
    <a:lvl2pPr algn="ctr" defTabSz="584200">
      <a:defRPr sz="3800">
        <a:latin typeface="+mj-lt"/>
        <a:ea typeface="+mj-ea"/>
        <a:cs typeface="+mj-cs"/>
        <a:sym typeface="Helvetica"/>
      </a:defRPr>
    </a:lvl2pPr>
    <a:lvl3pPr algn="ctr" defTabSz="584200">
      <a:defRPr sz="3800">
        <a:latin typeface="+mj-lt"/>
        <a:ea typeface="+mj-ea"/>
        <a:cs typeface="+mj-cs"/>
        <a:sym typeface="Helvetica"/>
      </a:defRPr>
    </a:lvl3pPr>
    <a:lvl4pPr algn="ctr" defTabSz="584200">
      <a:defRPr sz="3800">
        <a:latin typeface="+mj-lt"/>
        <a:ea typeface="+mj-ea"/>
        <a:cs typeface="+mj-cs"/>
        <a:sym typeface="Helvetica"/>
      </a:defRPr>
    </a:lvl4pPr>
    <a:lvl5pPr algn="ctr" defTabSz="584200">
      <a:defRPr sz="3800">
        <a:latin typeface="+mj-lt"/>
        <a:ea typeface="+mj-ea"/>
        <a:cs typeface="+mj-cs"/>
        <a:sym typeface="Helvetica"/>
      </a:defRPr>
    </a:lvl5pPr>
    <a:lvl6pPr algn="ctr" defTabSz="584200">
      <a:defRPr sz="3800">
        <a:latin typeface="+mj-lt"/>
        <a:ea typeface="+mj-ea"/>
        <a:cs typeface="+mj-cs"/>
        <a:sym typeface="Helvetica"/>
      </a:defRPr>
    </a:lvl6pPr>
    <a:lvl7pPr algn="ctr" defTabSz="584200">
      <a:defRPr sz="3800">
        <a:latin typeface="+mj-lt"/>
        <a:ea typeface="+mj-ea"/>
        <a:cs typeface="+mj-cs"/>
        <a:sym typeface="Helvetica"/>
      </a:defRPr>
    </a:lvl7pPr>
    <a:lvl8pPr algn="ctr" defTabSz="584200">
      <a:defRPr sz="3800">
        <a:latin typeface="+mj-lt"/>
        <a:ea typeface="+mj-ea"/>
        <a:cs typeface="+mj-cs"/>
        <a:sym typeface="Helvetica"/>
      </a:defRPr>
    </a:lvl8pPr>
    <a:lvl9pPr algn="ctr" defTabSz="584200">
      <a:defRPr sz="3800">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Ref idx="maj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D2E9"/>
          </a:solidFill>
        </a:fill>
      </a:tcStyle>
    </a:wholeTbl>
    <a:band2H>
      <a:tcTxStyle/>
      <a:tcStyle>
        <a:tcBdr/>
        <a:fill>
          <a:solidFill>
            <a:srgbClr val="E6EAF4"/>
          </a:solidFill>
        </a:fill>
      </a:tcStyle>
    </a:band2H>
    <a:firstCol>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65C1"/>
          </a:solidFill>
        </a:fill>
      </a:tcStyle>
    </a:firstCol>
    <a:la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65C1"/>
          </a:solidFill>
        </a:fill>
      </a:tcStyle>
    </a:lastRow>
    <a:fir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65C1"/>
          </a:solidFill>
        </a:fill>
      </a:tcStyle>
    </a:firstRow>
  </a:tblStyle>
  <a:tblStyle styleId="{C7B018BB-80A7-4F77-B60F-C8B233D01FF8}" styleName="">
    <a:tblBg/>
    <a:wholeTbl>
      <a:tcTxStyle b="on" i="on">
        <a:fontRef idx="maj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DADB"/>
          </a:solidFill>
        </a:fill>
      </a:tcStyle>
    </a:wholeTbl>
    <a:band2H>
      <a:tcTxStyle/>
      <a:tcStyle>
        <a:tcBdr/>
        <a:fill>
          <a:solidFill>
            <a:srgbClr val="E6EDEE"/>
          </a:solidFill>
        </a:fill>
      </a:tcStyle>
    </a:band2H>
    <a:firstCol>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8C91"/>
          </a:solidFill>
        </a:fill>
      </a:tcStyle>
    </a:firstCol>
    <a:la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8C91"/>
          </a:solidFill>
        </a:fill>
      </a:tcStyle>
    </a:lastRow>
    <a:fir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8C91"/>
          </a:solidFill>
        </a:fill>
      </a:tcStyle>
    </a:firstRow>
  </a:tblStyle>
  <a:tblStyle styleId="{EEE7283C-3CF3-47DC-8721-378D4A62B228}" styleName="">
    <a:tblBg/>
    <a:wholeTbl>
      <a:tcTxStyle b="on" i="on">
        <a:fontRef idx="maj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7D7CB"/>
          </a:solidFill>
        </a:fill>
      </a:tcStyle>
    </a:wholeTbl>
    <a:band2H>
      <a:tcTxStyle/>
      <a:tcStyle>
        <a:tcBdr/>
        <a:fill>
          <a:solidFill>
            <a:srgbClr val="F3ECE7"/>
          </a:solidFill>
        </a:fill>
      </a:tcStyle>
    </a:band2H>
    <a:firstCol>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C8027"/>
          </a:solidFill>
        </a:fill>
      </a:tcStyle>
    </a:firstCol>
    <a:la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C8027"/>
          </a:solidFill>
        </a:fill>
      </a:tcStyle>
    </a:lastRow>
    <a:fir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C8027"/>
          </a:solidFill>
        </a:fill>
      </a:tcStyle>
    </a:firstRow>
  </a:tblStyle>
  <a:tblStyle styleId="{CF821DB8-F4EB-4A41-A1BA-3FCAFE7338EE}" styleName="">
    <a:tblBg/>
    <a:wholeTbl>
      <a:tcTxStyle b="on" i="on">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65C1"/>
          </a:solidFill>
        </a:fill>
      </a:tcStyle>
    </a:firstCol>
    <a:lastRow>
      <a:tcTxStyle b="on" i="on">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0065C1"/>
          </a:solidFill>
        </a:fill>
      </a:tcStyle>
    </a:firstRow>
  </a:tblStyle>
  <a:tblStyle styleId="{33BA23B1-9221-436E-865A-0063620EA4FD}" styleName="">
    <a:tblBg/>
    <a:wholeTbl>
      <a:tcTxStyle b="on" i="on">
        <a:fontRef idx="maj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alpha val="20000"/>
            </a:srgbClr>
          </a:solidFill>
        </a:fill>
      </a:tcStyle>
    </a:wholeTbl>
    <a:band2H>
      <a:tcTxStyle/>
      <a:tcStyle>
        <a:tcBdr/>
        <a:fill>
          <a:solidFill>
            <a:srgbClr val="FFFFFF"/>
          </a:solidFill>
        </a:fill>
      </a:tcStyle>
    </a:band2H>
    <a:firstCol>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alpha val="20000"/>
            </a:srgbClr>
          </a:solidFill>
        </a:fill>
      </a:tcStyle>
    </a:firstCol>
    <a:la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508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noFill/>
        </a:fill>
      </a:tcStyle>
    </a:lastRow>
    <a:fir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254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15"/>
  </p:normalViewPr>
  <p:slideViewPr>
    <p:cSldViewPr snapToGrid="0" snapToObjects="1">
      <p:cViewPr varScale="1">
        <p:scale>
          <a:sx n="74" d="100"/>
          <a:sy n="74" d="100"/>
        </p:scale>
        <p:origin x="182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9" name="Shape 29"/>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30" name="Shape 30"/>
          <p:cNvSpPr>
            <a:spLocks noGrp="1"/>
          </p:cNvSpPr>
          <p:nvPr>
            <p:ph type="body" sz="quarter" idx="1"/>
          </p:nvPr>
        </p:nvSpPr>
        <p:spPr>
          <a:xfrm>
            <a:off x="914400" y="4343400"/>
            <a:ext cx="5029200" cy="4114800"/>
          </a:xfrm>
          <a:prstGeom prst="rect">
            <a:avLst/>
          </a:prstGeom>
        </p:spPr>
        <p:txBody>
          <a:bodyPr/>
          <a:lstStyle/>
          <a:p>
            <a:pPr lvl="0"/>
            <a:endParaRPr/>
          </a:p>
        </p:txBody>
      </p:sp>
    </p:spTree>
  </p:cSld>
  <p:clrMap bg1="lt1" tx1="dk1" bg2="lt2" tx2="dk2" accent1="accent1" accent2="accent2" accent3="accent3" accent4="accent4" accent5="accent5" accent6="accent6" hlink="hlink" folHlink="folHlink"/>
  <p:notesStyle>
    <a:lvl1pPr defTabSz="457200">
      <a:lnSpc>
        <a:spcPct val="125000"/>
      </a:lnSpc>
      <a:defRPr sz="2400">
        <a:latin typeface="+mn-lt"/>
        <a:ea typeface="+mn-ea"/>
        <a:cs typeface="+mn-cs"/>
        <a:sym typeface="Avenir Roman"/>
      </a:defRPr>
    </a:lvl1pPr>
    <a:lvl2pPr indent="228600" defTabSz="457200">
      <a:lnSpc>
        <a:spcPct val="125000"/>
      </a:lnSpc>
      <a:defRPr sz="2400">
        <a:latin typeface="+mn-lt"/>
        <a:ea typeface="+mn-ea"/>
        <a:cs typeface="+mn-cs"/>
        <a:sym typeface="Avenir Roman"/>
      </a:defRPr>
    </a:lvl2pPr>
    <a:lvl3pPr indent="457200" defTabSz="457200">
      <a:lnSpc>
        <a:spcPct val="125000"/>
      </a:lnSpc>
      <a:defRPr sz="2400">
        <a:latin typeface="+mn-lt"/>
        <a:ea typeface="+mn-ea"/>
        <a:cs typeface="+mn-cs"/>
        <a:sym typeface="Avenir Roman"/>
      </a:defRPr>
    </a:lvl3pPr>
    <a:lvl4pPr indent="685800" defTabSz="457200">
      <a:lnSpc>
        <a:spcPct val="125000"/>
      </a:lnSpc>
      <a:defRPr sz="2400">
        <a:latin typeface="+mn-lt"/>
        <a:ea typeface="+mn-ea"/>
        <a:cs typeface="+mn-cs"/>
        <a:sym typeface="Avenir Roman"/>
      </a:defRPr>
    </a:lvl4pPr>
    <a:lvl5pPr indent="914400" defTabSz="457200">
      <a:lnSpc>
        <a:spcPct val="125000"/>
      </a:lnSpc>
      <a:defRPr sz="2400">
        <a:latin typeface="+mn-lt"/>
        <a:ea typeface="+mn-ea"/>
        <a:cs typeface="+mn-cs"/>
        <a:sym typeface="Avenir Roman"/>
      </a:defRPr>
    </a:lvl5pPr>
    <a:lvl6pPr indent="1143000" defTabSz="457200">
      <a:lnSpc>
        <a:spcPct val="125000"/>
      </a:lnSpc>
      <a:defRPr sz="2400">
        <a:latin typeface="+mn-lt"/>
        <a:ea typeface="+mn-ea"/>
        <a:cs typeface="+mn-cs"/>
        <a:sym typeface="Avenir Roman"/>
      </a:defRPr>
    </a:lvl6pPr>
    <a:lvl7pPr indent="1371600" defTabSz="457200">
      <a:lnSpc>
        <a:spcPct val="125000"/>
      </a:lnSpc>
      <a:defRPr sz="2400">
        <a:latin typeface="+mn-lt"/>
        <a:ea typeface="+mn-ea"/>
        <a:cs typeface="+mn-cs"/>
        <a:sym typeface="Avenir Roman"/>
      </a:defRPr>
    </a:lvl7pPr>
    <a:lvl8pPr indent="1600200" defTabSz="457200">
      <a:lnSpc>
        <a:spcPct val="125000"/>
      </a:lnSpc>
      <a:defRPr sz="2400">
        <a:latin typeface="+mn-lt"/>
        <a:ea typeface="+mn-ea"/>
        <a:cs typeface="+mn-cs"/>
        <a:sym typeface="Avenir Roman"/>
      </a:defRPr>
    </a:lvl8pPr>
    <a:lvl9pPr indent="1828800" defTabSz="457200">
      <a:lnSpc>
        <a:spcPct val="125000"/>
      </a:lnSpc>
      <a:defRPr sz="2400">
        <a:latin typeface="+mn-lt"/>
        <a:ea typeface="+mn-ea"/>
        <a:cs typeface="+mn-cs"/>
        <a:sym typeface="Avenir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ítulo e Subtítulo">
    <p:spTree>
      <p:nvGrpSpPr>
        <p:cNvPr id="1" name=""/>
        <p:cNvGrpSpPr/>
        <p:nvPr/>
      </p:nvGrpSpPr>
      <p:grpSpPr>
        <a:xfrm>
          <a:off x="0" y="0"/>
          <a:ext cx="0" cy="0"/>
          <a:chOff x="0" y="0"/>
          <a:chExt cx="0" cy="0"/>
        </a:xfrm>
      </p:grpSpPr>
      <p:sp>
        <p:nvSpPr>
          <p:cNvPr id="5" name="Shape 5"/>
          <p:cNvSpPr>
            <a:spLocks noGrp="1"/>
          </p:cNvSpPr>
          <p:nvPr>
            <p:ph type="title"/>
          </p:nvPr>
        </p:nvSpPr>
        <p:spPr>
          <a:xfrm>
            <a:off x="1270000" y="0"/>
            <a:ext cx="10464800" cy="4940300"/>
          </a:xfrm>
          <a:prstGeom prst="rect">
            <a:avLst/>
          </a:prstGeom>
        </p:spPr>
        <p:txBody>
          <a:bodyPr anchor="b"/>
          <a:lstStyle/>
          <a:p>
            <a:pPr lvl="0">
              <a:defRPr sz="1800">
                <a:solidFill>
                  <a:srgbClr val="000000"/>
                </a:solidFill>
              </a:defRPr>
            </a:pPr>
            <a:r>
              <a:rPr sz="8000">
                <a:solidFill>
                  <a:srgbClr val="FFFFFF"/>
                </a:solidFill>
              </a:rPr>
              <a:t>Texto do Título</a:t>
            </a:r>
          </a:p>
        </p:txBody>
      </p:sp>
      <p:sp>
        <p:nvSpPr>
          <p:cNvPr id="6" name="Shape 6"/>
          <p:cNvSpPr>
            <a:spLocks noGrp="1"/>
          </p:cNvSpPr>
          <p:nvPr>
            <p:ph type="body" idx="1"/>
          </p:nvPr>
        </p:nvSpPr>
        <p:spPr>
          <a:xfrm>
            <a:off x="1270000" y="5029200"/>
            <a:ext cx="10464800" cy="4724400"/>
          </a:xfrm>
          <a:prstGeom prst="rect">
            <a:avLst/>
          </a:prstGeom>
        </p:spPr>
        <p:txBody>
          <a:bodyPr anchor="t"/>
          <a:lstStyle>
            <a:lvl1pPr marL="0" indent="0" algn="ctr">
              <a:spcBef>
                <a:spcPts val="0"/>
              </a:spcBef>
              <a:buSzTx/>
              <a:buNone/>
              <a:defRPr sz="3200"/>
            </a:lvl1pPr>
            <a:lvl2pPr marL="0" indent="0" algn="ctr">
              <a:spcBef>
                <a:spcPts val="0"/>
              </a:spcBef>
              <a:buSzTx/>
              <a:buNone/>
              <a:defRPr sz="3200"/>
            </a:lvl2pPr>
            <a:lvl3pPr marL="0" indent="0" algn="ctr">
              <a:spcBef>
                <a:spcPts val="0"/>
              </a:spcBef>
              <a:buSzTx/>
              <a:buNone/>
              <a:defRPr sz="3200"/>
            </a:lvl3pPr>
            <a:lvl4pPr marL="0" indent="0" algn="ctr">
              <a:spcBef>
                <a:spcPts val="0"/>
              </a:spcBef>
              <a:buSzTx/>
              <a:buNone/>
              <a:defRPr sz="3200"/>
            </a:lvl4pPr>
            <a:lvl5pPr marL="0" indent="0" algn="ctr">
              <a:spcBef>
                <a:spcPts val="0"/>
              </a:spcBef>
              <a:buSzTx/>
              <a:buNone/>
              <a:defRPr sz="3200"/>
            </a:lvl5pPr>
          </a:lstStyle>
          <a:p>
            <a:pPr lvl="0">
              <a:defRPr sz="1800">
                <a:solidFill>
                  <a:srgbClr val="000000"/>
                </a:solidFill>
              </a:defRPr>
            </a:pPr>
            <a:r>
              <a:rPr sz="3200">
                <a:solidFill>
                  <a:srgbClr val="FFFFFF"/>
                </a:solidFill>
              </a:rPr>
              <a:t>Nível de Corpo Um</a:t>
            </a:r>
          </a:p>
          <a:p>
            <a:pPr lvl="1">
              <a:defRPr sz="1800">
                <a:solidFill>
                  <a:srgbClr val="000000"/>
                </a:solidFill>
              </a:defRPr>
            </a:pPr>
            <a:r>
              <a:rPr sz="3200">
                <a:solidFill>
                  <a:srgbClr val="FFFFFF"/>
                </a:solidFill>
              </a:rPr>
              <a:t>Nível de Corpo Dois</a:t>
            </a:r>
          </a:p>
          <a:p>
            <a:pPr lvl="2">
              <a:defRPr sz="1800">
                <a:solidFill>
                  <a:srgbClr val="000000"/>
                </a:solidFill>
              </a:defRPr>
            </a:pPr>
            <a:r>
              <a:rPr sz="3200">
                <a:solidFill>
                  <a:srgbClr val="FFFFFF"/>
                </a:solidFill>
              </a:rPr>
              <a:t>Nível de Corpo Três</a:t>
            </a:r>
          </a:p>
          <a:p>
            <a:pPr lvl="3">
              <a:defRPr sz="1800">
                <a:solidFill>
                  <a:srgbClr val="000000"/>
                </a:solidFill>
              </a:defRPr>
            </a:pPr>
            <a:r>
              <a:rPr sz="3200">
                <a:solidFill>
                  <a:srgbClr val="FFFFFF"/>
                </a:solidFill>
              </a:rPr>
              <a:t>Nível de Corpo Quatro</a:t>
            </a:r>
          </a:p>
          <a:p>
            <a:pPr lvl="4">
              <a:defRPr sz="1800">
                <a:solidFill>
                  <a:srgbClr val="000000"/>
                </a:solidFill>
              </a:defRPr>
            </a:pPr>
            <a:r>
              <a:rPr sz="3200">
                <a:solidFill>
                  <a:srgbClr val="FFFFFF"/>
                </a:solidFill>
              </a:rPr>
              <a:t>Nível de Corpo Cinco</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oto - Horizontal">
    <p:spTree>
      <p:nvGrpSpPr>
        <p:cNvPr id="1" name=""/>
        <p:cNvGrpSpPr/>
        <p:nvPr/>
      </p:nvGrpSpPr>
      <p:grpSpPr>
        <a:xfrm>
          <a:off x="0" y="0"/>
          <a:ext cx="0" cy="0"/>
          <a:chOff x="0" y="0"/>
          <a:chExt cx="0" cy="0"/>
        </a:xfrm>
      </p:grpSpPr>
      <p:sp>
        <p:nvSpPr>
          <p:cNvPr id="8" name="Shape 8"/>
          <p:cNvSpPr>
            <a:spLocks noGrp="1"/>
          </p:cNvSpPr>
          <p:nvPr>
            <p:ph type="title"/>
          </p:nvPr>
        </p:nvSpPr>
        <p:spPr>
          <a:xfrm>
            <a:off x="1270000" y="0"/>
            <a:ext cx="10464800" cy="8140700"/>
          </a:xfrm>
          <a:prstGeom prst="rect">
            <a:avLst/>
          </a:prstGeom>
        </p:spPr>
        <p:txBody>
          <a:bodyPr anchor="b"/>
          <a:lstStyle/>
          <a:p>
            <a:pPr lvl="0">
              <a:defRPr sz="1800">
                <a:solidFill>
                  <a:srgbClr val="000000"/>
                </a:solidFill>
              </a:defRPr>
            </a:pPr>
            <a:r>
              <a:rPr sz="8000">
                <a:solidFill>
                  <a:srgbClr val="FFFFFF"/>
                </a:solidFill>
              </a:rPr>
              <a:t>Texto do Título</a:t>
            </a:r>
          </a:p>
        </p:txBody>
      </p:sp>
      <p:sp>
        <p:nvSpPr>
          <p:cNvPr id="9" name="Shape 9"/>
          <p:cNvSpPr>
            <a:spLocks noGrp="1"/>
          </p:cNvSpPr>
          <p:nvPr>
            <p:ph type="body" idx="1"/>
          </p:nvPr>
        </p:nvSpPr>
        <p:spPr>
          <a:xfrm>
            <a:off x="1270000" y="8191500"/>
            <a:ext cx="10464800" cy="1562100"/>
          </a:xfrm>
          <a:prstGeom prst="rect">
            <a:avLst/>
          </a:prstGeom>
        </p:spPr>
        <p:txBody>
          <a:bodyPr anchor="t"/>
          <a:lstStyle>
            <a:lvl1pPr marL="0" indent="0" algn="ctr">
              <a:spcBef>
                <a:spcPts val="0"/>
              </a:spcBef>
              <a:buSzTx/>
              <a:buNone/>
              <a:defRPr sz="3200"/>
            </a:lvl1pPr>
            <a:lvl2pPr marL="0" indent="0" algn="ctr">
              <a:spcBef>
                <a:spcPts val="0"/>
              </a:spcBef>
              <a:buSzTx/>
              <a:buNone/>
              <a:defRPr sz="3200"/>
            </a:lvl2pPr>
            <a:lvl3pPr marL="0" indent="0" algn="ctr">
              <a:spcBef>
                <a:spcPts val="0"/>
              </a:spcBef>
              <a:buSzTx/>
              <a:buNone/>
              <a:defRPr sz="3200"/>
            </a:lvl3pPr>
            <a:lvl4pPr marL="0" indent="0" algn="ctr">
              <a:spcBef>
                <a:spcPts val="0"/>
              </a:spcBef>
              <a:buSzTx/>
              <a:buNone/>
              <a:defRPr sz="3200"/>
            </a:lvl4pPr>
            <a:lvl5pPr marL="0" indent="0" algn="ctr">
              <a:spcBef>
                <a:spcPts val="0"/>
              </a:spcBef>
              <a:buSzTx/>
              <a:buNone/>
              <a:defRPr sz="3200"/>
            </a:lvl5pPr>
          </a:lstStyle>
          <a:p>
            <a:pPr lvl="0">
              <a:defRPr sz="1800">
                <a:solidFill>
                  <a:srgbClr val="000000"/>
                </a:solidFill>
              </a:defRPr>
            </a:pPr>
            <a:r>
              <a:rPr sz="3200">
                <a:solidFill>
                  <a:srgbClr val="FFFFFF"/>
                </a:solidFill>
              </a:rPr>
              <a:t>Nível de Corpo Um</a:t>
            </a:r>
          </a:p>
          <a:p>
            <a:pPr lvl="1">
              <a:defRPr sz="1800">
                <a:solidFill>
                  <a:srgbClr val="000000"/>
                </a:solidFill>
              </a:defRPr>
            </a:pPr>
            <a:r>
              <a:rPr sz="3200">
                <a:solidFill>
                  <a:srgbClr val="FFFFFF"/>
                </a:solidFill>
              </a:rPr>
              <a:t>Nível de Corpo Dois</a:t>
            </a:r>
          </a:p>
          <a:p>
            <a:pPr lvl="2">
              <a:defRPr sz="1800">
                <a:solidFill>
                  <a:srgbClr val="000000"/>
                </a:solidFill>
              </a:defRPr>
            </a:pPr>
            <a:r>
              <a:rPr sz="3200">
                <a:solidFill>
                  <a:srgbClr val="FFFFFF"/>
                </a:solidFill>
              </a:rPr>
              <a:t>Nível de Corpo Três</a:t>
            </a:r>
          </a:p>
          <a:p>
            <a:pPr lvl="3">
              <a:defRPr sz="1800">
                <a:solidFill>
                  <a:srgbClr val="000000"/>
                </a:solidFill>
              </a:defRPr>
            </a:pPr>
            <a:r>
              <a:rPr sz="3200">
                <a:solidFill>
                  <a:srgbClr val="FFFFFF"/>
                </a:solidFill>
              </a:rPr>
              <a:t>Nível de Corpo Quatro</a:t>
            </a:r>
          </a:p>
          <a:p>
            <a:pPr lvl="4">
              <a:defRPr sz="1800">
                <a:solidFill>
                  <a:srgbClr val="000000"/>
                </a:solidFill>
              </a:defRPr>
            </a:pPr>
            <a:r>
              <a:rPr sz="3200">
                <a:solidFill>
                  <a:srgbClr val="FFFFFF"/>
                </a:solidFill>
              </a:rPr>
              <a:t>Nível de Corpo Cinco</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ítulo - Centro">
    <p:spTree>
      <p:nvGrpSpPr>
        <p:cNvPr id="1" name=""/>
        <p:cNvGrpSpPr/>
        <p:nvPr/>
      </p:nvGrpSpPr>
      <p:grpSpPr>
        <a:xfrm>
          <a:off x="0" y="0"/>
          <a:ext cx="0" cy="0"/>
          <a:chOff x="0" y="0"/>
          <a:chExt cx="0" cy="0"/>
        </a:xfrm>
      </p:grpSpPr>
      <p:sp>
        <p:nvSpPr>
          <p:cNvPr id="11" name="Shape 11"/>
          <p:cNvSpPr>
            <a:spLocks noGrp="1"/>
          </p:cNvSpPr>
          <p:nvPr>
            <p:ph type="title"/>
          </p:nvPr>
        </p:nvSpPr>
        <p:spPr>
          <a:xfrm>
            <a:off x="1270000" y="3225800"/>
            <a:ext cx="10464800" cy="3302000"/>
          </a:xfrm>
          <a:prstGeom prst="rect">
            <a:avLst/>
          </a:prstGeom>
        </p:spPr>
        <p:txBody>
          <a:bodyPr/>
          <a:lstStyle/>
          <a:p>
            <a:pPr lvl="0">
              <a:defRPr sz="1800">
                <a:solidFill>
                  <a:srgbClr val="000000"/>
                </a:solidFill>
              </a:defRPr>
            </a:pPr>
            <a:r>
              <a:rPr sz="8000">
                <a:solidFill>
                  <a:srgbClr val="FFFFFF"/>
                </a:solidFill>
              </a:rPr>
              <a:t>Texto do Título</a:t>
            </a: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Foto - Vertical">
    <p:spTree>
      <p:nvGrpSpPr>
        <p:cNvPr id="1" name=""/>
        <p:cNvGrpSpPr/>
        <p:nvPr/>
      </p:nvGrpSpPr>
      <p:grpSpPr>
        <a:xfrm>
          <a:off x="0" y="0"/>
          <a:ext cx="0" cy="0"/>
          <a:chOff x="0" y="0"/>
          <a:chExt cx="0" cy="0"/>
        </a:xfrm>
      </p:grpSpPr>
      <p:sp>
        <p:nvSpPr>
          <p:cNvPr id="13" name="Shape 13"/>
          <p:cNvSpPr>
            <a:spLocks noGrp="1"/>
          </p:cNvSpPr>
          <p:nvPr>
            <p:ph type="title"/>
          </p:nvPr>
        </p:nvSpPr>
        <p:spPr>
          <a:xfrm>
            <a:off x="952500" y="0"/>
            <a:ext cx="5334000" cy="4762500"/>
          </a:xfrm>
          <a:prstGeom prst="rect">
            <a:avLst/>
          </a:prstGeom>
        </p:spPr>
        <p:txBody>
          <a:bodyPr anchor="b"/>
          <a:lstStyle>
            <a:lvl1pPr>
              <a:defRPr sz="6000"/>
            </a:lvl1pPr>
          </a:lstStyle>
          <a:p>
            <a:pPr lvl="0">
              <a:defRPr sz="1800">
                <a:solidFill>
                  <a:srgbClr val="000000"/>
                </a:solidFill>
              </a:defRPr>
            </a:pPr>
            <a:r>
              <a:rPr sz="6000">
                <a:solidFill>
                  <a:srgbClr val="FFFFFF"/>
                </a:solidFill>
              </a:rPr>
              <a:t>Texto do Título</a:t>
            </a:r>
          </a:p>
        </p:txBody>
      </p:sp>
      <p:sp>
        <p:nvSpPr>
          <p:cNvPr id="14" name="Shape 14"/>
          <p:cNvSpPr>
            <a:spLocks noGrp="1"/>
          </p:cNvSpPr>
          <p:nvPr>
            <p:ph type="body" idx="1"/>
          </p:nvPr>
        </p:nvSpPr>
        <p:spPr>
          <a:xfrm>
            <a:off x="952500" y="5003800"/>
            <a:ext cx="5334000" cy="4749800"/>
          </a:xfrm>
          <a:prstGeom prst="rect">
            <a:avLst/>
          </a:prstGeom>
        </p:spPr>
        <p:txBody>
          <a:bodyPr anchor="t"/>
          <a:lstStyle>
            <a:lvl1pPr marL="0" indent="0" algn="ctr">
              <a:spcBef>
                <a:spcPts val="0"/>
              </a:spcBef>
              <a:buSzTx/>
              <a:buNone/>
              <a:defRPr sz="3200"/>
            </a:lvl1pPr>
            <a:lvl2pPr marL="0" indent="0" algn="ctr">
              <a:spcBef>
                <a:spcPts val="0"/>
              </a:spcBef>
              <a:buSzTx/>
              <a:buNone/>
              <a:defRPr sz="3200"/>
            </a:lvl2pPr>
            <a:lvl3pPr marL="0" indent="0" algn="ctr">
              <a:spcBef>
                <a:spcPts val="0"/>
              </a:spcBef>
              <a:buSzTx/>
              <a:buNone/>
              <a:defRPr sz="3200"/>
            </a:lvl3pPr>
            <a:lvl4pPr marL="0" indent="0" algn="ctr">
              <a:spcBef>
                <a:spcPts val="0"/>
              </a:spcBef>
              <a:buSzTx/>
              <a:buNone/>
              <a:defRPr sz="3200"/>
            </a:lvl4pPr>
            <a:lvl5pPr marL="0" indent="0" algn="ctr">
              <a:spcBef>
                <a:spcPts val="0"/>
              </a:spcBef>
              <a:buSzTx/>
              <a:buNone/>
              <a:defRPr sz="3200"/>
            </a:lvl5pPr>
          </a:lstStyle>
          <a:p>
            <a:pPr lvl="0">
              <a:defRPr sz="1800">
                <a:solidFill>
                  <a:srgbClr val="000000"/>
                </a:solidFill>
              </a:defRPr>
            </a:pPr>
            <a:r>
              <a:rPr sz="3200">
                <a:solidFill>
                  <a:srgbClr val="FFFFFF"/>
                </a:solidFill>
              </a:rPr>
              <a:t>Nível de Corpo Um</a:t>
            </a:r>
          </a:p>
          <a:p>
            <a:pPr lvl="1">
              <a:defRPr sz="1800">
                <a:solidFill>
                  <a:srgbClr val="000000"/>
                </a:solidFill>
              </a:defRPr>
            </a:pPr>
            <a:r>
              <a:rPr sz="3200">
                <a:solidFill>
                  <a:srgbClr val="FFFFFF"/>
                </a:solidFill>
              </a:rPr>
              <a:t>Nível de Corpo Dois</a:t>
            </a:r>
          </a:p>
          <a:p>
            <a:pPr lvl="2">
              <a:defRPr sz="1800">
                <a:solidFill>
                  <a:srgbClr val="000000"/>
                </a:solidFill>
              </a:defRPr>
            </a:pPr>
            <a:r>
              <a:rPr sz="3200">
                <a:solidFill>
                  <a:srgbClr val="FFFFFF"/>
                </a:solidFill>
              </a:rPr>
              <a:t>Nível de Corpo Três</a:t>
            </a:r>
          </a:p>
          <a:p>
            <a:pPr lvl="3">
              <a:defRPr sz="1800">
                <a:solidFill>
                  <a:srgbClr val="000000"/>
                </a:solidFill>
              </a:defRPr>
            </a:pPr>
            <a:r>
              <a:rPr sz="3200">
                <a:solidFill>
                  <a:srgbClr val="FFFFFF"/>
                </a:solidFill>
              </a:rPr>
              <a:t>Nível de Corpo Quatro</a:t>
            </a:r>
          </a:p>
          <a:p>
            <a:pPr lvl="4">
              <a:defRPr sz="1800">
                <a:solidFill>
                  <a:srgbClr val="000000"/>
                </a:solidFill>
              </a:defRPr>
            </a:pPr>
            <a:r>
              <a:rPr sz="3200">
                <a:solidFill>
                  <a:srgbClr val="FFFFFF"/>
                </a:solidFill>
              </a:rPr>
              <a:t>Nível de Corpo Cinco</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ítulo - Superior">
    <p:spTree>
      <p:nvGrpSpPr>
        <p:cNvPr id="1" name=""/>
        <p:cNvGrpSpPr/>
        <p:nvPr/>
      </p:nvGrpSpPr>
      <p:grpSpPr>
        <a:xfrm>
          <a:off x="0" y="0"/>
          <a:ext cx="0" cy="0"/>
          <a:chOff x="0" y="0"/>
          <a:chExt cx="0" cy="0"/>
        </a:xfrm>
      </p:grpSpPr>
      <p:sp>
        <p:nvSpPr>
          <p:cNvPr id="16" name="Shape 16"/>
          <p:cNvSpPr>
            <a:spLocks noGrp="1"/>
          </p:cNvSpPr>
          <p:nvPr>
            <p:ph type="title"/>
          </p:nvPr>
        </p:nvSpPr>
        <p:spPr>
          <a:xfrm>
            <a:off x="952500" y="1313"/>
            <a:ext cx="11099800" cy="2931074"/>
          </a:xfrm>
          <a:prstGeom prst="rect">
            <a:avLst/>
          </a:prstGeom>
        </p:spPr>
        <p:txBody>
          <a:bodyPr/>
          <a:lstStyle/>
          <a:p>
            <a:pPr lvl="0">
              <a:defRPr sz="1800">
                <a:solidFill>
                  <a:srgbClr val="000000"/>
                </a:solidFill>
              </a:defRPr>
            </a:pPr>
            <a:r>
              <a:rPr sz="8000">
                <a:solidFill>
                  <a:srgbClr val="FFFFFF"/>
                </a:solidFill>
              </a:rPr>
              <a:t>Texto do Título</a:t>
            </a: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ítulo e Marcadores">
    <p:spTree>
      <p:nvGrpSpPr>
        <p:cNvPr id="1" name=""/>
        <p:cNvGrpSpPr/>
        <p:nvPr/>
      </p:nvGrpSpPr>
      <p:grpSpPr>
        <a:xfrm>
          <a:off x="0" y="0"/>
          <a:ext cx="0" cy="0"/>
          <a:chOff x="0" y="0"/>
          <a:chExt cx="0" cy="0"/>
        </a:xfrm>
      </p:grpSpPr>
      <p:sp>
        <p:nvSpPr>
          <p:cNvPr id="18" name="Shape 18"/>
          <p:cNvSpPr>
            <a:spLocks noGrp="1"/>
          </p:cNvSpPr>
          <p:nvPr>
            <p:ph type="title"/>
          </p:nvPr>
        </p:nvSpPr>
        <p:spPr>
          <a:prstGeom prst="rect">
            <a:avLst/>
          </a:prstGeom>
        </p:spPr>
        <p:txBody>
          <a:bodyPr/>
          <a:lstStyle/>
          <a:p>
            <a:pPr lvl="0">
              <a:defRPr sz="1800">
                <a:solidFill>
                  <a:srgbClr val="000000"/>
                </a:solidFill>
              </a:defRPr>
            </a:pPr>
            <a:r>
              <a:rPr sz="8000">
                <a:solidFill>
                  <a:srgbClr val="FFFFFF"/>
                </a:solidFill>
              </a:rPr>
              <a:t>Texto do Título</a:t>
            </a:r>
          </a:p>
        </p:txBody>
      </p:sp>
      <p:sp>
        <p:nvSpPr>
          <p:cNvPr id="19" name="Shape 19"/>
          <p:cNvSpPr>
            <a:spLocks noGrp="1"/>
          </p:cNvSpPr>
          <p:nvPr>
            <p:ph type="body" idx="1"/>
          </p:nvPr>
        </p:nvSpPr>
        <p:spPr>
          <a:prstGeom prst="rect">
            <a:avLst/>
          </a:prstGeom>
        </p:spPr>
        <p:txBody>
          <a:bodyPr/>
          <a:lstStyle/>
          <a:p>
            <a:pPr lvl="0">
              <a:defRPr sz="1800">
                <a:solidFill>
                  <a:srgbClr val="000000"/>
                </a:solidFill>
              </a:defRPr>
            </a:pPr>
            <a:r>
              <a:rPr sz="3800">
                <a:solidFill>
                  <a:srgbClr val="FFFFFF"/>
                </a:solidFill>
              </a:rPr>
              <a:t>Nível de Corpo Um</a:t>
            </a:r>
          </a:p>
          <a:p>
            <a:pPr lvl="1">
              <a:defRPr sz="1800">
                <a:solidFill>
                  <a:srgbClr val="000000"/>
                </a:solidFill>
              </a:defRPr>
            </a:pPr>
            <a:r>
              <a:rPr sz="3800">
                <a:solidFill>
                  <a:srgbClr val="FFFFFF"/>
                </a:solidFill>
              </a:rPr>
              <a:t>Nível de Corpo Dois</a:t>
            </a:r>
          </a:p>
          <a:p>
            <a:pPr lvl="2">
              <a:defRPr sz="1800">
                <a:solidFill>
                  <a:srgbClr val="000000"/>
                </a:solidFill>
              </a:defRPr>
            </a:pPr>
            <a:r>
              <a:rPr sz="3800">
                <a:solidFill>
                  <a:srgbClr val="FFFFFF"/>
                </a:solidFill>
              </a:rPr>
              <a:t>Nível de Corpo Três</a:t>
            </a:r>
          </a:p>
          <a:p>
            <a:pPr lvl="3">
              <a:defRPr sz="1800">
                <a:solidFill>
                  <a:srgbClr val="000000"/>
                </a:solidFill>
              </a:defRPr>
            </a:pPr>
            <a:r>
              <a:rPr sz="3800">
                <a:solidFill>
                  <a:srgbClr val="FFFFFF"/>
                </a:solidFill>
              </a:rPr>
              <a:t>Nível de Corpo Quatro</a:t>
            </a:r>
          </a:p>
          <a:p>
            <a:pPr lvl="4">
              <a:defRPr sz="1800">
                <a:solidFill>
                  <a:srgbClr val="000000"/>
                </a:solidFill>
              </a:defRPr>
            </a:pPr>
            <a:r>
              <a:rPr sz="3800">
                <a:solidFill>
                  <a:srgbClr val="FFFFFF"/>
                </a:solidFill>
              </a:rPr>
              <a:t>Nível de Corpo Cinco</a:t>
            </a: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ítulo, Marcadores e Foto">
    <p:spTree>
      <p:nvGrpSpPr>
        <p:cNvPr id="1" name=""/>
        <p:cNvGrpSpPr/>
        <p:nvPr/>
      </p:nvGrpSpPr>
      <p:grpSpPr>
        <a:xfrm>
          <a:off x="0" y="0"/>
          <a:ext cx="0" cy="0"/>
          <a:chOff x="0" y="0"/>
          <a:chExt cx="0" cy="0"/>
        </a:xfrm>
      </p:grpSpPr>
      <p:sp>
        <p:nvSpPr>
          <p:cNvPr id="21" name="Shape 21"/>
          <p:cNvSpPr>
            <a:spLocks noGrp="1"/>
          </p:cNvSpPr>
          <p:nvPr>
            <p:ph type="title"/>
          </p:nvPr>
        </p:nvSpPr>
        <p:spPr>
          <a:prstGeom prst="rect">
            <a:avLst/>
          </a:prstGeom>
        </p:spPr>
        <p:txBody>
          <a:bodyPr/>
          <a:lstStyle/>
          <a:p>
            <a:pPr lvl="0">
              <a:defRPr sz="1800">
                <a:solidFill>
                  <a:srgbClr val="000000"/>
                </a:solidFill>
              </a:defRPr>
            </a:pPr>
            <a:r>
              <a:rPr sz="8000">
                <a:solidFill>
                  <a:srgbClr val="FFFFFF"/>
                </a:solidFill>
              </a:rPr>
              <a:t>Texto do Título</a:t>
            </a:r>
          </a:p>
        </p:txBody>
      </p:sp>
      <p:sp>
        <p:nvSpPr>
          <p:cNvPr id="22" name="Shape 22"/>
          <p:cNvSpPr>
            <a:spLocks noGrp="1"/>
          </p:cNvSpPr>
          <p:nvPr>
            <p:ph type="body" idx="1"/>
          </p:nvPr>
        </p:nvSpPr>
        <p:spPr>
          <a:xfrm>
            <a:off x="952500" y="2547416"/>
            <a:ext cx="5334000" cy="6373268"/>
          </a:xfrm>
          <a:prstGeom prst="rect">
            <a:avLst/>
          </a:prstGeom>
        </p:spPr>
        <p:txBody>
          <a:bodyPr/>
          <a:lstStyle>
            <a:lvl1pPr marL="381000" indent="-381000">
              <a:spcBef>
                <a:spcPts val="3800"/>
              </a:spcBef>
              <a:defRPr sz="2800"/>
            </a:lvl1pPr>
            <a:lvl2pPr marL="762000" indent="-381000">
              <a:spcBef>
                <a:spcPts val="3800"/>
              </a:spcBef>
              <a:defRPr sz="2800"/>
            </a:lvl2pPr>
            <a:lvl3pPr marL="1143000" indent="-381000">
              <a:spcBef>
                <a:spcPts val="3800"/>
              </a:spcBef>
              <a:defRPr sz="2800"/>
            </a:lvl3pPr>
            <a:lvl4pPr marL="1524000" indent="-381000">
              <a:spcBef>
                <a:spcPts val="3800"/>
              </a:spcBef>
              <a:defRPr sz="2800"/>
            </a:lvl4pPr>
            <a:lvl5pPr marL="1905000" indent="-381000">
              <a:spcBef>
                <a:spcPts val="3800"/>
              </a:spcBef>
              <a:defRPr sz="2800"/>
            </a:lvl5pPr>
          </a:lstStyle>
          <a:p>
            <a:pPr lvl="0">
              <a:defRPr sz="1800">
                <a:solidFill>
                  <a:srgbClr val="000000"/>
                </a:solidFill>
              </a:defRPr>
            </a:pPr>
            <a:r>
              <a:rPr sz="2800">
                <a:solidFill>
                  <a:srgbClr val="FFFFFF"/>
                </a:solidFill>
              </a:rPr>
              <a:t>Nível de Corpo Um</a:t>
            </a:r>
          </a:p>
          <a:p>
            <a:pPr lvl="1">
              <a:defRPr sz="1800">
                <a:solidFill>
                  <a:srgbClr val="000000"/>
                </a:solidFill>
              </a:defRPr>
            </a:pPr>
            <a:r>
              <a:rPr sz="2800">
                <a:solidFill>
                  <a:srgbClr val="FFFFFF"/>
                </a:solidFill>
              </a:rPr>
              <a:t>Nível de Corpo Dois</a:t>
            </a:r>
          </a:p>
          <a:p>
            <a:pPr lvl="2">
              <a:defRPr sz="1800">
                <a:solidFill>
                  <a:srgbClr val="000000"/>
                </a:solidFill>
              </a:defRPr>
            </a:pPr>
            <a:r>
              <a:rPr sz="2800">
                <a:solidFill>
                  <a:srgbClr val="FFFFFF"/>
                </a:solidFill>
              </a:rPr>
              <a:t>Nível de Corpo Três</a:t>
            </a:r>
          </a:p>
          <a:p>
            <a:pPr lvl="3">
              <a:defRPr sz="1800">
                <a:solidFill>
                  <a:srgbClr val="000000"/>
                </a:solidFill>
              </a:defRPr>
            </a:pPr>
            <a:r>
              <a:rPr sz="2800">
                <a:solidFill>
                  <a:srgbClr val="FFFFFF"/>
                </a:solidFill>
              </a:rPr>
              <a:t>Nível de Corpo Quatro</a:t>
            </a:r>
          </a:p>
          <a:p>
            <a:pPr lvl="4">
              <a:defRPr sz="1800">
                <a:solidFill>
                  <a:srgbClr val="000000"/>
                </a:solidFill>
              </a:defRPr>
            </a:pPr>
            <a:r>
              <a:rPr sz="2800">
                <a:solidFill>
                  <a:srgbClr val="FFFFFF"/>
                </a:solidFill>
              </a:rPr>
              <a:t>Nível de Corpo Cinco</a:t>
            </a: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Marcadores">
    <p:spTree>
      <p:nvGrpSpPr>
        <p:cNvPr id="1" name=""/>
        <p:cNvGrpSpPr/>
        <p:nvPr/>
      </p:nvGrpSpPr>
      <p:grpSpPr>
        <a:xfrm>
          <a:off x="0" y="0"/>
          <a:ext cx="0" cy="0"/>
          <a:chOff x="0" y="0"/>
          <a:chExt cx="0" cy="0"/>
        </a:xfrm>
      </p:grpSpPr>
      <p:sp>
        <p:nvSpPr>
          <p:cNvPr id="24" name="Shape 24"/>
          <p:cNvSpPr>
            <a:spLocks noGrp="1"/>
          </p:cNvSpPr>
          <p:nvPr>
            <p:ph type="body" idx="1"/>
          </p:nvPr>
        </p:nvSpPr>
        <p:spPr>
          <a:xfrm>
            <a:off x="952500" y="1270000"/>
            <a:ext cx="11099800" cy="7213600"/>
          </a:xfrm>
          <a:prstGeom prst="rect">
            <a:avLst/>
          </a:prstGeom>
        </p:spPr>
        <p:txBody>
          <a:bodyPr/>
          <a:lstStyle/>
          <a:p>
            <a:pPr lvl="0">
              <a:defRPr sz="1800">
                <a:solidFill>
                  <a:srgbClr val="000000"/>
                </a:solidFill>
              </a:defRPr>
            </a:pPr>
            <a:r>
              <a:rPr sz="3800">
                <a:solidFill>
                  <a:srgbClr val="FFFFFF"/>
                </a:solidFill>
              </a:rPr>
              <a:t>Nível de Corpo Um</a:t>
            </a:r>
          </a:p>
          <a:p>
            <a:pPr lvl="1">
              <a:defRPr sz="1800">
                <a:solidFill>
                  <a:srgbClr val="000000"/>
                </a:solidFill>
              </a:defRPr>
            </a:pPr>
            <a:r>
              <a:rPr sz="3800">
                <a:solidFill>
                  <a:srgbClr val="FFFFFF"/>
                </a:solidFill>
              </a:rPr>
              <a:t>Nível de Corpo Dois</a:t>
            </a:r>
          </a:p>
          <a:p>
            <a:pPr lvl="2">
              <a:defRPr sz="1800">
                <a:solidFill>
                  <a:srgbClr val="000000"/>
                </a:solidFill>
              </a:defRPr>
            </a:pPr>
            <a:r>
              <a:rPr sz="3800">
                <a:solidFill>
                  <a:srgbClr val="FFFFFF"/>
                </a:solidFill>
              </a:rPr>
              <a:t>Nível de Corpo Três</a:t>
            </a:r>
          </a:p>
          <a:p>
            <a:pPr lvl="3">
              <a:defRPr sz="1800">
                <a:solidFill>
                  <a:srgbClr val="000000"/>
                </a:solidFill>
              </a:defRPr>
            </a:pPr>
            <a:r>
              <a:rPr sz="3800">
                <a:solidFill>
                  <a:srgbClr val="FFFFFF"/>
                </a:solidFill>
              </a:rPr>
              <a:t>Nível de Corpo Quatro</a:t>
            </a:r>
          </a:p>
          <a:p>
            <a:pPr lvl="4">
              <a:defRPr sz="1800">
                <a:solidFill>
                  <a:srgbClr val="000000"/>
                </a:solidFill>
              </a:defRPr>
            </a:pPr>
            <a:r>
              <a:rPr sz="3800">
                <a:solidFill>
                  <a:srgbClr val="FFFFFF"/>
                </a:solidFill>
              </a:rPr>
              <a:t>Nível de Corpo Cinco</a:t>
            </a: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Foto - 3 Acima">
    <p:spTree>
      <p:nvGrpSpPr>
        <p:cNvPr id="1" name=""/>
        <p:cNvGrpSpPr/>
        <p:nvPr/>
      </p:nvGrpSpPr>
      <p:grpSpPr>
        <a:xfrm>
          <a:off x="0" y="0"/>
          <a:ext cx="0" cy="0"/>
          <a:chOff x="0" y="0"/>
          <a:chExt cx="0" cy="0"/>
        </a:xfrm>
      </p:grpSpPr>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Citação">
    <p:spTree>
      <p:nvGrpSpPr>
        <p:cNvPr id="1" name=""/>
        <p:cNvGrpSpPr/>
        <p:nvPr/>
      </p:nvGrpSpPr>
      <p:grpSpPr>
        <a:xfrm>
          <a:off x="0" y="0"/>
          <a:ext cx="0" cy="0"/>
          <a:chOff x="0" y="0"/>
          <a:chExt cx="0" cy="0"/>
        </a:xfrm>
      </p:grpSpPr>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Em branco">
    <p:spTree>
      <p:nvGrpSpPr>
        <p:cNvPr id="1" name=""/>
        <p:cNvGrpSpPr/>
        <p:nvPr/>
      </p:nvGrpSpPr>
      <p:grpSpPr>
        <a:xfrm>
          <a:off x="0" y="0"/>
          <a:ext cx="0" cy="0"/>
          <a:chOff x="0" y="0"/>
          <a:chExt cx="0" cy="0"/>
        </a:xfrm>
      </p:grpSpPr>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4"/>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952500" y="386281"/>
            <a:ext cx="11099800" cy="2161140"/>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lvl="0">
              <a:defRPr sz="1800">
                <a:solidFill>
                  <a:srgbClr val="000000"/>
                </a:solidFill>
              </a:defRPr>
            </a:pPr>
            <a:r>
              <a:rPr sz="8000">
                <a:solidFill>
                  <a:srgbClr val="FFFFFF"/>
                </a:solidFill>
              </a:rPr>
              <a:t>Texto do Título</a:t>
            </a:r>
          </a:p>
        </p:txBody>
      </p:sp>
      <p:sp>
        <p:nvSpPr>
          <p:cNvPr id="3" name="Shape 3"/>
          <p:cNvSpPr>
            <a:spLocks noGrp="1"/>
          </p:cNvSpPr>
          <p:nvPr>
            <p:ph type="body" idx="1"/>
          </p:nvPr>
        </p:nvSpPr>
        <p:spPr>
          <a:xfrm>
            <a:off x="952500" y="2547416"/>
            <a:ext cx="11099800" cy="6373268"/>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lvl="0">
              <a:defRPr sz="1800">
                <a:solidFill>
                  <a:srgbClr val="000000"/>
                </a:solidFill>
              </a:defRPr>
            </a:pPr>
            <a:r>
              <a:rPr sz="3800">
                <a:solidFill>
                  <a:srgbClr val="FFFFFF"/>
                </a:solidFill>
              </a:rPr>
              <a:t>Nível de Corpo Um</a:t>
            </a:r>
          </a:p>
          <a:p>
            <a:pPr lvl="1">
              <a:defRPr sz="1800">
                <a:solidFill>
                  <a:srgbClr val="000000"/>
                </a:solidFill>
              </a:defRPr>
            </a:pPr>
            <a:r>
              <a:rPr sz="3800">
                <a:solidFill>
                  <a:srgbClr val="FFFFFF"/>
                </a:solidFill>
              </a:rPr>
              <a:t>Nível de Corpo Dois</a:t>
            </a:r>
          </a:p>
          <a:p>
            <a:pPr lvl="2">
              <a:defRPr sz="1800">
                <a:solidFill>
                  <a:srgbClr val="000000"/>
                </a:solidFill>
              </a:defRPr>
            </a:pPr>
            <a:r>
              <a:rPr sz="3800">
                <a:solidFill>
                  <a:srgbClr val="FFFFFF"/>
                </a:solidFill>
              </a:rPr>
              <a:t>Nível de Corpo Três</a:t>
            </a:r>
          </a:p>
          <a:p>
            <a:pPr lvl="3">
              <a:defRPr sz="1800">
                <a:solidFill>
                  <a:srgbClr val="000000"/>
                </a:solidFill>
              </a:defRPr>
            </a:pPr>
            <a:r>
              <a:rPr sz="3800">
                <a:solidFill>
                  <a:srgbClr val="FFFFFF"/>
                </a:solidFill>
              </a:rPr>
              <a:t>Nível de Corpo Quatro</a:t>
            </a:r>
          </a:p>
          <a:p>
            <a:pPr lvl="4">
              <a:defRPr sz="1800">
                <a:solidFill>
                  <a:srgbClr val="000000"/>
                </a:solidFill>
              </a:defRPr>
            </a:pPr>
            <a:r>
              <a:rPr sz="3800">
                <a:solidFill>
                  <a:srgbClr val="FFFFFF"/>
                </a:solidFill>
              </a:rPr>
              <a:t>Nível de Corpo Cinco</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algn="ctr" defTabSz="584200">
        <a:defRPr sz="8000">
          <a:solidFill>
            <a:srgbClr val="FFFFFF"/>
          </a:solidFill>
          <a:latin typeface="Helvetica Light"/>
          <a:ea typeface="Helvetica Light"/>
          <a:cs typeface="Helvetica Light"/>
          <a:sym typeface="Helvetica Light"/>
        </a:defRPr>
      </a:lvl1pPr>
      <a:lvl2pPr algn="ctr" defTabSz="584200">
        <a:defRPr sz="8000">
          <a:solidFill>
            <a:srgbClr val="FFFFFF"/>
          </a:solidFill>
          <a:latin typeface="Helvetica Light"/>
          <a:ea typeface="Helvetica Light"/>
          <a:cs typeface="Helvetica Light"/>
          <a:sym typeface="Helvetica Light"/>
        </a:defRPr>
      </a:lvl2pPr>
      <a:lvl3pPr algn="ctr" defTabSz="584200">
        <a:defRPr sz="8000">
          <a:solidFill>
            <a:srgbClr val="FFFFFF"/>
          </a:solidFill>
          <a:latin typeface="Helvetica Light"/>
          <a:ea typeface="Helvetica Light"/>
          <a:cs typeface="Helvetica Light"/>
          <a:sym typeface="Helvetica Light"/>
        </a:defRPr>
      </a:lvl3pPr>
      <a:lvl4pPr algn="ctr" defTabSz="584200">
        <a:defRPr sz="8000">
          <a:solidFill>
            <a:srgbClr val="FFFFFF"/>
          </a:solidFill>
          <a:latin typeface="Helvetica Light"/>
          <a:ea typeface="Helvetica Light"/>
          <a:cs typeface="Helvetica Light"/>
          <a:sym typeface="Helvetica Light"/>
        </a:defRPr>
      </a:lvl4pPr>
      <a:lvl5pPr algn="ctr" defTabSz="584200">
        <a:defRPr sz="8000">
          <a:solidFill>
            <a:srgbClr val="FFFFFF"/>
          </a:solidFill>
          <a:latin typeface="Helvetica Light"/>
          <a:ea typeface="Helvetica Light"/>
          <a:cs typeface="Helvetica Light"/>
          <a:sym typeface="Helvetica Light"/>
        </a:defRPr>
      </a:lvl5pPr>
      <a:lvl6pPr algn="ctr" defTabSz="584200">
        <a:defRPr sz="8000">
          <a:solidFill>
            <a:srgbClr val="FFFFFF"/>
          </a:solidFill>
          <a:latin typeface="Helvetica Light"/>
          <a:ea typeface="Helvetica Light"/>
          <a:cs typeface="Helvetica Light"/>
          <a:sym typeface="Helvetica Light"/>
        </a:defRPr>
      </a:lvl6pPr>
      <a:lvl7pPr algn="ctr" defTabSz="584200">
        <a:defRPr sz="8000">
          <a:solidFill>
            <a:srgbClr val="FFFFFF"/>
          </a:solidFill>
          <a:latin typeface="Helvetica Light"/>
          <a:ea typeface="Helvetica Light"/>
          <a:cs typeface="Helvetica Light"/>
          <a:sym typeface="Helvetica Light"/>
        </a:defRPr>
      </a:lvl7pPr>
      <a:lvl8pPr algn="ctr" defTabSz="584200">
        <a:defRPr sz="8000">
          <a:solidFill>
            <a:srgbClr val="FFFFFF"/>
          </a:solidFill>
          <a:latin typeface="Helvetica Light"/>
          <a:ea typeface="Helvetica Light"/>
          <a:cs typeface="Helvetica Light"/>
          <a:sym typeface="Helvetica Light"/>
        </a:defRPr>
      </a:lvl8pPr>
      <a:lvl9pPr algn="ctr" defTabSz="584200">
        <a:defRPr sz="8000">
          <a:solidFill>
            <a:srgbClr val="FFFFFF"/>
          </a:solidFill>
          <a:latin typeface="Helvetica Light"/>
          <a:ea typeface="Helvetica Light"/>
          <a:cs typeface="Helvetica Light"/>
          <a:sym typeface="Helvetica Light"/>
        </a:defRPr>
      </a:lvl9pPr>
    </p:titleStyle>
    <p:bodyStyle>
      <a:lvl1pPr marL="457200" indent="-457200" defTabSz="584200">
        <a:spcBef>
          <a:spcPts val="4200"/>
        </a:spcBef>
        <a:buSzPct val="75000"/>
        <a:buChar char="•"/>
        <a:defRPr sz="3800">
          <a:solidFill>
            <a:srgbClr val="FFFFFF"/>
          </a:solidFill>
          <a:latin typeface="Helvetica Light"/>
          <a:ea typeface="Helvetica Light"/>
          <a:cs typeface="Helvetica Light"/>
          <a:sym typeface="Helvetica Light"/>
        </a:defRPr>
      </a:lvl1pPr>
      <a:lvl2pPr marL="914400" indent="-457200" defTabSz="584200">
        <a:spcBef>
          <a:spcPts val="4200"/>
        </a:spcBef>
        <a:buSzPct val="75000"/>
        <a:buChar char="•"/>
        <a:defRPr sz="3800">
          <a:solidFill>
            <a:srgbClr val="FFFFFF"/>
          </a:solidFill>
          <a:latin typeface="Helvetica Light"/>
          <a:ea typeface="Helvetica Light"/>
          <a:cs typeface="Helvetica Light"/>
          <a:sym typeface="Helvetica Light"/>
        </a:defRPr>
      </a:lvl2pPr>
      <a:lvl3pPr marL="1371600" indent="-457200" defTabSz="584200">
        <a:spcBef>
          <a:spcPts val="4200"/>
        </a:spcBef>
        <a:buSzPct val="75000"/>
        <a:buChar char="•"/>
        <a:defRPr sz="3800">
          <a:solidFill>
            <a:srgbClr val="FFFFFF"/>
          </a:solidFill>
          <a:latin typeface="Helvetica Light"/>
          <a:ea typeface="Helvetica Light"/>
          <a:cs typeface="Helvetica Light"/>
          <a:sym typeface="Helvetica Light"/>
        </a:defRPr>
      </a:lvl3pPr>
      <a:lvl4pPr marL="1828800" indent="-457200" defTabSz="584200">
        <a:spcBef>
          <a:spcPts val="4200"/>
        </a:spcBef>
        <a:buSzPct val="75000"/>
        <a:buChar char="•"/>
        <a:defRPr sz="3800">
          <a:solidFill>
            <a:srgbClr val="FFFFFF"/>
          </a:solidFill>
          <a:latin typeface="Helvetica Light"/>
          <a:ea typeface="Helvetica Light"/>
          <a:cs typeface="Helvetica Light"/>
          <a:sym typeface="Helvetica Light"/>
        </a:defRPr>
      </a:lvl4pPr>
      <a:lvl5pPr marL="2286000" indent="-457200" defTabSz="584200">
        <a:spcBef>
          <a:spcPts val="4200"/>
        </a:spcBef>
        <a:buSzPct val="75000"/>
        <a:buChar char="•"/>
        <a:defRPr sz="3800">
          <a:solidFill>
            <a:srgbClr val="FFFFFF"/>
          </a:solidFill>
          <a:latin typeface="Helvetica Light"/>
          <a:ea typeface="Helvetica Light"/>
          <a:cs typeface="Helvetica Light"/>
          <a:sym typeface="Helvetica Light"/>
        </a:defRPr>
      </a:lvl5pPr>
      <a:lvl6pPr marL="2743200" indent="-457200" defTabSz="584200">
        <a:spcBef>
          <a:spcPts val="4200"/>
        </a:spcBef>
        <a:buSzPct val="75000"/>
        <a:buChar char="•"/>
        <a:defRPr sz="3800">
          <a:solidFill>
            <a:srgbClr val="FFFFFF"/>
          </a:solidFill>
          <a:latin typeface="Helvetica Light"/>
          <a:ea typeface="Helvetica Light"/>
          <a:cs typeface="Helvetica Light"/>
          <a:sym typeface="Helvetica Light"/>
        </a:defRPr>
      </a:lvl6pPr>
      <a:lvl7pPr marL="3200400" indent="-457200" defTabSz="584200">
        <a:spcBef>
          <a:spcPts val="4200"/>
        </a:spcBef>
        <a:buSzPct val="75000"/>
        <a:buChar char="•"/>
        <a:defRPr sz="3800">
          <a:solidFill>
            <a:srgbClr val="FFFFFF"/>
          </a:solidFill>
          <a:latin typeface="Helvetica Light"/>
          <a:ea typeface="Helvetica Light"/>
          <a:cs typeface="Helvetica Light"/>
          <a:sym typeface="Helvetica Light"/>
        </a:defRPr>
      </a:lvl7pPr>
      <a:lvl8pPr marL="3657600" indent="-457200" defTabSz="584200">
        <a:spcBef>
          <a:spcPts val="4200"/>
        </a:spcBef>
        <a:buSzPct val="75000"/>
        <a:buChar char="•"/>
        <a:defRPr sz="3800">
          <a:solidFill>
            <a:srgbClr val="FFFFFF"/>
          </a:solidFill>
          <a:latin typeface="Helvetica Light"/>
          <a:ea typeface="Helvetica Light"/>
          <a:cs typeface="Helvetica Light"/>
          <a:sym typeface="Helvetica Light"/>
        </a:defRPr>
      </a:lvl8pPr>
      <a:lvl9pPr marL="4114800" indent="-457200" defTabSz="584200">
        <a:spcBef>
          <a:spcPts val="4200"/>
        </a:spcBef>
        <a:buSzPct val="75000"/>
        <a:buChar char="•"/>
        <a:defRPr sz="3800">
          <a:solidFill>
            <a:srgbClr val="FFFFFF"/>
          </a:solidFill>
          <a:latin typeface="Helvetica Light"/>
          <a:ea typeface="Helvetica Light"/>
          <a:cs typeface="Helvetica Light"/>
          <a:sym typeface="Helvetica Light"/>
        </a:defRPr>
      </a:lvl9pPr>
    </p:bodyStyle>
    <p:otherStyle>
      <a:lvl1pPr algn="r" defTabSz="584200">
        <a:defRPr sz="1200">
          <a:solidFill>
            <a:schemeClr val="tx1"/>
          </a:solidFill>
          <a:latin typeface="+mn-lt"/>
          <a:ea typeface="+mn-ea"/>
          <a:cs typeface="+mn-cs"/>
          <a:sym typeface="Avenir Roman"/>
        </a:defRPr>
      </a:lvl1pPr>
      <a:lvl2pPr algn="r" defTabSz="584200">
        <a:defRPr sz="1200">
          <a:solidFill>
            <a:schemeClr val="tx1"/>
          </a:solidFill>
          <a:latin typeface="+mn-lt"/>
          <a:ea typeface="+mn-ea"/>
          <a:cs typeface="+mn-cs"/>
          <a:sym typeface="Avenir Roman"/>
        </a:defRPr>
      </a:lvl2pPr>
      <a:lvl3pPr algn="r" defTabSz="584200">
        <a:defRPr sz="1200">
          <a:solidFill>
            <a:schemeClr val="tx1"/>
          </a:solidFill>
          <a:latin typeface="+mn-lt"/>
          <a:ea typeface="+mn-ea"/>
          <a:cs typeface="+mn-cs"/>
          <a:sym typeface="Avenir Roman"/>
        </a:defRPr>
      </a:lvl3pPr>
      <a:lvl4pPr algn="r" defTabSz="584200">
        <a:defRPr sz="1200">
          <a:solidFill>
            <a:schemeClr val="tx1"/>
          </a:solidFill>
          <a:latin typeface="+mn-lt"/>
          <a:ea typeface="+mn-ea"/>
          <a:cs typeface="+mn-cs"/>
          <a:sym typeface="Avenir Roman"/>
        </a:defRPr>
      </a:lvl4pPr>
      <a:lvl5pPr algn="r" defTabSz="584200">
        <a:defRPr sz="1200">
          <a:solidFill>
            <a:schemeClr val="tx1"/>
          </a:solidFill>
          <a:latin typeface="+mn-lt"/>
          <a:ea typeface="+mn-ea"/>
          <a:cs typeface="+mn-cs"/>
          <a:sym typeface="Avenir Roman"/>
        </a:defRPr>
      </a:lvl5pPr>
      <a:lvl6pPr algn="r" defTabSz="584200">
        <a:defRPr sz="1200">
          <a:solidFill>
            <a:schemeClr val="tx1"/>
          </a:solidFill>
          <a:latin typeface="+mn-lt"/>
          <a:ea typeface="+mn-ea"/>
          <a:cs typeface="+mn-cs"/>
          <a:sym typeface="Avenir Roman"/>
        </a:defRPr>
      </a:lvl6pPr>
      <a:lvl7pPr algn="r" defTabSz="584200">
        <a:defRPr sz="1200">
          <a:solidFill>
            <a:schemeClr val="tx1"/>
          </a:solidFill>
          <a:latin typeface="+mn-lt"/>
          <a:ea typeface="+mn-ea"/>
          <a:cs typeface="+mn-cs"/>
          <a:sym typeface="Avenir Roman"/>
        </a:defRPr>
      </a:lvl7pPr>
      <a:lvl8pPr algn="r" defTabSz="584200">
        <a:defRPr sz="1200">
          <a:solidFill>
            <a:schemeClr val="tx1"/>
          </a:solidFill>
          <a:latin typeface="+mn-lt"/>
          <a:ea typeface="+mn-ea"/>
          <a:cs typeface="+mn-cs"/>
          <a:sym typeface="Avenir Roman"/>
        </a:defRPr>
      </a:lvl8pPr>
      <a:lvl9pPr algn="r" defTabSz="584200">
        <a:defRPr sz="1200">
          <a:solidFill>
            <a:schemeClr val="tx1"/>
          </a:solidFill>
          <a:latin typeface="+mn-lt"/>
          <a:ea typeface="+mn-ea"/>
          <a:cs typeface="+mn-cs"/>
          <a:sym typeface="Avenir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hape 32"/>
          <p:cNvSpPr>
            <a:spLocks noGrp="1"/>
          </p:cNvSpPr>
          <p:nvPr>
            <p:ph type="title"/>
          </p:nvPr>
        </p:nvSpPr>
        <p:spPr>
          <a:xfrm>
            <a:off x="1270000" y="1638300"/>
            <a:ext cx="10464800" cy="1277428"/>
          </a:xfrm>
          <a:prstGeom prst="rect">
            <a:avLst/>
          </a:prstGeom>
        </p:spPr>
        <p:txBody>
          <a:bodyPr>
            <a:normAutofit fontScale="90000"/>
          </a:bodyPr>
          <a:lstStyle/>
          <a:p>
            <a:pPr lvl="0">
              <a:defRPr sz="1800">
                <a:solidFill>
                  <a:srgbClr val="000000"/>
                </a:solidFill>
              </a:defRPr>
            </a:pPr>
            <a:br>
              <a:rPr lang="pt-BR" sz="8000" dirty="0">
                <a:solidFill>
                  <a:srgbClr val="FFFFFF"/>
                </a:solidFill>
              </a:rPr>
            </a:br>
            <a:r>
              <a:rPr lang="pt-BR" sz="8000" dirty="0">
                <a:solidFill>
                  <a:srgbClr val="FFFFFF"/>
                </a:solidFill>
              </a:rPr>
              <a:t>PRODUCAO </a:t>
            </a:r>
            <a:endParaRPr sz="8000" dirty="0">
              <a:solidFill>
                <a:srgbClr val="FFFFFF"/>
              </a:solidFill>
            </a:endParaRPr>
          </a:p>
        </p:txBody>
      </p:sp>
      <p:sp>
        <p:nvSpPr>
          <p:cNvPr id="33" name="Shape 33"/>
          <p:cNvSpPr>
            <a:spLocks noGrp="1"/>
          </p:cNvSpPr>
          <p:nvPr>
            <p:ph type="body" idx="1"/>
          </p:nvPr>
        </p:nvSpPr>
        <p:spPr>
          <a:xfrm>
            <a:off x="1270000" y="5029200"/>
            <a:ext cx="10464800" cy="1130300"/>
          </a:xfrm>
          <a:prstGeom prst="rect">
            <a:avLst/>
          </a:prstGeom>
        </p:spPr>
        <p:txBody>
          <a:bodyPr/>
          <a:lstStyle/>
          <a:p>
            <a:pPr lvl="0">
              <a:defRPr sz="1800">
                <a:solidFill>
                  <a:srgbClr val="000000"/>
                </a:solidFill>
              </a:defRPr>
            </a:pPr>
            <a:r>
              <a:rPr sz="3200">
                <a:solidFill>
                  <a:srgbClr val="FFFFFF"/>
                </a:solidFill>
              </a:rPr>
              <a:t>conceitos gerais</a:t>
            </a:r>
          </a:p>
        </p:txBody>
      </p:sp>
      <p:sp>
        <p:nvSpPr>
          <p:cNvPr id="2" name="Retângulo 1">
            <a:extLst>
              <a:ext uri="{FF2B5EF4-FFF2-40B4-BE49-F238E27FC236}">
                <a16:creationId xmlns:a16="http://schemas.microsoft.com/office/drawing/2014/main" id="{2704E4D3-5FDD-B241-9C57-4B91287C4A00}"/>
              </a:ext>
            </a:extLst>
          </p:cNvPr>
          <p:cNvSpPr/>
          <p:nvPr/>
        </p:nvSpPr>
        <p:spPr>
          <a:xfrm>
            <a:off x="4233856" y="3198882"/>
            <a:ext cx="4400564" cy="830997"/>
          </a:xfrm>
          <a:prstGeom prst="rect">
            <a:avLst/>
          </a:prstGeom>
        </p:spPr>
        <p:txBody>
          <a:bodyPr wrap="none">
            <a:spAutoFit/>
          </a:bodyPr>
          <a:lstStyle/>
          <a:p>
            <a:r>
              <a:rPr lang="pt-BR" sz="4800" dirty="0">
                <a:solidFill>
                  <a:srgbClr val="FFFFFF"/>
                </a:solidFill>
              </a:rPr>
              <a:t>chão de fabrica</a:t>
            </a:r>
            <a:endParaRPr lang="pt-BR" sz="4400"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hape 35"/>
          <p:cNvSpPr>
            <a:spLocks noGrp="1"/>
          </p:cNvSpPr>
          <p:nvPr>
            <p:ph type="title"/>
          </p:nvPr>
        </p:nvSpPr>
        <p:spPr>
          <a:xfrm>
            <a:off x="638355" y="1005779"/>
            <a:ext cx="11588224" cy="7379095"/>
          </a:xfrm>
          <a:prstGeom prst="rect">
            <a:avLst/>
          </a:prstGeom>
        </p:spPr>
        <p:txBody>
          <a:bodyPr anchor="t">
            <a:normAutofit fontScale="90000"/>
          </a:bodyPr>
          <a:lstStyle/>
          <a:p>
            <a:pPr lvl="1" indent="228600" algn="l">
              <a:defRPr sz="1800">
                <a:solidFill>
                  <a:srgbClr val="000000"/>
                </a:solidFill>
              </a:defRPr>
            </a:pPr>
            <a:r>
              <a:rPr lang="pt-BR" sz="2700" dirty="0">
                <a:solidFill>
                  <a:srgbClr val="FFFFFF"/>
                </a:solidFill>
              </a:rPr>
              <a:t>COMO A PRODUCAO SABE O QUE DEVE SER PRODUZIDO E QUAL A QUANTIDADE A SER PRODUZIDA DE CADA PRODUTO? (RESPOSTA SLIDE2)</a:t>
            </a:r>
            <a:br>
              <a:rPr lang="pt-BR" sz="2700" dirty="0">
                <a:solidFill>
                  <a:srgbClr val="FFFFFF"/>
                </a:solidFill>
              </a:rPr>
            </a:br>
            <a:br>
              <a:rPr lang="pt-BR" sz="2700" dirty="0">
                <a:solidFill>
                  <a:srgbClr val="FFFFFF"/>
                </a:solidFill>
              </a:rPr>
            </a:br>
            <a:r>
              <a:rPr lang="pt-BR" sz="2700" dirty="0">
                <a:solidFill>
                  <a:srgbClr val="FFFFFF"/>
                </a:solidFill>
              </a:rPr>
              <a:t>SE PENSARMOS QUE OS PLANOS DE PRODUCAO SÃO ELABORADOS PARA SEIS MESES, DEVEMOS PENSAR QUE :</a:t>
            </a:r>
            <a:br>
              <a:rPr lang="pt-BR" sz="2700" dirty="0">
                <a:solidFill>
                  <a:srgbClr val="FFFFFF"/>
                </a:solidFill>
              </a:rPr>
            </a:br>
            <a:r>
              <a:rPr lang="pt-BR" sz="2700" dirty="0">
                <a:solidFill>
                  <a:srgbClr val="FFFFFF"/>
                </a:solidFill>
              </a:rPr>
              <a:t>1) SE ESTAMOS EM OUTUBRO DE 2021, O PLANO ATE MARCO DE 2022 JÁ ESTA ELABORADO, SENDO QUE OUTUBRO, NOVEMBRO E DEZEMBRO JÁ SÃO NUMEROS FIXADOS E JANEIRO,FEVEREIRO E MARCO AINDA SÃO NUMEROS ESTIMADOS.</a:t>
            </a:r>
            <a:br>
              <a:rPr lang="pt-BR" sz="2700" dirty="0">
                <a:solidFill>
                  <a:srgbClr val="FFFFFF"/>
                </a:solidFill>
              </a:rPr>
            </a:br>
            <a:br>
              <a:rPr lang="pt-BR" sz="2700" dirty="0">
                <a:solidFill>
                  <a:srgbClr val="FFFFFF"/>
                </a:solidFill>
              </a:rPr>
            </a:br>
            <a:r>
              <a:rPr lang="pt-BR" sz="2700" dirty="0">
                <a:solidFill>
                  <a:srgbClr val="FFFFFF"/>
                </a:solidFill>
              </a:rPr>
              <a:t>2) SE ENTRAMOS EM OUTUBRO 2021, O PLANEJAMENTO A SER FEITO SERA PARA ABRIL DE 2022, POIS O DE OUTUBRO JÁ ESTA FEITO.</a:t>
            </a:r>
            <a:br>
              <a:rPr lang="pt-BR" sz="2700" dirty="0">
                <a:solidFill>
                  <a:srgbClr val="FFFFFF"/>
                </a:solidFill>
              </a:rPr>
            </a:br>
            <a:br>
              <a:rPr lang="pt-BR" sz="2700" dirty="0">
                <a:solidFill>
                  <a:srgbClr val="FFFFFF"/>
                </a:solidFill>
              </a:rPr>
            </a:br>
            <a:r>
              <a:rPr lang="pt-BR" sz="2700" dirty="0">
                <a:solidFill>
                  <a:srgbClr val="FFFFFF"/>
                </a:solidFill>
              </a:rPr>
              <a:t>3) DEVEMOS LEMBRAR QUE: PRECISAMOS COMPRAR TODOS OS INSUMOS E OS FORNECEDORES TERAO QUE PROVIDENCIAR AS MATERIAS PRIMAS, PORTANTO NECESSITAM DE UM TEMPO HABIL PARA ISSO.</a:t>
            </a:r>
            <a:br>
              <a:rPr lang="pt-BR" sz="2700" dirty="0">
                <a:solidFill>
                  <a:srgbClr val="FFFFFF"/>
                </a:solidFill>
              </a:rPr>
            </a:br>
            <a:br>
              <a:rPr lang="pt-BR" sz="2700" dirty="0">
                <a:solidFill>
                  <a:srgbClr val="FFFFFF"/>
                </a:solidFill>
              </a:rPr>
            </a:br>
            <a:r>
              <a:rPr lang="pt-BR" sz="2700" dirty="0">
                <a:solidFill>
                  <a:srgbClr val="FFFFFF"/>
                </a:solidFill>
              </a:rPr>
              <a:t>4) A PRODUCAO PRECISA ESTAR PREPARADA PARA PRODUZIR O QUE SERA VENDIDO, COM SUAS LINHAS APTAS PARA ISSO.</a:t>
            </a:r>
            <a:br>
              <a:rPr lang="pt-BR" sz="2700" dirty="0">
                <a:solidFill>
                  <a:srgbClr val="FFFFFF"/>
                </a:solidFill>
              </a:rPr>
            </a:br>
            <a:br>
              <a:rPr lang="pt-BR" sz="2700" dirty="0"/>
            </a:br>
            <a:br>
              <a:rPr lang="pt-BR" sz="2700" dirty="0">
                <a:solidFill>
                  <a:srgbClr val="FFFFFF"/>
                </a:solidFill>
              </a:rPr>
            </a:br>
            <a:br>
              <a:rPr lang="pt-BR" sz="2700" dirty="0">
                <a:solidFill>
                  <a:srgbClr val="FFFFFF"/>
                </a:solidFill>
              </a:rPr>
            </a:br>
            <a:endParaRPr sz="2700" dirty="0">
              <a:solidFill>
                <a:srgbClr val="FFFFFF"/>
              </a:solidFill>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hape 35"/>
          <p:cNvSpPr>
            <a:spLocks noGrp="1"/>
          </p:cNvSpPr>
          <p:nvPr>
            <p:ph type="title"/>
          </p:nvPr>
        </p:nvSpPr>
        <p:spPr>
          <a:xfrm>
            <a:off x="638355" y="1005779"/>
            <a:ext cx="11588224" cy="7379095"/>
          </a:xfrm>
          <a:prstGeom prst="rect">
            <a:avLst/>
          </a:prstGeom>
        </p:spPr>
        <p:txBody>
          <a:bodyPr anchor="t">
            <a:normAutofit fontScale="90000"/>
          </a:bodyPr>
          <a:lstStyle/>
          <a:p>
            <a:pPr lvl="1" indent="228600" algn="l">
              <a:lnSpc>
                <a:spcPct val="150000"/>
              </a:lnSpc>
              <a:defRPr sz="1800">
                <a:solidFill>
                  <a:srgbClr val="000000"/>
                </a:solidFill>
              </a:defRPr>
            </a:pPr>
            <a:r>
              <a:rPr lang="pt-BR" sz="2700" dirty="0">
                <a:solidFill>
                  <a:srgbClr val="FFFFFF"/>
                </a:solidFill>
              </a:rPr>
              <a:t>EM ABRIL DE 2022, SERA CONSUMIDO O QUE ESTA SENDO COMPRADO HOJE, EM TERMOS DE INSUMOS. </a:t>
            </a:r>
            <a:br>
              <a:rPr lang="pt-BR" sz="2700" dirty="0">
                <a:solidFill>
                  <a:srgbClr val="FFFFFF"/>
                </a:solidFill>
              </a:rPr>
            </a:br>
            <a:r>
              <a:rPr lang="pt-BR" sz="2700" dirty="0">
                <a:solidFill>
                  <a:srgbClr val="FFFFFF"/>
                </a:solidFill>
              </a:rPr>
              <a:t>AS  REQUISICOES ESTARAO SENDO ELABORADAS ESTE MÊS, PARA DAR O TEMPO NECESSARIO DO DEPTO DE COMRAS ENTRAR EM CONTATO COM OS FORNECEDORES, COLOCAR OS SEUS PEDIDOS E MARCAR AS DATAS QUE OS INSUMOS JÁ DEVEM ESTAR A DISPOSICAO DA PRODUCAO PARA A MANUFATURA DO PRODUTO ACABADO.</a:t>
            </a:r>
            <a:br>
              <a:rPr lang="pt-BR" sz="2700" dirty="0">
                <a:solidFill>
                  <a:srgbClr val="FFFFFF"/>
                </a:solidFill>
              </a:rPr>
            </a:br>
            <a:r>
              <a:rPr lang="pt-BR" sz="2700" dirty="0">
                <a:solidFill>
                  <a:srgbClr val="FFFFFF"/>
                </a:solidFill>
              </a:rPr>
              <a:t>TUDO TEM QUE SER SINCRONIZADO, PORQUE HÁ NECESSIDADE DE SE MANTER UM ESTOQUE DE INSUMOS BAIXO PARA QUE A EMPRESA NÃO VENHA A TER UM GASTO ELEVADO DE ESTOCAGEM. </a:t>
            </a:r>
            <a:br>
              <a:rPr lang="pt-BR" sz="2700" dirty="0">
                <a:solidFill>
                  <a:srgbClr val="FFFFFF"/>
                </a:solidFill>
              </a:rPr>
            </a:br>
            <a:r>
              <a:rPr lang="pt-BR" sz="2700" dirty="0">
                <a:solidFill>
                  <a:srgbClr val="FFFFFF"/>
                </a:solidFill>
              </a:rPr>
              <a:t>A FABRICA, ATRAVES DO PLANEJAMENTO FABRICA DEVERA TER O PLANO DE FABRICACAO DIARIO COM TODAS AS SUAS LINHAS ESPECIFICADAS, OU SEJA, O CHAO DE FABRICA PREPARADO.</a:t>
            </a:r>
            <a:br>
              <a:rPr lang="pt-BR" sz="2700" dirty="0">
                <a:solidFill>
                  <a:srgbClr val="FFFFFF"/>
                </a:solidFill>
              </a:rPr>
            </a:br>
            <a:br>
              <a:rPr lang="pt-BR" sz="2700" dirty="0"/>
            </a:br>
            <a:br>
              <a:rPr lang="pt-BR" sz="2700" dirty="0">
                <a:solidFill>
                  <a:srgbClr val="FFFFFF"/>
                </a:solidFill>
              </a:rPr>
            </a:br>
            <a:br>
              <a:rPr lang="pt-BR" sz="2700" dirty="0">
                <a:solidFill>
                  <a:srgbClr val="FFFFFF"/>
                </a:solidFill>
              </a:rPr>
            </a:br>
            <a:endParaRPr sz="2700" dirty="0">
              <a:solidFill>
                <a:srgbClr val="FFFFFF"/>
              </a:solidFill>
            </a:endParaRPr>
          </a:p>
        </p:txBody>
      </p:sp>
    </p:spTree>
    <p:extLst>
      <p:ext uri="{BB962C8B-B14F-4D97-AF65-F5344CB8AC3E}">
        <p14:creationId xmlns:p14="http://schemas.microsoft.com/office/powerpoint/2010/main" val="24657124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hape 35"/>
          <p:cNvSpPr>
            <a:spLocks noGrp="1"/>
          </p:cNvSpPr>
          <p:nvPr>
            <p:ph type="title"/>
          </p:nvPr>
        </p:nvSpPr>
        <p:spPr>
          <a:xfrm>
            <a:off x="943669" y="1005780"/>
            <a:ext cx="11282910" cy="6778874"/>
          </a:xfrm>
          <a:prstGeom prst="rect">
            <a:avLst/>
          </a:prstGeom>
        </p:spPr>
        <p:txBody>
          <a:bodyPr anchor="t"/>
          <a:lstStyle/>
          <a:p>
            <a:pPr lvl="1" indent="228600" algn="l">
              <a:defRPr sz="1800">
                <a:solidFill>
                  <a:srgbClr val="000000"/>
                </a:solidFill>
              </a:defRPr>
            </a:pPr>
            <a:r>
              <a:rPr sz="2700" dirty="0">
                <a:solidFill>
                  <a:srgbClr val="FFFFFF"/>
                </a:solidFill>
              </a:rPr>
              <a:t>O QUE VEM A SER UM CHAO DE FABRICA?</a:t>
            </a:r>
            <a:endParaRPr sz="2700" dirty="0"/>
          </a:p>
          <a:p>
            <a:pPr lvl="1" indent="228600" algn="l">
              <a:defRPr sz="1800">
                <a:solidFill>
                  <a:srgbClr val="000000"/>
                </a:solidFill>
              </a:defRPr>
            </a:pPr>
            <a:endParaRPr sz="2700" dirty="0"/>
          </a:p>
          <a:p>
            <a:pPr lvl="1" indent="228600" algn="l">
              <a:defRPr sz="1800">
                <a:solidFill>
                  <a:srgbClr val="000000"/>
                </a:solidFill>
              </a:defRPr>
            </a:pPr>
            <a:r>
              <a:rPr sz="2700" dirty="0">
                <a:solidFill>
                  <a:srgbClr val="FFFFFF"/>
                </a:solidFill>
              </a:rPr>
              <a:t>COMO VOCE IMAGINA QUE SEJA MANUFATURADO UM PRODUTO?</a:t>
            </a:r>
            <a:endParaRPr sz="2700" dirty="0"/>
          </a:p>
          <a:p>
            <a:pPr lvl="1" indent="228600" algn="l">
              <a:defRPr sz="1800">
                <a:solidFill>
                  <a:srgbClr val="000000"/>
                </a:solidFill>
              </a:defRPr>
            </a:pPr>
            <a:endParaRPr sz="2700" dirty="0"/>
          </a:p>
          <a:p>
            <a:pPr lvl="1" indent="228600" algn="l">
              <a:defRPr sz="1800">
                <a:solidFill>
                  <a:srgbClr val="000000"/>
                </a:solidFill>
              </a:defRPr>
            </a:pPr>
            <a:r>
              <a:rPr sz="2700" dirty="0">
                <a:solidFill>
                  <a:srgbClr val="FFFFFF"/>
                </a:solidFill>
              </a:rPr>
              <a:t>O QUE ENCONTRAMOS NO CHAO DE FABRICA?</a:t>
            </a:r>
            <a:endParaRPr sz="2700" dirty="0"/>
          </a:p>
          <a:p>
            <a:pPr lvl="1" indent="228600" algn="l">
              <a:defRPr sz="1800">
                <a:solidFill>
                  <a:srgbClr val="000000"/>
                </a:solidFill>
              </a:defRPr>
            </a:pPr>
            <a:endParaRPr sz="2700" dirty="0"/>
          </a:p>
          <a:p>
            <a:pPr lvl="1" indent="228600" algn="l">
              <a:defRPr sz="1800">
                <a:solidFill>
                  <a:srgbClr val="000000"/>
                </a:solidFill>
              </a:defRPr>
            </a:pPr>
            <a:r>
              <a:rPr sz="2700" dirty="0">
                <a:solidFill>
                  <a:srgbClr val="FFFFFF"/>
                </a:solidFill>
              </a:rPr>
              <a:t>PARA SE FAZER UMA CENTRAL TELEFÔNICA, ALEM DO PAINEL COM TODOS AQUELES FIOS SOLDADOS, EXISTE UM ENVOLTÓRIO “AQUELA CAIXA ONDE O PAINEL ESTA INSTALADO”, TUDO ISSO FICA NO MESMO CHAO DE FABRICA?</a:t>
            </a:r>
            <a:endParaRPr sz="2700" dirty="0"/>
          </a:p>
          <a:p>
            <a:pPr lvl="1" indent="228600" algn="l">
              <a:defRPr sz="1800">
                <a:solidFill>
                  <a:srgbClr val="000000"/>
                </a:solidFill>
              </a:defRPr>
            </a:pPr>
            <a:endParaRPr sz="2700" dirty="0"/>
          </a:p>
          <a:p>
            <a:pPr lvl="1" indent="228600" algn="l">
              <a:defRPr sz="1800">
                <a:solidFill>
                  <a:srgbClr val="000000"/>
                </a:solidFill>
              </a:defRPr>
            </a:pPr>
            <a:r>
              <a:rPr sz="2700" dirty="0">
                <a:solidFill>
                  <a:srgbClr val="FFFFFF"/>
                </a:solidFill>
              </a:rPr>
              <a:t>QUAL O TAMANHO IDEAL PARA UM CHAO DE FABRICA? </a:t>
            </a:r>
            <a:br>
              <a:rPr lang="pt-BR" sz="2700" dirty="0">
                <a:solidFill>
                  <a:srgbClr val="FFFFFF"/>
                </a:solidFill>
              </a:rPr>
            </a:br>
            <a:r>
              <a:rPr sz="2700" dirty="0">
                <a:solidFill>
                  <a:srgbClr val="FFFFFF"/>
                </a:solidFill>
              </a:rPr>
              <a:t>ALEM </a:t>
            </a:r>
            <a:r>
              <a:rPr lang="pt-BR" sz="2700" dirty="0">
                <a:solidFill>
                  <a:srgbClr val="FFFFFF"/>
                </a:solidFill>
              </a:rPr>
              <a:t>DOS INSUMOS,</a:t>
            </a:r>
            <a:r>
              <a:rPr sz="2700" dirty="0">
                <a:solidFill>
                  <a:srgbClr val="FFFFFF"/>
                </a:solidFill>
              </a:rPr>
              <a:t> DEPENDE DE QUE OUTROS COMPONENTES?</a:t>
            </a:r>
          </a:p>
        </p:txBody>
      </p:sp>
    </p:spTree>
    <p:extLst>
      <p:ext uri="{BB962C8B-B14F-4D97-AF65-F5344CB8AC3E}">
        <p14:creationId xmlns:p14="http://schemas.microsoft.com/office/powerpoint/2010/main" val="186773221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hape 37"/>
          <p:cNvSpPr>
            <a:spLocks noGrp="1"/>
          </p:cNvSpPr>
          <p:nvPr>
            <p:ph type="body" idx="1"/>
          </p:nvPr>
        </p:nvSpPr>
        <p:spPr>
          <a:xfrm>
            <a:off x="952500" y="1270000"/>
            <a:ext cx="11544152" cy="6164561"/>
          </a:xfrm>
          <a:prstGeom prst="rect">
            <a:avLst/>
          </a:prstGeom>
        </p:spPr>
        <p:txBody>
          <a:bodyPr anchor="t"/>
          <a:lstStyle/>
          <a:p>
            <a:pPr marL="1447800" lvl="0" indent="-1447800">
              <a:buClr>
                <a:srgbClr val="FFFFFF"/>
              </a:buClr>
              <a:defRPr sz="1800">
                <a:solidFill>
                  <a:srgbClr val="000000"/>
                </a:solidFill>
              </a:defRPr>
            </a:pPr>
            <a:r>
              <a:rPr sz="2700" dirty="0">
                <a:solidFill>
                  <a:srgbClr val="FFFFFF"/>
                </a:solidFill>
              </a:rPr>
              <a:t>O CHAO DE FABRICA PERTENCE A QUAL DEPARTAMENTO?</a:t>
            </a:r>
            <a:r>
              <a:rPr lang="pt-BR" sz="2700" dirty="0">
                <a:solidFill>
                  <a:srgbClr val="FFFFFF"/>
                </a:solidFill>
              </a:rPr>
              <a:t> (DIVISAO DE PRODUCAO)</a:t>
            </a:r>
            <a:endParaRPr sz="2700" dirty="0"/>
          </a:p>
          <a:p>
            <a:pPr marL="1447800" lvl="0" indent="-1447800">
              <a:buClr>
                <a:srgbClr val="FFFFFF"/>
              </a:buClr>
              <a:defRPr sz="1800">
                <a:solidFill>
                  <a:srgbClr val="000000"/>
                </a:solidFill>
              </a:defRPr>
            </a:pPr>
            <a:r>
              <a:rPr sz="2700" dirty="0">
                <a:solidFill>
                  <a:srgbClr val="FFFFFF"/>
                </a:solidFill>
              </a:rPr>
              <a:t>VOCE CONHECE ALGUM SISTEMA QUE CONTROLE O CHAO DE FABRICA?</a:t>
            </a:r>
            <a:r>
              <a:rPr lang="pt-BR" sz="2700" dirty="0">
                <a:solidFill>
                  <a:srgbClr val="FFFFFF"/>
                </a:solidFill>
              </a:rPr>
              <a:t>(MRP, MRPI,MÊS)</a:t>
            </a:r>
            <a:endParaRPr sz="2700" dirty="0"/>
          </a:p>
          <a:p>
            <a:pPr marL="1447800" lvl="0" indent="-1447800">
              <a:buClr>
                <a:srgbClr val="FFFFFF"/>
              </a:buClr>
              <a:defRPr sz="1800">
                <a:solidFill>
                  <a:srgbClr val="000000"/>
                </a:solidFill>
              </a:defRPr>
            </a:pPr>
            <a:r>
              <a:rPr sz="2700" dirty="0">
                <a:solidFill>
                  <a:srgbClr val="FFFFFF"/>
                </a:solidFill>
              </a:rPr>
              <a:t>QUEM DETERMINA O QUE DEVE SER FABRICADO E O QUANTO FABRICAR?</a:t>
            </a:r>
            <a:r>
              <a:rPr lang="pt-BR" sz="2700" dirty="0">
                <a:solidFill>
                  <a:srgbClr val="FFFFFF"/>
                </a:solidFill>
              </a:rPr>
              <a:t> (PLANEJAMENTOS)</a:t>
            </a:r>
            <a:endParaRPr sz="2700" dirty="0"/>
          </a:p>
          <a:p>
            <a:pPr marL="1447800" lvl="0" indent="-1447800">
              <a:buClr>
                <a:srgbClr val="FFFFFF"/>
              </a:buClr>
              <a:defRPr sz="1800">
                <a:solidFill>
                  <a:srgbClr val="000000"/>
                </a:solidFill>
              </a:defRPr>
            </a:pPr>
            <a:r>
              <a:rPr sz="2700" dirty="0">
                <a:solidFill>
                  <a:srgbClr val="FFFFFF"/>
                </a:solidFill>
              </a:rPr>
              <a:t>QUAIS AS PRINCIPAIS RESPONSABILIDADES DA PRODUÇÃO?</a:t>
            </a:r>
            <a:r>
              <a:rPr lang="pt-BR" sz="2700" dirty="0">
                <a:solidFill>
                  <a:srgbClr val="FFFFFF"/>
                </a:solidFill>
              </a:rPr>
              <a:t> (MANTER AS MAQUINAS EM FUNCIONAMENTO, PRODUZIR DE ACORDO COM O PLANEJADO)</a:t>
            </a:r>
            <a:endParaRPr sz="2700" dirty="0">
              <a:solidFill>
                <a:srgbClr val="FFFFFF"/>
              </a:solidFill>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hape 39"/>
          <p:cNvSpPr>
            <a:spLocks noGrp="1"/>
          </p:cNvSpPr>
          <p:nvPr>
            <p:ph type="body" idx="1"/>
          </p:nvPr>
        </p:nvSpPr>
        <p:spPr>
          <a:xfrm>
            <a:off x="825500" y="2197100"/>
            <a:ext cx="11099800" cy="7213600"/>
          </a:xfrm>
          <a:prstGeom prst="rect">
            <a:avLst/>
          </a:prstGeom>
        </p:spPr>
        <p:txBody>
          <a:bodyPr anchor="t">
            <a:normAutofit lnSpcReduction="10000"/>
          </a:bodyPr>
          <a:lstStyle/>
          <a:p>
            <a:pPr marL="508000" lvl="0" indent="-508000">
              <a:lnSpc>
                <a:spcPct val="120000"/>
              </a:lnSpc>
              <a:buClr>
                <a:srgbClr val="FFFFFF"/>
              </a:buClr>
              <a:buFont typeface="Helvetica"/>
              <a:defRPr sz="1800">
                <a:solidFill>
                  <a:srgbClr val="000000"/>
                </a:solidFill>
              </a:defRPr>
            </a:pPr>
            <a:r>
              <a:rPr sz="2000">
                <a:solidFill>
                  <a:srgbClr val="FFFFFF"/>
                </a:solidFill>
                <a:latin typeface="+mj-lt"/>
                <a:ea typeface="+mj-ea"/>
                <a:cs typeface="+mj-cs"/>
                <a:sym typeface="Helvetica"/>
              </a:rPr>
              <a:t>O DEPTO DE PRODUÇÃO, NORMALMENTE TEM UMA DIRETORIA INDEPENDENTE, QUE CUIDA DE TUDO QUE DEVE SER MANUFATURADO DENTRO DE UMA INDUSTRIA.</a:t>
            </a:r>
            <a:endParaRPr sz="2000">
              <a:latin typeface="+mj-lt"/>
              <a:ea typeface="+mj-ea"/>
              <a:cs typeface="+mj-cs"/>
              <a:sym typeface="Helvetica"/>
            </a:endParaRPr>
          </a:p>
          <a:p>
            <a:pPr marL="508000" lvl="0" indent="-508000">
              <a:lnSpc>
                <a:spcPct val="120000"/>
              </a:lnSpc>
              <a:buClr>
                <a:srgbClr val="FFFFFF"/>
              </a:buClr>
              <a:buFont typeface="Helvetica"/>
              <a:defRPr sz="1800">
                <a:solidFill>
                  <a:srgbClr val="000000"/>
                </a:solidFill>
              </a:defRPr>
            </a:pPr>
            <a:r>
              <a:rPr sz="2000">
                <a:solidFill>
                  <a:srgbClr val="FFFFFF"/>
                </a:solidFill>
                <a:latin typeface="+mj-lt"/>
                <a:ea typeface="+mj-ea"/>
                <a:cs typeface="+mj-cs"/>
                <a:sym typeface="Helvetica"/>
              </a:rPr>
              <a:t>ESSA DIRETORIA TEM VARIAS SUB DIVISÕES, A SABER: PLANEJAMENTO CENTRAL, PLANEJAMENTO FABRICA, ENGENHARIA DE PRODUÇÃO E O CHAO DE FABRICA.</a:t>
            </a:r>
            <a:endParaRPr sz="2000">
              <a:latin typeface="+mj-lt"/>
              <a:ea typeface="+mj-ea"/>
              <a:cs typeface="+mj-cs"/>
              <a:sym typeface="Helvetica"/>
            </a:endParaRPr>
          </a:p>
          <a:p>
            <a:pPr marL="508000" lvl="0" indent="-508000">
              <a:lnSpc>
                <a:spcPct val="120000"/>
              </a:lnSpc>
              <a:buClr>
                <a:srgbClr val="FFFFFF"/>
              </a:buClr>
              <a:buFont typeface="Helvetica"/>
              <a:defRPr sz="1800">
                <a:solidFill>
                  <a:srgbClr val="000000"/>
                </a:solidFill>
              </a:defRPr>
            </a:pPr>
            <a:r>
              <a:rPr sz="2000">
                <a:solidFill>
                  <a:srgbClr val="FFFFFF"/>
                </a:solidFill>
                <a:latin typeface="+mj-lt"/>
                <a:ea typeface="+mj-ea"/>
                <a:cs typeface="+mj-cs"/>
                <a:sym typeface="Helvetica"/>
              </a:rPr>
              <a:t>ALEM DE PRODUZIR, EXISTEM OUTRAS FUNÇÕES QUE SAO RESPONSABILIDADE DA PRODUÇÃO, COMO :</a:t>
            </a:r>
            <a:endParaRPr sz="2000">
              <a:latin typeface="+mj-lt"/>
              <a:ea typeface="+mj-ea"/>
              <a:cs typeface="+mj-cs"/>
              <a:sym typeface="Helvetica"/>
            </a:endParaRPr>
          </a:p>
          <a:p>
            <a:pPr marL="508000" lvl="0" indent="-508000">
              <a:lnSpc>
                <a:spcPct val="120000"/>
              </a:lnSpc>
              <a:buClr>
                <a:srgbClr val="FFFFFF"/>
              </a:buClr>
              <a:buFont typeface="Helvetica"/>
              <a:defRPr sz="1800">
                <a:solidFill>
                  <a:srgbClr val="000000"/>
                </a:solidFill>
              </a:defRPr>
            </a:pPr>
            <a:r>
              <a:rPr sz="2000">
                <a:solidFill>
                  <a:srgbClr val="FFFFFF"/>
                </a:solidFill>
                <a:latin typeface="+mj-lt"/>
                <a:ea typeface="+mj-ea"/>
                <a:cs typeface="+mj-cs"/>
                <a:sym typeface="Helvetica"/>
              </a:rPr>
              <a:t> MANTER AS LINHAS SEMPRE LIMPAS E PRONTAS PARA FUNCIONAR, O QUE DEMANDA MECANICOS, APARELHOS DE TESTE, PECAS DE REPOSIÇÃO, GRAXA, ETC.</a:t>
            </a:r>
            <a:endParaRPr sz="2000">
              <a:latin typeface="+mj-lt"/>
              <a:ea typeface="+mj-ea"/>
              <a:cs typeface="+mj-cs"/>
              <a:sym typeface="Helvetica"/>
            </a:endParaRPr>
          </a:p>
          <a:p>
            <a:pPr marL="508000" lvl="0" indent="-508000">
              <a:lnSpc>
                <a:spcPct val="120000"/>
              </a:lnSpc>
              <a:buClr>
                <a:srgbClr val="FFFFFF"/>
              </a:buClr>
              <a:buFont typeface="Helvetica"/>
              <a:defRPr sz="1800">
                <a:solidFill>
                  <a:srgbClr val="000000"/>
                </a:solidFill>
              </a:defRPr>
            </a:pPr>
            <a:r>
              <a:rPr sz="2000">
                <a:solidFill>
                  <a:srgbClr val="FFFFFF"/>
                </a:solidFill>
                <a:latin typeface="+mj-lt"/>
                <a:ea typeface="+mj-ea"/>
                <a:cs typeface="+mj-cs"/>
                <a:sym typeface="Helvetica"/>
              </a:rPr>
              <a:t>TER UMA EQUIPE DE ENGENHEIROS DE PRODUÇÃO, QUE DEVEM CUIDAR DAS PARADAS DE MAQUINA OBRIGATÓRIAS, PARA EVITAR QUEBRAS POR EXCESSO DE UTILIZAÇÃO.</a:t>
            </a:r>
            <a:endParaRPr sz="2000">
              <a:latin typeface="+mj-lt"/>
              <a:ea typeface="+mj-ea"/>
              <a:cs typeface="+mj-cs"/>
              <a:sym typeface="Helvetica"/>
            </a:endParaRPr>
          </a:p>
          <a:p>
            <a:pPr marL="508000" lvl="0" indent="-508000">
              <a:lnSpc>
                <a:spcPct val="120000"/>
              </a:lnSpc>
              <a:buClr>
                <a:srgbClr val="FFFFFF"/>
              </a:buClr>
              <a:buFont typeface="Helvetica"/>
              <a:defRPr sz="1800">
                <a:solidFill>
                  <a:srgbClr val="000000"/>
                </a:solidFill>
              </a:defRPr>
            </a:pPr>
            <a:r>
              <a:rPr sz="2000">
                <a:solidFill>
                  <a:srgbClr val="FFFFFF"/>
                </a:solidFill>
                <a:latin typeface="+mj-lt"/>
                <a:ea typeface="+mj-ea"/>
                <a:cs typeface="+mj-cs"/>
                <a:sym typeface="Helvetica"/>
              </a:rPr>
              <a:t> </a:t>
            </a:r>
          </a:p>
        </p:txBody>
      </p:sp>
      <p:sp>
        <p:nvSpPr>
          <p:cNvPr id="40" name="Shape 40"/>
          <p:cNvSpPr>
            <a:spLocks noGrp="1"/>
          </p:cNvSpPr>
          <p:nvPr>
            <p:ph type="title" idx="4294967295"/>
          </p:nvPr>
        </p:nvSpPr>
        <p:spPr>
          <a:xfrm>
            <a:off x="1173480" y="1379219"/>
            <a:ext cx="10403841" cy="661531"/>
          </a:xfrm>
          <a:prstGeom prst="rect">
            <a:avLst/>
          </a:prstGeom>
        </p:spPr>
        <p:txBody>
          <a:bodyPr/>
          <a:lstStyle>
            <a:lvl1pPr defTabSz="315468">
              <a:defRPr sz="4300"/>
            </a:lvl1pPr>
          </a:lstStyle>
          <a:p>
            <a:pPr lvl="0">
              <a:defRPr sz="1800">
                <a:solidFill>
                  <a:srgbClr val="000000"/>
                </a:solidFill>
              </a:defRPr>
            </a:pPr>
            <a:r>
              <a:rPr sz="4300">
                <a:solidFill>
                  <a:srgbClr val="FFFFFF"/>
                </a:solidFill>
              </a:rPr>
              <a:t>CHAO DE FABRICA</a:t>
            </a:r>
          </a:p>
        </p:txBody>
      </p:sp>
      <p:sp>
        <p:nvSpPr>
          <p:cNvPr id="41" name="Shape 41"/>
          <p:cNvSpPr>
            <a:spLocks noGrp="1"/>
          </p:cNvSpPr>
          <p:nvPr>
            <p:ph type="sldNum" sz="quarter" idx="4294967295"/>
          </p:nvPr>
        </p:nvSpPr>
        <p:spPr>
          <a:xfrm>
            <a:off x="9320106" y="8779791"/>
            <a:ext cx="3034455" cy="520702"/>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lvl1pPr algn="r">
              <a:defRPr sz="1200">
                <a:solidFill>
                  <a:srgbClr val="FF0000"/>
                </a:solidFill>
                <a:latin typeface="Helvetica Light"/>
                <a:ea typeface="Helvetica Light"/>
                <a:cs typeface="Helvetica Light"/>
                <a:sym typeface="Helvetica Light"/>
              </a:defRPr>
            </a:lvl1pPr>
          </a:lstStyle>
          <a:p>
            <a:pPr lvl="0">
              <a:defRPr sz="1800">
                <a:solidFill>
                  <a:srgbClr val="000000"/>
                </a:solidFill>
              </a:defRPr>
            </a:pPr>
            <a:fld id="{86CB4B4D-7CA3-9044-876B-883B54F8677D}" type="slidenum">
              <a:rPr sz="1200">
                <a:solidFill>
                  <a:srgbClr val="FF0000"/>
                </a:solidFill>
              </a:rPr>
              <a:t>6</a:t>
            </a:fld>
            <a:endParaRPr sz="1200">
              <a:solidFill>
                <a:srgbClr val="FF0000"/>
              </a:solidFill>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43"/>
          <p:cNvSpPr>
            <a:spLocks noGrp="1"/>
          </p:cNvSpPr>
          <p:nvPr>
            <p:ph type="body" idx="1"/>
          </p:nvPr>
        </p:nvSpPr>
        <p:spPr>
          <a:xfrm>
            <a:off x="952500" y="1982291"/>
            <a:ext cx="11099800" cy="6501310"/>
          </a:xfrm>
          <a:prstGeom prst="rect">
            <a:avLst/>
          </a:prstGeom>
        </p:spPr>
        <p:txBody>
          <a:bodyPr anchor="t"/>
          <a:lstStyle/>
          <a:p>
            <a:pPr marL="508000" lvl="0" indent="-508000">
              <a:lnSpc>
                <a:spcPct val="150000"/>
              </a:lnSpc>
              <a:buClr>
                <a:srgbClr val="FFFFFF"/>
              </a:buClr>
              <a:defRPr sz="1800">
                <a:solidFill>
                  <a:srgbClr val="000000"/>
                </a:solidFill>
              </a:defRPr>
            </a:pPr>
            <a:r>
              <a:rPr sz="2400" dirty="0">
                <a:solidFill>
                  <a:srgbClr val="FFFFFF"/>
                </a:solidFill>
              </a:rPr>
              <a:t>TER UM PLANEJAMENTO CENTRAL QUE DEVERA TRABALHAR EM CONJUNTO COM O PLANEJAMENTO FABRICA, MAS CADA QUAL COM SUAS FUNÇÕES ESPECIFICAS. EXEMPLO - O PLANEJAMENTO CENTRAL, TEM POR RESPONSABILIDADE EMITIR AS REQUISIÇÕES, QUE COMPRAS IRA TRANSFORMAR EM PEDIDOS PARA OS FORNECEDORES. ANTES DE ELABORAR AS REQUISIÇÕES, ELES CHECAM OS ESTOQUES DE PRODUTOS ACABADOS, CHECAM COM VENDAS AS ESTIMATIVAS ELABORADAS PELO MARKETING E SOMENTE APOS ESSES PROCEDIMENTOS, ENVIAM AO PLANEJAMENTO FABRICA AS QUANTIDADES QUE DEVERÃO SER PRODUZIDAS</a:t>
            </a:r>
            <a:r>
              <a:rPr sz="2000" dirty="0">
                <a:solidFill>
                  <a:srgbClr val="FFFFFF"/>
                </a:solidFill>
              </a:rPr>
              <a:t>.</a:t>
            </a:r>
            <a:endParaRPr sz="2000" dirty="0"/>
          </a:p>
        </p:txBody>
      </p:sp>
      <p:sp>
        <p:nvSpPr>
          <p:cNvPr id="44" name="Shape 44"/>
          <p:cNvSpPr>
            <a:spLocks noGrp="1"/>
          </p:cNvSpPr>
          <p:nvPr>
            <p:ph type="title" idx="4294967295"/>
          </p:nvPr>
        </p:nvSpPr>
        <p:spPr>
          <a:xfrm>
            <a:off x="1478562" y="414019"/>
            <a:ext cx="10403841" cy="661531"/>
          </a:xfrm>
          <a:prstGeom prst="rect">
            <a:avLst/>
          </a:prstGeom>
        </p:spPr>
        <p:txBody>
          <a:bodyPr/>
          <a:lstStyle>
            <a:lvl1pPr defTabSz="315468">
              <a:defRPr sz="4300"/>
            </a:lvl1pPr>
          </a:lstStyle>
          <a:p>
            <a:pPr lvl="0">
              <a:defRPr sz="1800">
                <a:solidFill>
                  <a:srgbClr val="000000"/>
                </a:solidFill>
              </a:defRPr>
            </a:pPr>
            <a:r>
              <a:rPr sz="4300" dirty="0">
                <a:solidFill>
                  <a:srgbClr val="FFFFFF"/>
                </a:solidFill>
              </a:rPr>
              <a:t>CHAO DE FABRICA</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43"/>
          <p:cNvSpPr>
            <a:spLocks noGrp="1"/>
          </p:cNvSpPr>
          <p:nvPr>
            <p:ph type="body" idx="1"/>
          </p:nvPr>
        </p:nvSpPr>
        <p:spPr>
          <a:xfrm>
            <a:off x="952500" y="1982291"/>
            <a:ext cx="11099800" cy="6501310"/>
          </a:xfrm>
          <a:prstGeom prst="rect">
            <a:avLst/>
          </a:prstGeom>
        </p:spPr>
        <p:txBody>
          <a:bodyPr anchor="t">
            <a:normAutofit/>
          </a:bodyPr>
          <a:lstStyle/>
          <a:p>
            <a:pPr marL="508000" lvl="0" indent="-508000">
              <a:lnSpc>
                <a:spcPct val="150000"/>
              </a:lnSpc>
              <a:buClr>
                <a:srgbClr val="FFFFFF"/>
              </a:buClr>
              <a:defRPr sz="1800">
                <a:solidFill>
                  <a:srgbClr val="000000"/>
                </a:solidFill>
              </a:defRPr>
            </a:pPr>
            <a:r>
              <a:rPr sz="2400" dirty="0">
                <a:solidFill>
                  <a:srgbClr val="FFFFFF"/>
                </a:solidFill>
              </a:rPr>
              <a:t>O PLANEJAMENTO FABRICA, POR SUA VEZ, PEGA ESSES NUMEROS COM AS QUANTIDADES DE PRODUTOS ACABADOS A SEREM PRODUZIDAS E EXECUTAM A CHAMADA</a:t>
            </a:r>
            <a:r>
              <a:rPr lang="pt-BR" sz="2400" dirty="0"/>
              <a:t>"</a:t>
            </a:r>
            <a:r>
              <a:rPr sz="2400" b="1" dirty="0">
                <a:solidFill>
                  <a:schemeClr val="bg1"/>
                </a:solidFill>
              </a:rPr>
              <a:t> </a:t>
            </a:r>
            <a:r>
              <a:rPr lang="pt-BR" sz="2400" b="1" dirty="0">
                <a:solidFill>
                  <a:schemeClr val="bg1"/>
                </a:solidFill>
              </a:rPr>
              <a:t>"</a:t>
            </a:r>
            <a:r>
              <a:rPr sz="2800" b="1" dirty="0">
                <a:solidFill>
                  <a:srgbClr val="FFFFFF"/>
                </a:solidFill>
              </a:rPr>
              <a:t>EXPLOSÃO</a:t>
            </a:r>
            <a:r>
              <a:rPr lang="pt-BR" sz="2800" b="1" dirty="0">
                <a:solidFill>
                  <a:srgbClr val="FFFFFF"/>
                </a:solidFill>
              </a:rPr>
              <a:t>"</a:t>
            </a:r>
            <a:r>
              <a:rPr sz="2400" dirty="0">
                <a:solidFill>
                  <a:srgbClr val="FFFFFF"/>
                </a:solidFill>
              </a:rPr>
              <a:t>, QUE NADA MAIS EH  QUE PEGAR ESSAS QUANTIDADES E SUBMETER AS FORMULAS DO PRODUTO, PARA ENTAO SABER QUANTO DE CADA COMPONENTE DESSE PRODUTO SERA NECESSARIO PARA A FABRICAÇÃO DAQUELE PRODUTO. ESSAS QUANTIDADES SAO ENVIADAS AO PLANEJAMENTO CENTRAL, QUE DEVERÃO CHECAR OS ESTOQUES  EXISTENTES DE CADA COMPONENTE E SOMENTE DEPOIS DESSA CHECAGEM PODERÃO EMITIR AS REQUISIÇÕES QUE SERAO UTILIZADAS POR COMPRAS</a:t>
            </a:r>
          </a:p>
        </p:txBody>
      </p:sp>
      <p:sp>
        <p:nvSpPr>
          <p:cNvPr id="44" name="Shape 44"/>
          <p:cNvSpPr>
            <a:spLocks noGrp="1"/>
          </p:cNvSpPr>
          <p:nvPr>
            <p:ph type="title" idx="4294967295"/>
          </p:nvPr>
        </p:nvSpPr>
        <p:spPr>
          <a:xfrm>
            <a:off x="1478562" y="414019"/>
            <a:ext cx="10403841" cy="661531"/>
          </a:xfrm>
          <a:prstGeom prst="rect">
            <a:avLst/>
          </a:prstGeom>
        </p:spPr>
        <p:txBody>
          <a:bodyPr/>
          <a:lstStyle>
            <a:lvl1pPr defTabSz="315468">
              <a:defRPr sz="4300"/>
            </a:lvl1pPr>
          </a:lstStyle>
          <a:p>
            <a:pPr lvl="0">
              <a:defRPr sz="1800">
                <a:solidFill>
                  <a:srgbClr val="000000"/>
                </a:solidFill>
              </a:defRPr>
            </a:pPr>
            <a:r>
              <a:rPr sz="4300">
                <a:solidFill>
                  <a:srgbClr val="FFFFFF"/>
                </a:solidFill>
              </a:rPr>
              <a:t>CHAO DE FABRICA</a:t>
            </a:r>
          </a:p>
        </p:txBody>
      </p:sp>
    </p:spTree>
    <p:extLst>
      <p:ext uri="{BB962C8B-B14F-4D97-AF65-F5344CB8AC3E}">
        <p14:creationId xmlns:p14="http://schemas.microsoft.com/office/powerpoint/2010/main" val="343656914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hape 52"/>
          <p:cNvSpPr>
            <a:spLocks noGrp="1"/>
          </p:cNvSpPr>
          <p:nvPr>
            <p:ph type="body" idx="1"/>
          </p:nvPr>
        </p:nvSpPr>
        <p:spPr>
          <a:xfrm>
            <a:off x="165774" y="2270392"/>
            <a:ext cx="11886526" cy="6213209"/>
          </a:xfrm>
          <a:prstGeom prst="rect">
            <a:avLst/>
          </a:prstGeom>
        </p:spPr>
        <p:txBody>
          <a:bodyPr anchor="t">
            <a:normAutofit fontScale="92500"/>
          </a:bodyPr>
          <a:lstStyle/>
          <a:p>
            <a:pPr fontAlgn="base"/>
            <a:r>
              <a:rPr lang="pt-BR" b="1" dirty="0"/>
              <a:t>Fórmula – receita para fazer 1 litro de detergente liquido:</a:t>
            </a:r>
          </a:p>
          <a:p>
            <a:pPr fontAlgn="base"/>
            <a:r>
              <a:rPr lang="pt-BR" dirty="0"/>
              <a:t>Ácido Sulfônico 30 gramas</a:t>
            </a:r>
            <a:br>
              <a:rPr lang="pt-BR" dirty="0"/>
            </a:br>
            <a:r>
              <a:rPr lang="pt-BR" dirty="0"/>
              <a:t>Amida 60 20 gramas</a:t>
            </a:r>
            <a:br>
              <a:rPr lang="pt-BR" dirty="0"/>
            </a:br>
            <a:r>
              <a:rPr lang="pt-BR" dirty="0" err="1"/>
              <a:t>Lauril</a:t>
            </a:r>
            <a:r>
              <a:rPr lang="pt-BR" dirty="0"/>
              <a:t> éter sulfato de sódio 20 gramas</a:t>
            </a:r>
            <a:br>
              <a:rPr lang="pt-BR" dirty="0"/>
            </a:br>
            <a:r>
              <a:rPr lang="pt-BR" dirty="0" err="1"/>
              <a:t>Trietanolamina</a:t>
            </a:r>
            <a:r>
              <a:rPr lang="pt-BR" dirty="0"/>
              <a:t> 3 gramas</a:t>
            </a:r>
            <a:br>
              <a:rPr lang="pt-BR" dirty="0"/>
            </a:br>
            <a:r>
              <a:rPr lang="pt-BR" dirty="0"/>
              <a:t>Formol 37 % 1 grama</a:t>
            </a:r>
            <a:br>
              <a:rPr lang="pt-BR" dirty="0"/>
            </a:br>
            <a:r>
              <a:rPr lang="pt-BR" dirty="0"/>
              <a:t>Soda Caustica 99% (escamas) 3 gramas</a:t>
            </a:r>
            <a:br>
              <a:rPr lang="pt-BR" dirty="0"/>
            </a:br>
            <a:r>
              <a:rPr lang="pt-BR" dirty="0"/>
              <a:t>Essência 1 grama</a:t>
            </a:r>
            <a:br>
              <a:rPr lang="pt-BR" dirty="0"/>
            </a:br>
            <a:r>
              <a:rPr lang="pt-BR" dirty="0"/>
              <a:t>Corante </a:t>
            </a:r>
            <a:r>
              <a:rPr lang="pt-BR" dirty="0" err="1"/>
              <a:t>q.s</a:t>
            </a:r>
            <a:br>
              <a:rPr lang="pt-BR" dirty="0"/>
            </a:br>
            <a:r>
              <a:rPr lang="pt-BR" dirty="0"/>
              <a:t>Água até completar 1 litro</a:t>
            </a:r>
          </a:p>
          <a:p>
            <a:pPr marL="508000" lvl="0" indent="-508000">
              <a:buClr>
                <a:srgbClr val="FFFFFF"/>
              </a:buClr>
              <a:defRPr sz="1800">
                <a:solidFill>
                  <a:srgbClr val="000000"/>
                </a:solidFill>
              </a:defRPr>
            </a:pPr>
            <a:endParaRPr sz="2000" dirty="0">
              <a:solidFill>
                <a:schemeClr val="bg1"/>
              </a:solidFill>
            </a:endParaRPr>
          </a:p>
        </p:txBody>
      </p:sp>
      <p:sp>
        <p:nvSpPr>
          <p:cNvPr id="53" name="Shape 53"/>
          <p:cNvSpPr>
            <a:spLocks noGrp="1"/>
          </p:cNvSpPr>
          <p:nvPr>
            <p:ph type="title" idx="4294967295"/>
          </p:nvPr>
        </p:nvSpPr>
        <p:spPr>
          <a:xfrm>
            <a:off x="1300478" y="711201"/>
            <a:ext cx="10403844" cy="965200"/>
          </a:xfrm>
          <a:prstGeom prst="rect">
            <a:avLst/>
          </a:prstGeom>
        </p:spPr>
        <p:txBody>
          <a:bodyPr/>
          <a:lstStyle>
            <a:lvl1pPr defTabSz="315468">
              <a:defRPr sz="4300"/>
            </a:lvl1pPr>
          </a:lstStyle>
          <a:p>
            <a:pPr lvl="0">
              <a:defRPr sz="1800">
                <a:solidFill>
                  <a:srgbClr val="000000"/>
                </a:solidFill>
              </a:defRPr>
            </a:pPr>
            <a:r>
              <a:rPr lang="pt-BR" sz="4300" dirty="0">
                <a:solidFill>
                  <a:srgbClr val="FFFFFF"/>
                </a:solidFill>
              </a:rPr>
              <a:t>EXPLOSAO </a:t>
            </a:r>
            <a:endParaRPr sz="4300" dirty="0">
              <a:solidFill>
                <a:srgbClr val="FFFFFF"/>
              </a:solidFill>
            </a:endParaRPr>
          </a:p>
        </p:txBody>
      </p:sp>
    </p:spTree>
    <p:extLst>
      <p:ext uri="{BB962C8B-B14F-4D97-AF65-F5344CB8AC3E}">
        <p14:creationId xmlns:p14="http://schemas.microsoft.com/office/powerpoint/2010/main" val="246805689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hape 52"/>
          <p:cNvSpPr>
            <a:spLocks noGrp="1"/>
          </p:cNvSpPr>
          <p:nvPr>
            <p:ph type="body" idx="1"/>
          </p:nvPr>
        </p:nvSpPr>
        <p:spPr>
          <a:xfrm>
            <a:off x="155275" y="345057"/>
            <a:ext cx="11897025" cy="8697341"/>
          </a:xfrm>
          <a:prstGeom prst="rect">
            <a:avLst/>
          </a:prstGeom>
        </p:spPr>
        <p:txBody>
          <a:bodyPr anchor="t">
            <a:normAutofit/>
          </a:bodyPr>
          <a:lstStyle/>
          <a:p>
            <a:pPr marL="508000" lvl="0" indent="-508000">
              <a:buClr>
                <a:srgbClr val="FFFFFF"/>
              </a:buClr>
              <a:defRPr sz="1800">
                <a:solidFill>
                  <a:srgbClr val="000000"/>
                </a:solidFill>
              </a:defRPr>
            </a:pPr>
            <a:endParaRPr sz="2000" dirty="0">
              <a:solidFill>
                <a:schemeClr val="bg1"/>
              </a:solidFill>
            </a:endParaRPr>
          </a:p>
        </p:txBody>
      </p:sp>
      <p:sp>
        <p:nvSpPr>
          <p:cNvPr id="53" name="Shape 53"/>
          <p:cNvSpPr>
            <a:spLocks noGrp="1"/>
          </p:cNvSpPr>
          <p:nvPr>
            <p:ph type="title" idx="4294967295"/>
          </p:nvPr>
        </p:nvSpPr>
        <p:spPr>
          <a:xfrm>
            <a:off x="1300478" y="711201"/>
            <a:ext cx="10403844" cy="410233"/>
          </a:xfrm>
          <a:prstGeom prst="rect">
            <a:avLst/>
          </a:prstGeom>
        </p:spPr>
        <p:txBody>
          <a:bodyPr>
            <a:normAutofit fontScale="90000"/>
          </a:bodyPr>
          <a:lstStyle>
            <a:lvl1pPr defTabSz="315468">
              <a:defRPr sz="4300"/>
            </a:lvl1pPr>
          </a:lstStyle>
          <a:p>
            <a:pPr lvl="0">
              <a:defRPr sz="1800">
                <a:solidFill>
                  <a:srgbClr val="000000"/>
                </a:solidFill>
              </a:defRPr>
            </a:pPr>
            <a:r>
              <a:rPr lang="pt-BR" sz="2000" b="1" dirty="0">
                <a:solidFill>
                  <a:schemeClr val="bg1"/>
                </a:solidFill>
              </a:rPr>
              <a:t>FABRICACAO</a:t>
            </a:r>
            <a:r>
              <a:rPr lang="pt-BR" b="1" dirty="0">
                <a:solidFill>
                  <a:schemeClr val="bg1"/>
                </a:solidFill>
              </a:rPr>
              <a:t> DE UM BLOCO DE CIMENTO</a:t>
            </a:r>
            <a:r>
              <a:rPr lang="pt-BR" sz="4300" b="1" dirty="0">
                <a:solidFill>
                  <a:schemeClr val="bg1"/>
                </a:solidFill>
              </a:rPr>
              <a:t> </a:t>
            </a:r>
            <a:endParaRPr sz="4300" b="1" dirty="0">
              <a:solidFill>
                <a:schemeClr val="bg1"/>
              </a:solidFill>
            </a:endParaRPr>
          </a:p>
        </p:txBody>
      </p:sp>
      <p:pic>
        <p:nvPicPr>
          <p:cNvPr id="1026" name="Picture 2">
            <a:extLst>
              <a:ext uri="{FF2B5EF4-FFF2-40B4-BE49-F238E27FC236}">
                <a16:creationId xmlns:a16="http://schemas.microsoft.com/office/drawing/2014/main" id="{7E968171-B986-E74B-A9DA-5757B3427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1276709"/>
            <a:ext cx="10403844" cy="7591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422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hape 46"/>
          <p:cNvSpPr>
            <a:spLocks noGrp="1"/>
          </p:cNvSpPr>
          <p:nvPr>
            <p:ph type="body" idx="1"/>
          </p:nvPr>
        </p:nvSpPr>
        <p:spPr>
          <a:xfrm>
            <a:off x="952500" y="2005905"/>
            <a:ext cx="11099800" cy="6477696"/>
          </a:xfrm>
          <a:prstGeom prst="rect">
            <a:avLst/>
          </a:prstGeom>
        </p:spPr>
        <p:txBody>
          <a:bodyPr anchor="t"/>
          <a:lstStyle/>
          <a:p>
            <a:pPr marL="508000" lvl="0" indent="-508000">
              <a:lnSpc>
                <a:spcPct val="150000"/>
              </a:lnSpc>
              <a:buClr>
                <a:srgbClr val="FFFFFF"/>
              </a:buClr>
              <a:defRPr sz="1800">
                <a:solidFill>
                  <a:srgbClr val="000000"/>
                </a:solidFill>
              </a:defRPr>
            </a:pPr>
            <a:r>
              <a:rPr sz="2400" dirty="0">
                <a:solidFill>
                  <a:srgbClr val="FFFFFF"/>
                </a:solidFill>
              </a:rPr>
              <a:t>O PLANEJAMENTO CENTRAL, TAMBEM TEM A RESPONSABILIDADE DE ELABORAR UM RELATÓRIO PARA LOGISTICA COM UMA PREVISÃO DAS QUANTIDADE DE CADA COMPONENTE. MATERIA PRIMA DEVERA COMPOR O ESTOQUE, PARA QUE SEJA PROVIDENCIADO O LOCAL DE ESTOCAGEM. FICA SOB A RESPONSABILIDADE DE COMPRAS DETERMINAR AS DATAS QUE ESSE MATERIAL SERAO ENTREGUES, POIS COMPRAS EH QUEM FECHA ESSA DATAS COM OS FORNECEDORES E MESMO PROCURANDO OBEDECER AS DATAS ESTIPULADAS NAS REQUISIÇÕES, SEMPRE HA ALTERAÇÕES DE ALGUNS DIAS, EM UM OU OUTRO COMPONENTE</a:t>
            </a:r>
            <a:r>
              <a:rPr sz="2000" dirty="0">
                <a:solidFill>
                  <a:srgbClr val="FFFFFF"/>
                </a:solidFill>
              </a:rPr>
              <a:t>.</a:t>
            </a:r>
            <a:endParaRPr sz="2000" dirty="0"/>
          </a:p>
        </p:txBody>
      </p:sp>
      <p:sp>
        <p:nvSpPr>
          <p:cNvPr id="47" name="Shape 47"/>
          <p:cNvSpPr>
            <a:spLocks noGrp="1"/>
          </p:cNvSpPr>
          <p:nvPr>
            <p:ph type="title" idx="4294967295"/>
          </p:nvPr>
        </p:nvSpPr>
        <p:spPr>
          <a:xfrm>
            <a:off x="1263272" y="455642"/>
            <a:ext cx="10478256" cy="663663"/>
          </a:xfrm>
          <a:prstGeom prst="rect">
            <a:avLst/>
          </a:prstGeom>
        </p:spPr>
        <p:txBody>
          <a:bodyPr/>
          <a:lstStyle>
            <a:lvl1pPr defTabSz="315468">
              <a:defRPr sz="4300"/>
            </a:lvl1pPr>
          </a:lstStyle>
          <a:p>
            <a:pPr lvl="0">
              <a:defRPr sz="1800">
                <a:solidFill>
                  <a:srgbClr val="000000"/>
                </a:solidFill>
              </a:defRPr>
            </a:pPr>
            <a:r>
              <a:rPr sz="4300">
                <a:solidFill>
                  <a:srgbClr val="FFFFFF"/>
                </a:solidFill>
              </a:rPr>
              <a:t>CHAO DE FABRICA</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hape 46"/>
          <p:cNvSpPr>
            <a:spLocks noGrp="1"/>
          </p:cNvSpPr>
          <p:nvPr>
            <p:ph type="body" idx="1"/>
          </p:nvPr>
        </p:nvSpPr>
        <p:spPr>
          <a:xfrm>
            <a:off x="952500" y="2005905"/>
            <a:ext cx="11099800" cy="6477696"/>
          </a:xfrm>
          <a:prstGeom prst="rect">
            <a:avLst/>
          </a:prstGeom>
        </p:spPr>
        <p:txBody>
          <a:bodyPr anchor="t">
            <a:normAutofit/>
          </a:bodyPr>
          <a:lstStyle/>
          <a:p>
            <a:pPr marL="508000" lvl="0" indent="-508000">
              <a:lnSpc>
                <a:spcPct val="150000"/>
              </a:lnSpc>
              <a:buClr>
                <a:srgbClr val="FFFFFF"/>
              </a:buClr>
              <a:defRPr sz="1800">
                <a:solidFill>
                  <a:srgbClr val="000000"/>
                </a:solidFill>
              </a:defRPr>
            </a:pPr>
            <a:r>
              <a:rPr sz="2400" dirty="0">
                <a:solidFill>
                  <a:srgbClr val="FFFFFF"/>
                </a:solidFill>
              </a:rPr>
              <a:t>CABE AO PLANEJAMENTO FABRICA, MONTAR AS LINHAS DE FABRICAÇÃO, OU SEJA, PREPARANDO O CHAO DE FABRICA, DE ACORDO COM O ESTABELECIDO. LOGICAMENTE ESSAS PRODUÇÕES NAO SEGUEM TOTALMENTE O PLANO ESTABELECIDO, TENDO ADEQUAÇÕES DE ACORDO COM AS NECESSIDADES E APROVEITAMENTO DE COMPONENTES JA COLOCADOS NA LINHA OU POR PROBLEMAS COMO QUEBRA DE MAQUINAS OU MANUTENÇÕES PREVENTIVAS. ELES TEM LIBERDADE PARA AGIR DA MELHOR FORMA POSSÍVEL, DESDE QUE NUNCA FALTE PRODUTOS ACABADOS POR FALHA DA PRODUÇÃO. </a:t>
            </a:r>
          </a:p>
        </p:txBody>
      </p:sp>
      <p:sp>
        <p:nvSpPr>
          <p:cNvPr id="47" name="Shape 47"/>
          <p:cNvSpPr>
            <a:spLocks noGrp="1"/>
          </p:cNvSpPr>
          <p:nvPr>
            <p:ph type="title" idx="4294967295"/>
          </p:nvPr>
        </p:nvSpPr>
        <p:spPr>
          <a:xfrm>
            <a:off x="1263272" y="455642"/>
            <a:ext cx="10478256" cy="663663"/>
          </a:xfrm>
          <a:prstGeom prst="rect">
            <a:avLst/>
          </a:prstGeom>
        </p:spPr>
        <p:txBody>
          <a:bodyPr/>
          <a:lstStyle>
            <a:lvl1pPr defTabSz="315468">
              <a:defRPr sz="4300"/>
            </a:lvl1pPr>
          </a:lstStyle>
          <a:p>
            <a:pPr lvl="0">
              <a:defRPr sz="1800">
                <a:solidFill>
                  <a:srgbClr val="000000"/>
                </a:solidFill>
              </a:defRPr>
            </a:pPr>
            <a:r>
              <a:rPr sz="4300">
                <a:solidFill>
                  <a:srgbClr val="FFFFFF"/>
                </a:solidFill>
              </a:rPr>
              <a:t>CHAO DE FABRICA</a:t>
            </a:r>
          </a:p>
        </p:txBody>
      </p:sp>
    </p:spTree>
    <p:extLst>
      <p:ext uri="{BB962C8B-B14F-4D97-AF65-F5344CB8AC3E}">
        <p14:creationId xmlns:p14="http://schemas.microsoft.com/office/powerpoint/2010/main" val="116432883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hape 49"/>
          <p:cNvSpPr>
            <a:spLocks noGrp="1"/>
          </p:cNvSpPr>
          <p:nvPr>
            <p:ph type="body" idx="1"/>
          </p:nvPr>
        </p:nvSpPr>
        <p:spPr>
          <a:xfrm>
            <a:off x="952500" y="2252909"/>
            <a:ext cx="11099800" cy="6230692"/>
          </a:xfrm>
          <a:prstGeom prst="rect">
            <a:avLst/>
          </a:prstGeom>
        </p:spPr>
        <p:txBody>
          <a:bodyPr anchor="t">
            <a:noAutofit/>
          </a:bodyPr>
          <a:lstStyle/>
          <a:p>
            <a:pPr marL="508000" lvl="0" indent="-508000">
              <a:buClr>
                <a:srgbClr val="FFFFFF"/>
              </a:buClr>
              <a:defRPr sz="1800">
                <a:solidFill>
                  <a:srgbClr val="000000"/>
                </a:solidFill>
              </a:defRPr>
            </a:pPr>
            <a:r>
              <a:rPr sz="2200" dirty="0">
                <a:solidFill>
                  <a:srgbClr val="FFFFFF"/>
                </a:solidFill>
              </a:rPr>
              <a:t>CABE AO PLANEJAMENTO FABRICA TAMBEM A RESPONSABILIDADE DAS PUXADAS, OU SEJA, TRAZER OS COMPONENTES NECESSÁRIOS PARA O DEPOSITO PULMAO, DE ACORDO COM O QUE SERA FABRICADO NAQUELE DIA. COMO QUEM FAZ O TRANSPORTE EH O PESSOAL DE LOGÍSTICA, ELES REQUISITAM ESSE MATERIAL COM UM OU DOIS DIAS DE ANTECEDÊNCIA, PARA QUE NA HORA DE PRODUZIR NAO HAJA FALTA DE MATERIAL.</a:t>
            </a:r>
            <a:endParaRPr sz="2200" dirty="0"/>
          </a:p>
          <a:p>
            <a:pPr marL="508000" lvl="0" indent="-508000">
              <a:buClr>
                <a:srgbClr val="FFFFFF"/>
              </a:buClr>
              <a:defRPr sz="1800">
                <a:solidFill>
                  <a:srgbClr val="000000"/>
                </a:solidFill>
              </a:defRPr>
            </a:pPr>
            <a:r>
              <a:rPr sz="2200" dirty="0">
                <a:solidFill>
                  <a:srgbClr val="FFFFFF"/>
                </a:solidFill>
              </a:rPr>
              <a:t>POR FIM, CABE AOS DOIS PLANEJAMENTOS JUNTO COM A GERENCIA, FAZER O CONTATO COM O RECURSOS HUMANOS PARA QUALQUER SUBSTITUIÇÃO NA LINHA DE PRODUÇÃO E PARA FAZER OS APONTAMENTOS NECESSÁRIOS DE HORAS EXTRAS OU TRABALHOS FORA DOS HORÁRIOS NORMAIS.</a:t>
            </a:r>
            <a:endParaRPr sz="2200" dirty="0"/>
          </a:p>
          <a:p>
            <a:pPr marL="508000" lvl="0" indent="-508000">
              <a:buClr>
                <a:srgbClr val="FFFFFF"/>
              </a:buClr>
              <a:defRPr sz="1800">
                <a:solidFill>
                  <a:srgbClr val="000000"/>
                </a:solidFill>
              </a:defRPr>
            </a:pPr>
            <a:r>
              <a:rPr sz="2200" dirty="0">
                <a:solidFill>
                  <a:srgbClr val="FFFFFF"/>
                </a:solidFill>
              </a:rPr>
              <a:t>AS PERDAS DE PRODUÇÃO, SAO OBTIDAS NAS LINHAS, POIS CADA COMPONENTE TEM UM CODIGO DE BARRAS QUE POR SUA VEZ EH LIDO NA PRÓPRIA LINHA DE FABRICAÇÃO.</a:t>
            </a:r>
          </a:p>
        </p:txBody>
      </p:sp>
      <p:sp>
        <p:nvSpPr>
          <p:cNvPr id="50" name="Shape 50"/>
          <p:cNvSpPr>
            <a:spLocks noGrp="1"/>
          </p:cNvSpPr>
          <p:nvPr>
            <p:ph type="title" idx="4294967295"/>
          </p:nvPr>
        </p:nvSpPr>
        <p:spPr>
          <a:xfrm>
            <a:off x="1300480" y="1137919"/>
            <a:ext cx="10403841" cy="661531"/>
          </a:xfrm>
          <a:prstGeom prst="rect">
            <a:avLst/>
          </a:prstGeom>
        </p:spPr>
        <p:txBody>
          <a:bodyPr/>
          <a:lstStyle>
            <a:lvl1pPr defTabSz="315468">
              <a:defRPr sz="4300"/>
            </a:lvl1pPr>
          </a:lstStyle>
          <a:p>
            <a:pPr lvl="0">
              <a:defRPr sz="1800">
                <a:solidFill>
                  <a:srgbClr val="000000"/>
                </a:solidFill>
              </a:defRPr>
            </a:pPr>
            <a:r>
              <a:rPr sz="4300">
                <a:solidFill>
                  <a:srgbClr val="FFFFFF"/>
                </a:solidFill>
              </a:rPr>
              <a:t>CHAO DE FABRICA</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hape 52"/>
          <p:cNvSpPr>
            <a:spLocks noGrp="1"/>
          </p:cNvSpPr>
          <p:nvPr>
            <p:ph type="body" idx="1"/>
          </p:nvPr>
        </p:nvSpPr>
        <p:spPr>
          <a:xfrm>
            <a:off x="165774" y="2270392"/>
            <a:ext cx="11886526" cy="6213209"/>
          </a:xfrm>
          <a:prstGeom prst="rect">
            <a:avLst/>
          </a:prstGeom>
        </p:spPr>
        <p:txBody>
          <a:bodyPr anchor="t"/>
          <a:lstStyle/>
          <a:p>
            <a:pPr marL="508000" lvl="0" indent="-508000">
              <a:lnSpc>
                <a:spcPct val="150000"/>
              </a:lnSpc>
              <a:buClr>
                <a:srgbClr val="FFFFFF"/>
              </a:buClr>
              <a:defRPr sz="1800">
                <a:solidFill>
                  <a:srgbClr val="000000"/>
                </a:solidFill>
              </a:defRPr>
            </a:pPr>
            <a:r>
              <a:rPr sz="2000" dirty="0">
                <a:solidFill>
                  <a:srgbClr val="FFFFFF"/>
                </a:solidFill>
              </a:rPr>
              <a:t>A PRODUÇÃO TEM UM HORÁRIO DIFERENCIADO SENDO QUE NA MAIORIA DAS VEZES, TRABALHAM 24 HORAS, EM 3 TURNOS DE 8 HORAS. ISSO COMPLICA O CONTROLE DE HORAS TRABALHADAS POR FUNCIONÁRIO, POIS ALGUMAS VEZES O FUNCIONÁRIO DOBRA SEU TURNO DE SERVIÇO PARA SUBSTITUIR ALGUEM QUE TENHA FALTADO. QUANDO ISSO ACONTECE A PESSOA TEM DIREITO A UM ADICIONAL NO SALÁRIO.</a:t>
            </a:r>
            <a:endParaRPr sz="2000" dirty="0"/>
          </a:p>
          <a:p>
            <a:pPr marL="508000" lvl="0" indent="-508000">
              <a:lnSpc>
                <a:spcPct val="150000"/>
              </a:lnSpc>
              <a:buClr>
                <a:srgbClr val="FFFFFF"/>
              </a:buClr>
              <a:defRPr sz="1800">
                <a:solidFill>
                  <a:srgbClr val="000000"/>
                </a:solidFill>
              </a:defRPr>
            </a:pPr>
            <a:r>
              <a:rPr sz="2000" dirty="0">
                <a:solidFill>
                  <a:srgbClr val="FFFFFF"/>
                </a:solidFill>
              </a:rPr>
              <a:t>TODOS OS FUNCIONÁRIOS QUE TRABALHAM NO TERCEIRO TURNO, TEM DIREITO A UM ADICIONAL NOTURNO E SEMPRE ACABA SENDO NECESSÁRIO FAZER-SE UM RODÍZIO, POIS TODOS QUEREM TRABALHAR A NOITE PARA GANHAR MAIS. MESMO EM EPOCAS DE UMA PRODUÇÃO MENOR, O HORÁRIO DA NOITE FICA MANTIDO, POIS FICA MUITO MAIS CARO PARA EMPRESA O TURNOVER DE PESSOAS.</a:t>
            </a:r>
            <a:endParaRPr sz="2000" dirty="0"/>
          </a:p>
        </p:txBody>
      </p:sp>
      <p:sp>
        <p:nvSpPr>
          <p:cNvPr id="53" name="Shape 53"/>
          <p:cNvSpPr>
            <a:spLocks noGrp="1"/>
          </p:cNvSpPr>
          <p:nvPr>
            <p:ph type="title" idx="4294967295"/>
          </p:nvPr>
        </p:nvSpPr>
        <p:spPr>
          <a:xfrm>
            <a:off x="1300478" y="1455419"/>
            <a:ext cx="10403844" cy="661530"/>
          </a:xfrm>
          <a:prstGeom prst="rect">
            <a:avLst/>
          </a:prstGeom>
        </p:spPr>
        <p:txBody>
          <a:bodyPr/>
          <a:lstStyle>
            <a:lvl1pPr defTabSz="315468">
              <a:defRPr sz="4300"/>
            </a:lvl1pPr>
          </a:lstStyle>
          <a:p>
            <a:pPr lvl="0">
              <a:defRPr sz="1800">
                <a:solidFill>
                  <a:srgbClr val="000000"/>
                </a:solidFill>
              </a:defRPr>
            </a:pPr>
            <a:r>
              <a:rPr sz="4300">
                <a:solidFill>
                  <a:srgbClr val="FFFFFF"/>
                </a:solidFill>
              </a:rPr>
              <a:t>CHAO DE FABRICA</a:t>
            </a:r>
          </a:p>
        </p:txBody>
      </p:sp>
    </p:spTree>
    <p:extLst>
      <p:ext uri="{BB962C8B-B14F-4D97-AF65-F5344CB8AC3E}">
        <p14:creationId xmlns:p14="http://schemas.microsoft.com/office/powerpoint/2010/main" val="193112558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hape 52"/>
          <p:cNvSpPr>
            <a:spLocks noGrp="1"/>
          </p:cNvSpPr>
          <p:nvPr>
            <p:ph type="body" idx="1"/>
          </p:nvPr>
        </p:nvSpPr>
        <p:spPr>
          <a:xfrm>
            <a:off x="165774" y="2270392"/>
            <a:ext cx="11886526" cy="6213209"/>
          </a:xfrm>
          <a:prstGeom prst="rect">
            <a:avLst/>
          </a:prstGeom>
        </p:spPr>
        <p:txBody>
          <a:bodyPr anchor="t"/>
          <a:lstStyle/>
          <a:p>
            <a:pPr marL="508000" lvl="0" indent="-508000">
              <a:buClr>
                <a:srgbClr val="FFFFFF"/>
              </a:buClr>
              <a:defRPr sz="1800">
                <a:solidFill>
                  <a:srgbClr val="000000"/>
                </a:solidFill>
              </a:defRPr>
            </a:pPr>
            <a:r>
              <a:rPr sz="2000" dirty="0">
                <a:solidFill>
                  <a:srgbClr val="FFFFFF"/>
                </a:solidFill>
              </a:rPr>
              <a:t>OS RESTAURANTES TAMBEM SAO DIFERENCIADOS, NAO PELA QUALIDADE DA COMIDA, MAS PRINCIPALMENTE PELA QUANTIDADE.</a:t>
            </a:r>
            <a:endParaRPr sz="2000" dirty="0"/>
          </a:p>
          <a:p>
            <a:pPr marL="508000" lvl="0" indent="-508000">
              <a:buClr>
                <a:srgbClr val="FFFFFF"/>
              </a:buClr>
              <a:defRPr sz="1800">
                <a:solidFill>
                  <a:srgbClr val="000000"/>
                </a:solidFill>
              </a:defRPr>
            </a:pPr>
            <a:r>
              <a:rPr sz="2000" dirty="0">
                <a:solidFill>
                  <a:srgbClr val="FFFFFF"/>
                </a:solidFill>
              </a:rPr>
              <a:t>O RH TEM A RESPONSABILIDADE DE NAO DEIXAR FALTAR COMIDA NEM CONDUÇÃO PARA OS 3 TURNOS DE TRABALHO.</a:t>
            </a:r>
            <a:endParaRPr lang="pt-BR" sz="2000" dirty="0">
              <a:solidFill>
                <a:srgbClr val="FFFFFF"/>
              </a:solidFill>
            </a:endParaRPr>
          </a:p>
          <a:p>
            <a:pPr marL="508000" lvl="0" indent="-508000">
              <a:buClr>
                <a:srgbClr val="FFFFFF"/>
              </a:buClr>
              <a:defRPr sz="1800">
                <a:solidFill>
                  <a:srgbClr val="000000"/>
                </a:solidFill>
              </a:defRPr>
            </a:pPr>
            <a:r>
              <a:rPr lang="pt-BR" sz="2000" dirty="0">
                <a:solidFill>
                  <a:schemeClr val="bg1"/>
                </a:solidFill>
              </a:rPr>
              <a:t>LEMBRANDO QUE  O QUE ESTA SENDO PRODUZIDO HOJE (MÊS DE MARCO) DEVERA SER ENTREGUE EM ABRIL OU MAIO. NÃO SE PRODUZ PARA O PROPRIO MÊS, POIS PODEMOS TER FALTA DE ESTOQUE.</a:t>
            </a:r>
          </a:p>
          <a:p>
            <a:pPr marL="508000" lvl="0" indent="-508000">
              <a:buClr>
                <a:srgbClr val="FFFFFF"/>
              </a:buClr>
              <a:defRPr sz="1800">
                <a:solidFill>
                  <a:srgbClr val="000000"/>
                </a:solidFill>
              </a:defRPr>
            </a:pPr>
            <a:r>
              <a:rPr lang="pt-BR" sz="2000" dirty="0">
                <a:solidFill>
                  <a:schemeClr val="bg1"/>
                </a:solidFill>
              </a:rPr>
              <a:t>AS PARADAS DE MAQUINAS SÃO OBRIGATORIAS E FAZEM PARTE DO PLANO DE PRODUCAO.</a:t>
            </a:r>
          </a:p>
          <a:p>
            <a:pPr marL="508000" lvl="0" indent="-508000">
              <a:buClr>
                <a:srgbClr val="FFFFFF"/>
              </a:buClr>
              <a:defRPr sz="1800">
                <a:solidFill>
                  <a:srgbClr val="000000"/>
                </a:solidFill>
              </a:defRPr>
            </a:pPr>
            <a:r>
              <a:rPr lang="pt-BR" sz="2000" dirty="0">
                <a:solidFill>
                  <a:schemeClr val="bg1"/>
                </a:solidFill>
              </a:rPr>
              <a:t>ESTAMOS FALANDO DE PRODUTOS DE CONSUMO DIARIO, NÃO PRODUTOS SOB ENCOMENDA QUE SÃO FEITOS UM A UM PORQUE PODEM TER </a:t>
            </a:r>
            <a:r>
              <a:rPr lang="pt-BR" sz="2000">
                <a:solidFill>
                  <a:schemeClr val="bg1"/>
                </a:solidFill>
              </a:rPr>
              <a:t>CARACTERISTICAS DIFERENTES.</a:t>
            </a:r>
            <a:endParaRPr sz="2000" dirty="0">
              <a:solidFill>
                <a:schemeClr val="bg1"/>
              </a:solidFill>
            </a:endParaRPr>
          </a:p>
        </p:txBody>
      </p:sp>
      <p:sp>
        <p:nvSpPr>
          <p:cNvPr id="53" name="Shape 53"/>
          <p:cNvSpPr>
            <a:spLocks noGrp="1"/>
          </p:cNvSpPr>
          <p:nvPr>
            <p:ph type="title" idx="4294967295"/>
          </p:nvPr>
        </p:nvSpPr>
        <p:spPr>
          <a:xfrm>
            <a:off x="1300478" y="1455419"/>
            <a:ext cx="10403844" cy="661530"/>
          </a:xfrm>
          <a:prstGeom prst="rect">
            <a:avLst/>
          </a:prstGeom>
        </p:spPr>
        <p:txBody>
          <a:bodyPr/>
          <a:lstStyle>
            <a:lvl1pPr defTabSz="315468">
              <a:defRPr sz="4300"/>
            </a:lvl1pPr>
          </a:lstStyle>
          <a:p>
            <a:pPr lvl="0">
              <a:defRPr sz="1800">
                <a:solidFill>
                  <a:srgbClr val="000000"/>
                </a:solidFill>
              </a:defRPr>
            </a:pPr>
            <a:r>
              <a:rPr sz="4300">
                <a:solidFill>
                  <a:srgbClr val="FFFFFF"/>
                </a:solidFill>
              </a:rPr>
              <a:t>CHAO DE FABRICA</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hape 52"/>
          <p:cNvSpPr>
            <a:spLocks noGrp="1"/>
          </p:cNvSpPr>
          <p:nvPr>
            <p:ph type="body" idx="1"/>
          </p:nvPr>
        </p:nvSpPr>
        <p:spPr>
          <a:xfrm>
            <a:off x="165774" y="2270392"/>
            <a:ext cx="11886526" cy="6213209"/>
          </a:xfrm>
          <a:prstGeom prst="rect">
            <a:avLst/>
          </a:prstGeom>
        </p:spPr>
        <p:txBody>
          <a:bodyPr anchor="t">
            <a:normAutofit fontScale="77500" lnSpcReduction="20000"/>
          </a:bodyPr>
          <a:lstStyle/>
          <a:p>
            <a:pPr fontAlgn="base"/>
            <a:r>
              <a:rPr lang="pt-BR" dirty="0"/>
              <a:t>garantir que a equipe siga o padrão de produção, evitando assim que tenham distorções em uma mesma linha de fabricação;</a:t>
            </a:r>
          </a:p>
          <a:p>
            <a:pPr fontAlgn="base"/>
            <a:r>
              <a:rPr lang="pt-BR" dirty="0"/>
              <a:t>aumentar as chances de produzir dentro do prazo, já que uma das funções de um líder é justamente a de gerir a evolução das tarefas e buscar alternativas para concluí-las em um menor tempo possível;</a:t>
            </a:r>
          </a:p>
          <a:p>
            <a:pPr fontAlgn="base"/>
            <a:r>
              <a:rPr lang="pt-BR" dirty="0"/>
              <a:t>realizar os procedimentos operacionais compatíveis com os que estão no cronograma;</a:t>
            </a:r>
          </a:p>
          <a:p>
            <a:pPr fontAlgn="base"/>
            <a:r>
              <a:rPr lang="pt-BR" dirty="0"/>
              <a:t>alinhar tarefas executadas por diferentes equipes e que precisam ser finalizadas em conjunto, reduzindo dessa forma as chances de atraso ou parada da produção.</a:t>
            </a:r>
          </a:p>
          <a:p>
            <a:pPr marL="508000" lvl="0" indent="-508000">
              <a:buClr>
                <a:srgbClr val="FFFFFF"/>
              </a:buClr>
              <a:defRPr sz="1800">
                <a:solidFill>
                  <a:srgbClr val="000000"/>
                </a:solidFill>
              </a:defRPr>
            </a:pPr>
            <a:endParaRPr sz="2000" dirty="0">
              <a:solidFill>
                <a:schemeClr val="bg1"/>
              </a:solidFill>
            </a:endParaRPr>
          </a:p>
        </p:txBody>
      </p:sp>
      <p:sp>
        <p:nvSpPr>
          <p:cNvPr id="53" name="Shape 53"/>
          <p:cNvSpPr>
            <a:spLocks noGrp="1"/>
          </p:cNvSpPr>
          <p:nvPr>
            <p:ph type="title" idx="4294967295"/>
          </p:nvPr>
        </p:nvSpPr>
        <p:spPr>
          <a:xfrm>
            <a:off x="1300478" y="711201"/>
            <a:ext cx="10403844" cy="965200"/>
          </a:xfrm>
          <a:prstGeom prst="rect">
            <a:avLst/>
          </a:prstGeom>
        </p:spPr>
        <p:txBody>
          <a:bodyPr/>
          <a:lstStyle>
            <a:lvl1pPr defTabSz="315468">
              <a:defRPr sz="4300"/>
            </a:lvl1pPr>
          </a:lstStyle>
          <a:p>
            <a:pPr lvl="0">
              <a:defRPr sz="1800">
                <a:solidFill>
                  <a:srgbClr val="000000"/>
                </a:solidFill>
              </a:defRPr>
            </a:pPr>
            <a:r>
              <a:rPr lang="pt-BR" sz="4300" dirty="0">
                <a:solidFill>
                  <a:srgbClr val="FFFFFF"/>
                </a:solidFill>
              </a:rPr>
              <a:t>GERENCIAMENTO</a:t>
            </a:r>
            <a:endParaRPr sz="4300" dirty="0">
              <a:solidFill>
                <a:srgbClr val="FFFFFF"/>
              </a:solidFill>
            </a:endParaRPr>
          </a:p>
        </p:txBody>
      </p:sp>
    </p:spTree>
    <p:extLst>
      <p:ext uri="{BB962C8B-B14F-4D97-AF65-F5344CB8AC3E}">
        <p14:creationId xmlns:p14="http://schemas.microsoft.com/office/powerpoint/2010/main" val="1054135103"/>
      </p:ext>
    </p:extLst>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0065C1"/>
      </a:accent1>
      <a:accent2>
        <a:srgbClr val="189B1A"/>
      </a:accent2>
      <a:accent3>
        <a:srgbClr val="008C91"/>
      </a:accent3>
      <a:accent4>
        <a:srgbClr val="5747C1"/>
      </a:accent4>
      <a:accent5>
        <a:srgbClr val="971817"/>
      </a:accent5>
      <a:accent6>
        <a:srgbClr val="BC8027"/>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0065C1"/>
          </a:solidFill>
          <a:prstDash val="solid"/>
          <a:bevel/>
        </a:ln>
        <a:effectLst>
          <a:outerShdw blurRad="76200" dir="18900000" rotWithShape="0">
            <a:srgbClr val="000000">
              <a:alpha val="80000"/>
            </a:srgbClr>
          </a:outerShdw>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3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5C1"/>
          </a:solidFill>
          <a:prstDash val="solid"/>
          <a:bevel/>
        </a:ln>
        <a:effectLst>
          <a:outerShdw blurRad="76200" dir="18900000" rotWithShape="0">
            <a:srgbClr val="000000">
              <a:alpha val="80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3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0065C1"/>
      </a:accent1>
      <a:accent2>
        <a:srgbClr val="189B1A"/>
      </a:accent2>
      <a:accent3>
        <a:srgbClr val="008C91"/>
      </a:accent3>
      <a:accent4>
        <a:srgbClr val="5747C1"/>
      </a:accent4>
      <a:accent5>
        <a:srgbClr val="971817"/>
      </a:accent5>
      <a:accent6>
        <a:srgbClr val="BC8027"/>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0065C1"/>
          </a:solidFill>
          <a:prstDash val="solid"/>
          <a:bevel/>
        </a:ln>
        <a:effectLst>
          <a:outerShdw blurRad="76200" dir="18900000" rotWithShape="0">
            <a:srgbClr val="000000">
              <a:alpha val="80000"/>
            </a:srgbClr>
          </a:outerShdw>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3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5C1"/>
          </a:solidFill>
          <a:prstDash val="solid"/>
          <a:bevel/>
        </a:ln>
        <a:effectLst>
          <a:outerShdw blurRad="76200" dir="18900000" rotWithShape="0">
            <a:srgbClr val="000000">
              <a:alpha val="80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3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102</TotalTime>
  <Words>1500</Words>
  <Application>Microsoft Macintosh PowerPoint</Application>
  <PresentationFormat>Personalizar</PresentationFormat>
  <Paragraphs>56</Paragraphs>
  <Slides>16</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16</vt:i4>
      </vt:variant>
    </vt:vector>
  </HeadingPairs>
  <TitlesOfParts>
    <vt:vector size="21" baseType="lpstr">
      <vt:lpstr>Arial</vt:lpstr>
      <vt:lpstr>Avenir Roman</vt:lpstr>
      <vt:lpstr>Helvetica</vt:lpstr>
      <vt:lpstr>Helvetica Light</vt:lpstr>
      <vt:lpstr>Default</vt:lpstr>
      <vt:lpstr> PRODUCAO </vt:lpstr>
      <vt:lpstr>COMO A PRODUCAO SABE O QUE DEVE SER PRODUZIDO E QUAL A QUANTIDADE A SER PRODUZIDA DE CADA PRODUTO? (RESPOSTA SLIDE2)  SE PENSARMOS QUE OS PLANOS DE PRODUCAO SÃO ELABORADOS PARA SEIS MESES, DEVEMOS PENSAR QUE : 1) SE ESTAMOS EM OUTUBRO DE 2021, O PLANO ATE MARCO DE 2022 JÁ ESTA ELABORADO, SENDO QUE OUTUBRO, NOVEMBRO E DEZEMBRO JÁ SÃO NUMEROS FIXADOS E JANEIRO,FEVEREIRO E MARCO AINDA SÃO NUMEROS ESTIMADOS.  2) SE ENTRAMOS EM OUTUBRO 2021, O PLANEJAMENTO A SER FEITO SERA PARA ABRIL DE 2022, POIS O DE OUTUBRO JÁ ESTA FEITO.  3) DEVEMOS LEMBRAR QUE: PRECISAMOS COMPRAR TODOS OS INSUMOS E OS FORNECEDORES TERAO QUE PROVIDENCIAR AS MATERIAS PRIMAS, PORTANTO NECESSITAM DE UM TEMPO HABIL PARA ISSO.  4) A PRODUCAO PRECISA ESTAR PREPARADA PARA PRODUZIR O QUE SERA VENDIDO, COM SUAS LINHAS APTAS PARA ISSO.    </vt:lpstr>
      <vt:lpstr>EM ABRIL DE 2022, SERA CONSUMIDO O QUE ESTA SENDO COMPRADO HOJE, EM TERMOS DE INSUMOS.  AS  REQUISICOES ESTARAO SENDO ELABORADAS ESTE MÊS, PARA DAR O TEMPO NECESSARIO DO DEPTO DE COMRAS ENTRAR EM CONTATO COM OS FORNECEDORES, COLOCAR OS SEUS PEDIDOS E MARCAR AS DATAS QUE OS INSUMOS JÁ DEVEM ESTAR A DISPOSICAO DA PRODUCAO PARA A MANUFATURA DO PRODUTO ACABADO. TUDO TEM QUE SER SINCRONIZADO, PORQUE HÁ NECESSIDADE DE SE MANTER UM ESTOQUE DE INSUMOS BAIXO PARA QUE A EMPRESA NÃO VENHA A TER UM GASTO ELEVADO DE ESTOCAGEM.  A FABRICA, ATRAVES DO PLANEJAMENTO FABRICA DEVERA TER O PLANO DE FABRICACAO DIARIO COM TODAS AS SUAS LINHAS ESPECIFICADAS, OU SEJA, O CHAO DE FABRICA PREPARADO.    </vt:lpstr>
      <vt:lpstr>O QUE VEM A SER UM CHAO DE FABRICA?  COMO VOCE IMAGINA QUE SEJA MANUFATURADO UM PRODUTO?  O QUE ENCONTRAMOS NO CHAO DE FABRICA?  PARA SE FAZER UMA CENTRAL TELEFÔNICA, ALEM DO PAINEL COM TODOS AQUELES FIOS SOLDADOS, EXISTE UM ENVOLTÓRIO “AQUELA CAIXA ONDE O PAINEL ESTA INSTALADO”, TUDO ISSO FICA NO MESMO CHAO DE FABRICA?  QUAL O TAMANHO IDEAL PARA UM CHAO DE FABRICA?  ALEM DOS INSUMOS, DEPENDE DE QUE OUTROS COMPONENTES?</vt:lpstr>
      <vt:lpstr>Apresentação do PowerPoint</vt:lpstr>
      <vt:lpstr>CHAO DE FABRICA</vt:lpstr>
      <vt:lpstr>CHAO DE FABRICA</vt:lpstr>
      <vt:lpstr>CHAO DE FABRICA</vt:lpstr>
      <vt:lpstr>EXPLOSAO </vt:lpstr>
      <vt:lpstr>FABRICACAO DE UM BLOCO DE CIMENTO </vt:lpstr>
      <vt:lpstr>CHAO DE FABRICA</vt:lpstr>
      <vt:lpstr>CHAO DE FABRICA</vt:lpstr>
      <vt:lpstr>CHAO DE FABRICA</vt:lpstr>
      <vt:lpstr>CHAO DE FABRICA</vt:lpstr>
      <vt:lpstr>CHAO DE FABRICA</vt:lpstr>
      <vt:lpstr>GERENCIAMENTO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PRODUCAO </dc:title>
  <cp:lastModifiedBy>EDGARD ALEXANDRE ROMANATO</cp:lastModifiedBy>
  <cp:revision>7</cp:revision>
  <dcterms:modified xsi:type="dcterms:W3CDTF">2022-03-29T13:47:14Z</dcterms:modified>
</cp:coreProperties>
</file>