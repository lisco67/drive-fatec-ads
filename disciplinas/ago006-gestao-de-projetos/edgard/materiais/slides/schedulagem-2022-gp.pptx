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lvl1pPr>
      <a:defRPr>
        <a:latin typeface="+mn-lt"/>
        <a:ea typeface="+mn-ea"/>
        <a:cs typeface="+mn-cs"/>
        <a:sym typeface="Helvetica"/>
      </a:defRPr>
    </a:lvl1pPr>
    <a:lvl2pPr>
      <a:defRPr>
        <a:latin typeface="+mn-lt"/>
        <a:ea typeface="+mn-ea"/>
        <a:cs typeface="+mn-cs"/>
        <a:sym typeface="Helvetica"/>
      </a:defRPr>
    </a:lvl2pPr>
    <a:lvl3pPr>
      <a:defRPr>
        <a:latin typeface="+mn-lt"/>
        <a:ea typeface="+mn-ea"/>
        <a:cs typeface="+mn-cs"/>
        <a:sym typeface="Helvetica"/>
      </a:defRPr>
    </a:lvl3pPr>
    <a:lvl4pPr>
      <a:defRPr>
        <a:latin typeface="+mn-lt"/>
        <a:ea typeface="+mn-ea"/>
        <a:cs typeface="+mn-cs"/>
        <a:sym typeface="Helvetica"/>
      </a:defRPr>
    </a:lvl4pPr>
    <a:lvl5pPr>
      <a:defRPr>
        <a:latin typeface="+mn-lt"/>
        <a:ea typeface="+mn-ea"/>
        <a:cs typeface="+mn-cs"/>
        <a:sym typeface="Helvetica"/>
      </a:defRPr>
    </a:lvl5pPr>
    <a:lvl6pPr>
      <a:defRPr>
        <a:latin typeface="+mn-lt"/>
        <a:ea typeface="+mn-ea"/>
        <a:cs typeface="+mn-cs"/>
        <a:sym typeface="Helvetica"/>
      </a:defRPr>
    </a:lvl6pPr>
    <a:lvl7pPr>
      <a:defRPr>
        <a:latin typeface="+mn-lt"/>
        <a:ea typeface="+mn-ea"/>
        <a:cs typeface="+mn-cs"/>
        <a:sym typeface="Helvetica"/>
      </a:defRPr>
    </a:lvl7pPr>
    <a:lvl8pPr>
      <a:defRPr>
        <a:latin typeface="+mn-lt"/>
        <a:ea typeface="+mn-ea"/>
        <a:cs typeface="+mn-cs"/>
        <a:sym typeface="Helvetica"/>
      </a:defRPr>
    </a:lvl8pPr>
    <a:lvl9pPr>
      <a:defRPr>
        <a:latin typeface="+mn-lt"/>
        <a:ea typeface="+mn-ea"/>
        <a:cs typeface="+mn-cs"/>
        <a:sym typeface="Helvetica"/>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n">
        <a:fontRef idx="min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FD2EB"/>
          </a:solidFill>
        </a:fill>
      </a:tcStyle>
    </a:wholeTbl>
    <a:band2H>
      <a:tcTxStyle/>
      <a:tcStyle>
        <a:tcBdr/>
        <a:fill>
          <a:solidFill>
            <a:srgbClr val="E8EAF5"/>
          </a:solidFill>
        </a:fill>
      </a:tcStyle>
    </a:band2H>
    <a:firstCol>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4E67C8"/>
          </a:solidFill>
        </a:fill>
      </a:tcStyle>
    </a:firstCol>
    <a:la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4E67C8"/>
          </a:solidFill>
        </a:fill>
      </a:tcStyle>
    </a:lastRow>
    <a:fir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4E67C8"/>
          </a:solidFill>
        </a:fill>
      </a:tcStyle>
    </a:firstRow>
  </a:tblStyle>
  <a:tblStyle styleId="{C7B018BB-80A7-4F77-B60F-C8B233D01FF8}" styleName="">
    <a:tblBg/>
    <a:wholeTbl>
      <a:tcTxStyle b="on" i="on">
        <a:fontRef idx="min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E1F7CF"/>
          </a:solidFill>
        </a:fill>
      </a:tcStyle>
    </a:wholeTbl>
    <a:band2H>
      <a:tcTxStyle/>
      <a:tcStyle>
        <a:tcBdr/>
        <a:fill>
          <a:solidFill>
            <a:srgbClr val="F0FBE9"/>
          </a:solidFill>
        </a:fill>
      </a:tcStyle>
    </a:band2H>
    <a:firstCol>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A7EA52"/>
          </a:solidFill>
        </a:fill>
      </a:tcStyle>
    </a:firstCol>
    <a:la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A7EA52"/>
          </a:solidFill>
        </a:fill>
      </a:tcStyle>
    </a:lastRow>
    <a:fir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A7EA52"/>
          </a:solidFill>
        </a:fill>
      </a:tcStyle>
    </a:firstRow>
  </a:tblStyle>
  <a:tblStyle styleId="{EEE7283C-3CF3-47DC-8721-378D4A62B228}" styleName="">
    <a:tblBg/>
    <a:wholeTbl>
      <a:tcTxStyle b="on" i="on">
        <a:fontRef idx="min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ACDCB"/>
          </a:solidFill>
        </a:fill>
      </a:tcStyle>
    </a:wholeTbl>
    <a:band2H>
      <a:tcTxStyle/>
      <a:tcStyle>
        <a:tcBdr/>
        <a:fill>
          <a:solidFill>
            <a:srgbClr val="FCE8E7"/>
          </a:solidFill>
        </a:fill>
      </a:tcStyle>
    </a:band2H>
    <a:firstCol>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14124"/>
          </a:solidFill>
        </a:fill>
      </a:tcStyle>
    </a:firstCol>
    <a:la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14124"/>
          </a:solidFill>
        </a:fill>
      </a:tcStyle>
    </a:lastRow>
    <a:fir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14124"/>
          </a:solidFill>
        </a:fill>
      </a:tcStyle>
    </a:firstRow>
  </a:tblStyle>
  <a:tblStyle styleId="{CF821DB8-F4EB-4A41-A1BA-3FCAFE7338EE}" styleName="">
    <a:tblBg/>
    <a:wholeTbl>
      <a:tcTxStyle b="on" i="on">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n">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4E67C8"/>
          </a:solidFill>
        </a:fill>
      </a:tcStyle>
    </a:firstCol>
    <a:lastRow>
      <a:tcTxStyle b="on" i="on">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FFFFFF"/>
          </a:solidFill>
        </a:fill>
      </a:tcStyle>
    </a:lastRow>
    <a:firstRow>
      <a:tcTxStyle b="on" i="on">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4E67C8"/>
          </a:solidFill>
        </a:fill>
      </a:tcStyle>
    </a:firstRow>
  </a:tblStyle>
  <a:tblStyle styleId="{33BA23B1-9221-436E-865A-0063620EA4FD}" styleName="">
    <a:tblBg/>
    <a:wholeTbl>
      <a:tcTxStyle b="on" i="on">
        <a:fontRef idx="min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CACA"/>
          </a:solidFill>
        </a:fill>
      </a:tcStyle>
    </a:wholeTbl>
    <a:band2H>
      <a:tcTxStyle/>
      <a:tcStyle>
        <a:tcBdr/>
        <a:fill>
          <a:solidFill>
            <a:srgbClr val="E6E6E6"/>
          </a:solidFill>
        </a:fill>
      </a:tcStyle>
    </a:band2H>
    <a:firstCol>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Col>
    <a:la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lastRow>
    <a:fir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Row>
  </a:tblStyle>
  <a:tblStyle styleId="{2708684C-4D16-4618-839F-0558EEFCDFE6}" styleName="">
    <a:tblBg/>
    <a:wholeTbl>
      <a:tcTxStyle b="on" i="on">
        <a:fontRef idx="minor">
          <a:srgbClr val="000000"/>
        </a:fontRef>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wholeTbl>
    <a:band2H>
      <a:tcTxStyle/>
      <a:tcStyle>
        <a:tcBdr/>
        <a:fill>
          <a:solidFill>
            <a:srgbClr val="FFFFFF"/>
          </a:solidFill>
        </a:fill>
      </a:tcStyle>
    </a:band2H>
    <a:firstCol>
      <a:tcTxStyle b="on" i="on">
        <a:fontRef idx="minor">
          <a:srgbClr val="000000"/>
        </a:fontRef>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firstCol>
    <a:lastRow>
      <a:tcTxStyle b="on" i="on">
        <a:fontRef idx="minor">
          <a:srgbClr val="000000"/>
        </a:fontRef>
        <a:srgbClr val="000000"/>
      </a:tcTxStyle>
      <a:tcStyle>
        <a:tcBdr>
          <a:left>
            <a:ln w="12700" cap="flat">
              <a:solidFill>
                <a:srgbClr val="000000"/>
              </a:solidFill>
              <a:prstDash val="solid"/>
              <a:bevel/>
            </a:ln>
          </a:left>
          <a:right>
            <a:ln w="12700" cap="flat">
              <a:solidFill>
                <a:srgbClr val="000000"/>
              </a:solidFill>
              <a:prstDash val="solid"/>
              <a:bevel/>
            </a:ln>
          </a:right>
          <a:top>
            <a:ln w="508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lastRow>
    <a:firstRow>
      <a:tcTxStyle b="on" i="on">
        <a:fontRef idx="minor">
          <a:srgbClr val="000000"/>
        </a:fontRef>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254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15"/>
  </p:normalViewPr>
  <p:slideViewPr>
    <p:cSldViewPr snapToGrid="0" snapToObjects="1">
      <p:cViewPr varScale="1">
        <p:scale>
          <a:sx n="106" d="100"/>
          <a:sy n="106" d="100"/>
        </p:scale>
        <p:origin x="180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2" name="Shape 62"/>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63" name="Shape 63"/>
          <p:cNvSpPr>
            <a:spLocks noGrp="1"/>
          </p:cNvSpPr>
          <p:nvPr>
            <p:ph type="body" sz="quarter" idx="1"/>
          </p:nvPr>
        </p:nvSpPr>
        <p:spPr>
          <a:xfrm>
            <a:off x="914400" y="4343400"/>
            <a:ext cx="5029200" cy="4114800"/>
          </a:xfrm>
          <a:prstGeom prst="rect">
            <a:avLst/>
          </a:prstGeom>
        </p:spPr>
        <p:txBody>
          <a:bodyPr/>
          <a:lstStyle/>
          <a:p>
            <a:pPr lvl="0"/>
            <a:endParaRPr/>
          </a:p>
        </p:txBody>
      </p:sp>
    </p:spTree>
  </p:cSld>
  <p:clrMap bg1="lt1" tx1="dk1" bg2="lt2" tx2="dk2" accent1="accent1" accent2="accent2" accent3="accent3" accent4="accent4" accent5="accent5" accent6="accent6" hlink="hlink" folHlink="folHlink"/>
  <p:notesStyle>
    <a:lvl1pPr defTabSz="457200">
      <a:lnSpc>
        <a:spcPct val="125000"/>
      </a:lnSpc>
      <a:defRPr sz="2400">
        <a:latin typeface="+mj-lt"/>
        <a:ea typeface="+mj-ea"/>
        <a:cs typeface="+mj-cs"/>
        <a:sym typeface="Avenir Roman"/>
      </a:defRPr>
    </a:lvl1pPr>
    <a:lvl2pPr indent="228600" defTabSz="457200">
      <a:lnSpc>
        <a:spcPct val="125000"/>
      </a:lnSpc>
      <a:defRPr sz="2400">
        <a:latin typeface="+mj-lt"/>
        <a:ea typeface="+mj-ea"/>
        <a:cs typeface="+mj-cs"/>
        <a:sym typeface="Avenir Roman"/>
      </a:defRPr>
    </a:lvl2pPr>
    <a:lvl3pPr indent="457200" defTabSz="457200">
      <a:lnSpc>
        <a:spcPct val="125000"/>
      </a:lnSpc>
      <a:defRPr sz="2400">
        <a:latin typeface="+mj-lt"/>
        <a:ea typeface="+mj-ea"/>
        <a:cs typeface="+mj-cs"/>
        <a:sym typeface="Avenir Roman"/>
      </a:defRPr>
    </a:lvl3pPr>
    <a:lvl4pPr indent="685800" defTabSz="457200">
      <a:lnSpc>
        <a:spcPct val="125000"/>
      </a:lnSpc>
      <a:defRPr sz="2400">
        <a:latin typeface="+mj-lt"/>
        <a:ea typeface="+mj-ea"/>
        <a:cs typeface="+mj-cs"/>
        <a:sym typeface="Avenir Roman"/>
      </a:defRPr>
    </a:lvl4pPr>
    <a:lvl5pPr indent="914400" defTabSz="457200">
      <a:lnSpc>
        <a:spcPct val="125000"/>
      </a:lnSpc>
      <a:defRPr sz="2400">
        <a:latin typeface="+mj-lt"/>
        <a:ea typeface="+mj-ea"/>
        <a:cs typeface="+mj-cs"/>
        <a:sym typeface="Avenir Roman"/>
      </a:defRPr>
    </a:lvl5pPr>
    <a:lvl6pPr indent="1143000" defTabSz="457200">
      <a:lnSpc>
        <a:spcPct val="125000"/>
      </a:lnSpc>
      <a:defRPr sz="2400">
        <a:latin typeface="+mj-lt"/>
        <a:ea typeface="+mj-ea"/>
        <a:cs typeface="+mj-cs"/>
        <a:sym typeface="Avenir Roman"/>
      </a:defRPr>
    </a:lvl6pPr>
    <a:lvl7pPr indent="1371600" defTabSz="457200">
      <a:lnSpc>
        <a:spcPct val="125000"/>
      </a:lnSpc>
      <a:defRPr sz="2400">
        <a:latin typeface="+mj-lt"/>
        <a:ea typeface="+mj-ea"/>
        <a:cs typeface="+mj-cs"/>
        <a:sym typeface="Avenir Roman"/>
      </a:defRPr>
    </a:lvl7pPr>
    <a:lvl8pPr indent="1600200" defTabSz="457200">
      <a:lnSpc>
        <a:spcPct val="125000"/>
      </a:lnSpc>
      <a:defRPr sz="2400">
        <a:latin typeface="+mj-lt"/>
        <a:ea typeface="+mj-ea"/>
        <a:cs typeface="+mj-cs"/>
        <a:sym typeface="Avenir Roman"/>
      </a:defRPr>
    </a:lvl8pPr>
    <a:lvl9pPr indent="1828800" defTabSz="457200">
      <a:lnSpc>
        <a:spcPct val="125000"/>
      </a:lnSpc>
      <a:defRPr sz="2400">
        <a:latin typeface="+mj-lt"/>
        <a:ea typeface="+mj-ea"/>
        <a:cs typeface="+mj-cs"/>
        <a:sym typeface="Avenir Roman"/>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Title Slide">
    <p:spTree>
      <p:nvGrpSpPr>
        <p:cNvPr id="1" name=""/>
        <p:cNvGrpSpPr/>
        <p:nvPr/>
      </p:nvGrpSpPr>
      <p:grpSpPr>
        <a:xfrm>
          <a:off x="0" y="0"/>
          <a:ext cx="0" cy="0"/>
          <a:chOff x="0" y="0"/>
          <a:chExt cx="0" cy="0"/>
        </a:xfrm>
      </p:grpSpPr>
      <p:sp>
        <p:nvSpPr>
          <p:cNvPr id="10" name="Shape 10"/>
          <p:cNvSpPr/>
          <p:nvPr/>
        </p:nvSpPr>
        <p:spPr>
          <a:xfrm>
            <a:off x="0" y="3866920"/>
            <a:ext cx="9144000" cy="2991085"/>
          </a:xfrm>
          <a:prstGeom prst="rect">
            <a:avLst/>
          </a:prstGeom>
          <a:gradFill>
            <a:gsLst>
              <a:gs pos="0">
                <a:srgbClr val="FFFFFF">
                  <a:alpha val="91000"/>
                </a:srgbClr>
              </a:gs>
              <a:gs pos="37000">
                <a:srgbClr val="FFFFFF">
                  <a:alpha val="76000"/>
                </a:srgbClr>
              </a:gs>
              <a:gs pos="100000">
                <a:srgbClr val="B4DCFA">
                  <a:alpha val="7900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11" name="Shape 11"/>
          <p:cNvSpPr/>
          <p:nvPr/>
        </p:nvSpPr>
        <p:spPr>
          <a:xfrm>
            <a:off x="0" y="-3"/>
            <a:ext cx="9144000" cy="3866926"/>
          </a:xfrm>
          <a:prstGeom prst="rect">
            <a:avLst/>
          </a:prstGeom>
          <a:gradFill>
            <a:gsLst>
              <a:gs pos="0">
                <a:srgbClr val="FFFFFF">
                  <a:alpha val="89000"/>
                </a:srgbClr>
              </a:gs>
              <a:gs pos="48000">
                <a:srgbClr val="FFFFFF">
                  <a:alpha val="62000"/>
                </a:srgbClr>
              </a:gs>
              <a:gs pos="100000">
                <a:srgbClr val="B4DCFA">
                  <a:alpha val="7900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12" name="Shape 12"/>
          <p:cNvSpPr/>
          <p:nvPr/>
        </p:nvSpPr>
        <p:spPr>
          <a:xfrm>
            <a:off x="0" y="2652310"/>
            <a:ext cx="9144000" cy="2286001"/>
          </a:xfrm>
          <a:prstGeom prst="rect">
            <a:avLst/>
          </a:prstGeom>
          <a:gradFill>
            <a:gsLst>
              <a:gs pos="0">
                <a:srgbClr val="FFFFFF">
                  <a:alpha val="0"/>
                </a:srgbClr>
              </a:gs>
              <a:gs pos="29000">
                <a:srgbClr val="FFFFFF">
                  <a:alpha val="30000"/>
                </a:srgbClr>
              </a:gs>
              <a:gs pos="45000">
                <a:srgbClr val="B4DCFA">
                  <a:alpha val="40000"/>
                </a:srgbClr>
              </a:gs>
              <a:gs pos="55000">
                <a:srgbClr val="FFFFFF">
                  <a:alpha val="26000"/>
                </a:srgbClr>
              </a:gs>
              <a:gs pos="64999">
                <a:srgbClr val="B4DCFA">
                  <a:alpha val="60000"/>
                </a:srgbClr>
              </a:gs>
              <a:gs pos="100000">
                <a:srgbClr val="FFFFFF">
                  <a:alpha val="0"/>
                </a:srgbClr>
              </a:gs>
            </a:gsLst>
            <a:lin ang="5400000"/>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13" name="Shape 13"/>
          <p:cNvSpPr/>
          <p:nvPr/>
        </p:nvSpPr>
        <p:spPr>
          <a:xfrm>
            <a:off x="-466" y="1599940"/>
            <a:ext cx="9143540" cy="5104884"/>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a:gsLst>
              <a:gs pos="0">
                <a:srgbClr val="FFFFFF"/>
              </a:gs>
              <a:gs pos="54000">
                <a:srgbClr val="FFFFFF">
                  <a:alpha val="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14" name="Shape 14"/>
          <p:cNvSpPr>
            <a:spLocks noGrp="1"/>
          </p:cNvSpPr>
          <p:nvPr>
            <p:ph type="body" idx="1"/>
          </p:nvPr>
        </p:nvSpPr>
        <p:spPr>
          <a:xfrm>
            <a:off x="1473795" y="5052545"/>
            <a:ext cx="5637011" cy="1805455"/>
          </a:xfrm>
          <a:prstGeom prst="rect">
            <a:avLst/>
          </a:prstGeom>
        </p:spPr>
        <p:txBody>
          <a:bodyPr/>
          <a:lstStyle>
            <a:lvl1pPr marL="0" indent="0">
              <a:buClrTx/>
              <a:buSzTx/>
              <a:buFontTx/>
              <a:buNone/>
              <a:defRPr>
                <a:solidFill>
                  <a:srgbClr val="212745"/>
                </a:solidFill>
              </a:defRPr>
            </a:lvl1pPr>
            <a:lvl2pPr>
              <a:buClrTx/>
              <a:buFontTx/>
              <a:defRPr>
                <a:solidFill>
                  <a:srgbClr val="212745"/>
                </a:solidFill>
              </a:defRPr>
            </a:lvl2pPr>
            <a:lvl3pPr>
              <a:buClrTx/>
              <a:buFontTx/>
              <a:defRPr>
                <a:solidFill>
                  <a:srgbClr val="212745"/>
                </a:solidFill>
              </a:defRPr>
            </a:lvl3pPr>
            <a:lvl4pPr>
              <a:buClrTx/>
              <a:buFontTx/>
              <a:defRPr>
                <a:solidFill>
                  <a:srgbClr val="212745"/>
                </a:solidFill>
              </a:defRPr>
            </a:lvl4pPr>
            <a:lvl5pPr>
              <a:buClrTx/>
              <a:buFontTx/>
              <a:defRPr>
                <a:solidFill>
                  <a:srgbClr val="212745"/>
                </a:solidFill>
              </a:defRPr>
            </a:lvl5pPr>
          </a:lstStyle>
          <a:p>
            <a:pPr lvl="0">
              <a:defRPr sz="1800">
                <a:solidFill>
                  <a:srgbClr val="000000"/>
                </a:solidFill>
              </a:defRPr>
            </a:pPr>
            <a:r>
              <a:rPr sz="2200">
                <a:solidFill>
                  <a:srgbClr val="212745"/>
                </a:solidFill>
              </a:rPr>
              <a:t>Nível de Corpo Um</a:t>
            </a:r>
          </a:p>
          <a:p>
            <a:pPr lvl="1">
              <a:defRPr sz="1800">
                <a:solidFill>
                  <a:srgbClr val="000000"/>
                </a:solidFill>
              </a:defRPr>
            </a:pPr>
            <a:r>
              <a:rPr sz="2200">
                <a:solidFill>
                  <a:srgbClr val="212745"/>
                </a:solidFill>
              </a:rPr>
              <a:t>Nível de Corpo Dois</a:t>
            </a:r>
          </a:p>
          <a:p>
            <a:pPr lvl="2">
              <a:defRPr sz="1800">
                <a:solidFill>
                  <a:srgbClr val="000000"/>
                </a:solidFill>
              </a:defRPr>
            </a:pPr>
            <a:r>
              <a:rPr sz="2200">
                <a:solidFill>
                  <a:srgbClr val="212745"/>
                </a:solidFill>
              </a:rPr>
              <a:t>Nível de Corpo Três</a:t>
            </a:r>
          </a:p>
          <a:p>
            <a:pPr lvl="3">
              <a:defRPr sz="1800">
                <a:solidFill>
                  <a:srgbClr val="000000"/>
                </a:solidFill>
              </a:defRPr>
            </a:pPr>
            <a:r>
              <a:rPr sz="2200">
                <a:solidFill>
                  <a:srgbClr val="212745"/>
                </a:solidFill>
              </a:rPr>
              <a:t>Nível de Corpo Quatro</a:t>
            </a:r>
          </a:p>
          <a:p>
            <a:pPr lvl="4">
              <a:defRPr sz="1800">
                <a:solidFill>
                  <a:srgbClr val="000000"/>
                </a:solidFill>
              </a:defRPr>
            </a:pPr>
            <a:r>
              <a:rPr sz="2200">
                <a:solidFill>
                  <a:srgbClr val="212745"/>
                </a:solidFill>
              </a:rPr>
              <a:t>Nível de Corpo Cinco</a:t>
            </a:r>
          </a:p>
        </p:txBody>
      </p:sp>
      <p:sp>
        <p:nvSpPr>
          <p:cNvPr id="15" name="Shape 15"/>
          <p:cNvSpPr>
            <a:spLocks noGrp="1"/>
          </p:cNvSpPr>
          <p:nvPr>
            <p:ph type="sldNum" sz="quarter" idx="2"/>
          </p:nvPr>
        </p:nvSpPr>
        <p:spPr>
          <a:prstGeom prst="rect">
            <a:avLst/>
          </a:prstGeom>
        </p:spPr>
        <p:txBody>
          <a:bodyPr/>
          <a:lstStyle/>
          <a:p>
            <a:pPr lvl="0"/>
            <a:fld id="{86CB4B4D-7CA3-9044-876B-883B54F8677D}" type="slidenum">
              <a:t>‹nº›</a:t>
            </a:fld>
            <a:endParaRPr/>
          </a:p>
        </p:txBody>
      </p:sp>
      <p:sp>
        <p:nvSpPr>
          <p:cNvPr id="16" name="Shape 16"/>
          <p:cNvSpPr>
            <a:spLocks noGrp="1"/>
          </p:cNvSpPr>
          <p:nvPr>
            <p:ph type="title"/>
          </p:nvPr>
        </p:nvSpPr>
        <p:spPr>
          <a:xfrm>
            <a:off x="817581" y="3132290"/>
            <a:ext cx="7175352" cy="1920258"/>
          </a:xfrm>
          <a:prstGeom prst="rect">
            <a:avLst/>
          </a:prstGeom>
        </p:spPr>
        <p:txBody>
          <a:bodyPr/>
          <a:lstStyle>
            <a:lvl1pPr marL="640080" indent="-457200">
              <a:defRPr sz="5400"/>
            </a:lvl1pPr>
          </a:lstStyle>
          <a:p>
            <a:pPr lvl="0">
              <a:defRPr sz="1800">
                <a:solidFill>
                  <a:srgbClr val="000000"/>
                </a:solidFill>
              </a:defRPr>
            </a:pPr>
            <a:r>
              <a:rPr sz="5400">
                <a:solidFill>
                  <a:srgbClr val="111423">
                    <a:alpha val="82500"/>
                  </a:srgbClr>
                </a:solidFill>
              </a:rPr>
              <a:t>Texto do Título</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18" name="Shape 18"/>
          <p:cNvSpPr>
            <a:spLocks noGrp="1"/>
          </p:cNvSpPr>
          <p:nvPr>
            <p:ph type="sldNum" sz="quarter" idx="2"/>
          </p:nvPr>
        </p:nvSpPr>
        <p:spPr>
          <a:prstGeom prst="rect">
            <a:avLst/>
          </a:prstGeom>
        </p:spPr>
        <p:txBody>
          <a:bodyPr/>
          <a:lstStyle/>
          <a:p>
            <a:pPr lvl="0"/>
            <a:fld id="{86CB4B4D-7CA3-9044-876B-883B54F8677D}" type="slidenum">
              <a:t>‹nº›</a:t>
            </a:fld>
            <a:endParaRPr/>
          </a:p>
        </p:txBody>
      </p:sp>
      <p:sp>
        <p:nvSpPr>
          <p:cNvPr id="19" name="Shape 19"/>
          <p:cNvSpPr>
            <a:spLocks noGrp="1"/>
          </p:cNvSpPr>
          <p:nvPr>
            <p:ph type="title"/>
          </p:nvPr>
        </p:nvSpPr>
        <p:spPr>
          <a:xfrm>
            <a:off x="1793288" y="4372168"/>
            <a:ext cx="6512512" cy="2485832"/>
          </a:xfrm>
          <a:prstGeom prst="rect">
            <a:avLst/>
          </a:prstGeom>
        </p:spPr>
        <p:txBody>
          <a:bodyPr/>
          <a:lstStyle>
            <a:lvl1pPr algn="r"/>
          </a:lstStyle>
          <a:p>
            <a:pPr lvl="0">
              <a:defRPr sz="1800">
                <a:solidFill>
                  <a:srgbClr val="000000"/>
                </a:solidFill>
              </a:defRPr>
            </a:pPr>
            <a:r>
              <a:rPr sz="4600">
                <a:solidFill>
                  <a:srgbClr val="111423">
                    <a:alpha val="82500"/>
                  </a:srgbClr>
                </a:solidFill>
              </a:rPr>
              <a:t>Texto do Título</a:t>
            </a:r>
          </a:p>
        </p:txBody>
      </p:sp>
      <p:sp>
        <p:nvSpPr>
          <p:cNvPr id="20" name="Shape 20"/>
          <p:cNvSpPr>
            <a:spLocks noGrp="1"/>
          </p:cNvSpPr>
          <p:nvPr>
            <p:ph type="body" idx="1"/>
          </p:nvPr>
        </p:nvSpPr>
        <p:spPr>
          <a:xfrm>
            <a:off x="1143000" y="731519"/>
            <a:ext cx="6400800" cy="3640650"/>
          </a:xfrm>
          <a:prstGeom prst="rect">
            <a:avLst/>
          </a:prstGeom>
        </p:spPr>
        <p:txBody>
          <a:bodyPr/>
          <a:lstStyle/>
          <a:p>
            <a:pPr lvl="0">
              <a:defRPr sz="1800">
                <a:solidFill>
                  <a:srgbClr val="000000"/>
                </a:solidFill>
              </a:defRPr>
            </a:pPr>
            <a:r>
              <a:rPr sz="2200">
                <a:solidFill>
                  <a:srgbClr val="404040"/>
                </a:solidFill>
              </a:rPr>
              <a:t>Nível de Corpo Um</a:t>
            </a:r>
          </a:p>
          <a:p>
            <a:pPr lvl="1">
              <a:defRPr sz="1800">
                <a:solidFill>
                  <a:srgbClr val="000000"/>
                </a:solidFill>
              </a:defRPr>
            </a:pPr>
            <a:r>
              <a:rPr sz="2200">
                <a:solidFill>
                  <a:srgbClr val="404040"/>
                </a:solidFill>
              </a:rPr>
              <a:t>Nível de Corpo Dois</a:t>
            </a:r>
          </a:p>
          <a:p>
            <a:pPr lvl="2">
              <a:defRPr sz="1800">
                <a:solidFill>
                  <a:srgbClr val="000000"/>
                </a:solidFill>
              </a:defRPr>
            </a:pPr>
            <a:r>
              <a:rPr sz="2200">
                <a:solidFill>
                  <a:srgbClr val="404040"/>
                </a:solidFill>
              </a:rPr>
              <a:t>Nível de Corpo Três</a:t>
            </a:r>
          </a:p>
          <a:p>
            <a:pPr lvl="3">
              <a:defRPr sz="1800">
                <a:solidFill>
                  <a:srgbClr val="000000"/>
                </a:solidFill>
              </a:defRPr>
            </a:pPr>
            <a:r>
              <a:rPr sz="2200">
                <a:solidFill>
                  <a:srgbClr val="404040"/>
                </a:solidFill>
              </a:rPr>
              <a:t>Nível de Corpo Quatro</a:t>
            </a:r>
          </a:p>
          <a:p>
            <a:pPr lvl="4">
              <a:defRPr sz="1800">
                <a:solidFill>
                  <a:srgbClr val="000000"/>
                </a:solidFill>
              </a:defRPr>
            </a:pPr>
            <a:r>
              <a:rPr sz="2200">
                <a:solidFill>
                  <a:srgbClr val="404040"/>
                </a:solidFill>
              </a:rPr>
              <a:t>Nível de Corpo Cinco</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2" name="Shape 22"/>
          <p:cNvSpPr/>
          <p:nvPr/>
        </p:nvSpPr>
        <p:spPr>
          <a:xfrm>
            <a:off x="0" y="3866920"/>
            <a:ext cx="9144000" cy="2991085"/>
          </a:xfrm>
          <a:prstGeom prst="rect">
            <a:avLst/>
          </a:prstGeom>
          <a:gradFill>
            <a:gsLst>
              <a:gs pos="0">
                <a:srgbClr val="FFFFFF">
                  <a:alpha val="92000"/>
                </a:srgbClr>
              </a:gs>
              <a:gs pos="37000">
                <a:srgbClr val="FFFFFF">
                  <a:alpha val="77000"/>
                </a:srgbClr>
              </a:gs>
              <a:gs pos="100000">
                <a:srgbClr val="B4DCFA">
                  <a:alpha val="8000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23" name="Shape 23"/>
          <p:cNvSpPr/>
          <p:nvPr/>
        </p:nvSpPr>
        <p:spPr>
          <a:xfrm>
            <a:off x="0" y="-3"/>
            <a:ext cx="9144000" cy="3866926"/>
          </a:xfrm>
          <a:prstGeom prst="rect">
            <a:avLst/>
          </a:prstGeom>
          <a:gradFill>
            <a:gsLst>
              <a:gs pos="0">
                <a:srgbClr val="FFFFFF">
                  <a:alpha val="90000"/>
                </a:srgbClr>
              </a:gs>
              <a:gs pos="48000">
                <a:srgbClr val="FFFFFF">
                  <a:alpha val="63000"/>
                </a:srgbClr>
              </a:gs>
              <a:gs pos="100000">
                <a:srgbClr val="B4DCFA">
                  <a:alpha val="8000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24" name="Shape 24"/>
          <p:cNvSpPr/>
          <p:nvPr/>
        </p:nvSpPr>
        <p:spPr>
          <a:xfrm>
            <a:off x="0" y="2652310"/>
            <a:ext cx="9144000" cy="2286001"/>
          </a:xfrm>
          <a:prstGeom prst="rect">
            <a:avLst/>
          </a:prstGeom>
          <a:gradFill>
            <a:gsLst>
              <a:gs pos="0">
                <a:srgbClr val="FFFFFF">
                  <a:alpha val="0"/>
                </a:srgbClr>
              </a:gs>
              <a:gs pos="29000">
                <a:srgbClr val="FFFFFF">
                  <a:alpha val="30000"/>
                </a:srgbClr>
              </a:gs>
              <a:gs pos="45000">
                <a:srgbClr val="B4DCFA">
                  <a:alpha val="40000"/>
                </a:srgbClr>
              </a:gs>
              <a:gs pos="55000">
                <a:srgbClr val="FFFFFF">
                  <a:alpha val="26000"/>
                </a:srgbClr>
              </a:gs>
              <a:gs pos="64999">
                <a:srgbClr val="B4DCFA">
                  <a:alpha val="60000"/>
                </a:srgbClr>
              </a:gs>
              <a:gs pos="100000">
                <a:srgbClr val="FFFFFF">
                  <a:alpha val="0"/>
                </a:srgbClr>
              </a:gs>
            </a:gsLst>
            <a:lin ang="5400000"/>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25" name="Shape 25"/>
          <p:cNvSpPr/>
          <p:nvPr/>
        </p:nvSpPr>
        <p:spPr>
          <a:xfrm>
            <a:off x="-466" y="1599940"/>
            <a:ext cx="9143540" cy="5104884"/>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a:gsLst>
              <a:gs pos="0">
                <a:srgbClr val="FFFFFF"/>
              </a:gs>
              <a:gs pos="54000">
                <a:srgbClr val="FFFFFF">
                  <a:alpha val="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26" name="Shape 26"/>
          <p:cNvSpPr>
            <a:spLocks noGrp="1"/>
          </p:cNvSpPr>
          <p:nvPr>
            <p:ph type="title"/>
          </p:nvPr>
        </p:nvSpPr>
        <p:spPr>
          <a:xfrm>
            <a:off x="2033195" y="0"/>
            <a:ext cx="5966667" cy="4595996"/>
          </a:xfrm>
          <a:prstGeom prst="rect">
            <a:avLst/>
          </a:prstGeom>
        </p:spPr>
        <p:txBody>
          <a:bodyPr anchor="b"/>
          <a:lstStyle>
            <a:lvl1pPr algn="r"/>
          </a:lstStyle>
          <a:p>
            <a:pPr lvl="0">
              <a:defRPr sz="1800">
                <a:solidFill>
                  <a:srgbClr val="000000"/>
                </a:solidFill>
              </a:defRPr>
            </a:pPr>
            <a:r>
              <a:rPr sz="4600">
                <a:solidFill>
                  <a:srgbClr val="111423">
                    <a:alpha val="82500"/>
                  </a:srgbClr>
                </a:solidFill>
              </a:rPr>
              <a:t>Texto do Título</a:t>
            </a:r>
          </a:p>
        </p:txBody>
      </p:sp>
      <p:sp>
        <p:nvSpPr>
          <p:cNvPr id="27" name="Shape 27"/>
          <p:cNvSpPr>
            <a:spLocks noGrp="1"/>
          </p:cNvSpPr>
          <p:nvPr>
            <p:ph type="body" idx="1"/>
          </p:nvPr>
        </p:nvSpPr>
        <p:spPr>
          <a:xfrm>
            <a:off x="2022437" y="4607511"/>
            <a:ext cx="5970497" cy="2250490"/>
          </a:xfrm>
          <a:prstGeom prst="rect">
            <a:avLst/>
          </a:prstGeom>
        </p:spPr>
        <p:txBody>
          <a:bodyPr/>
          <a:lstStyle>
            <a:lvl1pPr marL="0" indent="0" algn="r">
              <a:spcBef>
                <a:spcPts val="400"/>
              </a:spcBef>
              <a:buClrTx/>
              <a:buSzTx/>
              <a:buFontTx/>
              <a:buNone/>
              <a:defRPr sz="2000">
                <a:solidFill>
                  <a:srgbClr val="212745"/>
                </a:solidFill>
              </a:defRPr>
            </a:lvl1pPr>
            <a:lvl2pPr marL="548638" indent="-182879" algn="r">
              <a:spcBef>
                <a:spcPts val="400"/>
              </a:spcBef>
              <a:buClrTx/>
              <a:buFontTx/>
              <a:defRPr sz="2000">
                <a:solidFill>
                  <a:srgbClr val="212745"/>
                </a:solidFill>
              </a:defRPr>
            </a:lvl2pPr>
            <a:lvl3pPr marL="843280" indent="-203198" algn="r">
              <a:spcBef>
                <a:spcPts val="400"/>
              </a:spcBef>
              <a:buClrTx/>
              <a:buFontTx/>
              <a:defRPr sz="2000">
                <a:solidFill>
                  <a:srgbClr val="212745"/>
                </a:solidFill>
              </a:defRPr>
            </a:lvl3pPr>
            <a:lvl4pPr marL="1143000" indent="-228600" algn="r">
              <a:spcBef>
                <a:spcPts val="400"/>
              </a:spcBef>
              <a:buClrTx/>
              <a:buFontTx/>
              <a:defRPr sz="2000">
                <a:solidFill>
                  <a:srgbClr val="212745"/>
                </a:solidFill>
              </a:defRPr>
            </a:lvl4pPr>
            <a:lvl5pPr marL="1468262" indent="-261256" algn="r">
              <a:spcBef>
                <a:spcPts val="400"/>
              </a:spcBef>
              <a:buClrTx/>
              <a:buFontTx/>
              <a:defRPr sz="2000">
                <a:solidFill>
                  <a:srgbClr val="212745"/>
                </a:solidFill>
              </a:defRPr>
            </a:lvl5pPr>
          </a:lstStyle>
          <a:p>
            <a:pPr lvl="0">
              <a:defRPr sz="1800">
                <a:solidFill>
                  <a:srgbClr val="000000"/>
                </a:solidFill>
              </a:defRPr>
            </a:pPr>
            <a:r>
              <a:rPr sz="2000">
                <a:solidFill>
                  <a:srgbClr val="212745"/>
                </a:solidFill>
              </a:rPr>
              <a:t>Nível de Corpo Um</a:t>
            </a:r>
          </a:p>
          <a:p>
            <a:pPr lvl="1">
              <a:defRPr sz="1800">
                <a:solidFill>
                  <a:srgbClr val="000000"/>
                </a:solidFill>
              </a:defRPr>
            </a:pPr>
            <a:r>
              <a:rPr sz="2000">
                <a:solidFill>
                  <a:srgbClr val="212745"/>
                </a:solidFill>
              </a:rPr>
              <a:t>Nível de Corpo Dois</a:t>
            </a:r>
          </a:p>
          <a:p>
            <a:pPr lvl="2">
              <a:defRPr sz="1800">
                <a:solidFill>
                  <a:srgbClr val="000000"/>
                </a:solidFill>
              </a:defRPr>
            </a:pPr>
            <a:r>
              <a:rPr sz="2000">
                <a:solidFill>
                  <a:srgbClr val="212745"/>
                </a:solidFill>
              </a:rPr>
              <a:t>Nível de Corpo Três</a:t>
            </a:r>
          </a:p>
          <a:p>
            <a:pPr lvl="3">
              <a:defRPr sz="1800">
                <a:solidFill>
                  <a:srgbClr val="000000"/>
                </a:solidFill>
              </a:defRPr>
            </a:pPr>
            <a:r>
              <a:rPr sz="2000">
                <a:solidFill>
                  <a:srgbClr val="212745"/>
                </a:solidFill>
              </a:rPr>
              <a:t>Nível de Corpo Quatro</a:t>
            </a:r>
          </a:p>
          <a:p>
            <a:pPr lvl="4">
              <a:defRPr sz="1800">
                <a:solidFill>
                  <a:srgbClr val="000000"/>
                </a:solidFill>
              </a:defRPr>
            </a:pPr>
            <a:r>
              <a:rPr sz="2000">
                <a:solidFill>
                  <a:srgbClr val="212745"/>
                </a:solidFill>
              </a:rPr>
              <a:t>Nível de Corpo Cinco</a:t>
            </a:r>
          </a:p>
        </p:txBody>
      </p:sp>
      <p:sp>
        <p:nvSpPr>
          <p:cNvPr id="28" name="Shape 28"/>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0" name="Shape 30"/>
          <p:cNvSpPr>
            <a:spLocks noGrp="1"/>
          </p:cNvSpPr>
          <p:nvPr>
            <p:ph type="sldNum" sz="quarter" idx="2"/>
          </p:nvPr>
        </p:nvSpPr>
        <p:spPr>
          <a:prstGeom prst="rect">
            <a:avLst/>
          </a:prstGeom>
        </p:spPr>
        <p:txBody>
          <a:bodyPr/>
          <a:lstStyle/>
          <a:p>
            <a:pPr lvl="0"/>
            <a:fld id="{86CB4B4D-7CA3-9044-876B-883B54F8677D}" type="slidenum">
              <a:t>‹nº›</a:t>
            </a:fld>
            <a:endParaRPr/>
          </a:p>
        </p:txBody>
      </p:sp>
      <p:sp>
        <p:nvSpPr>
          <p:cNvPr id="31" name="Shape 31"/>
          <p:cNvSpPr>
            <a:spLocks noGrp="1"/>
          </p:cNvSpPr>
          <p:nvPr>
            <p:ph type="title"/>
          </p:nvPr>
        </p:nvSpPr>
        <p:spPr>
          <a:xfrm>
            <a:off x="1793288" y="4372168"/>
            <a:ext cx="6512512" cy="2485832"/>
          </a:xfrm>
          <a:prstGeom prst="rect">
            <a:avLst/>
          </a:prstGeom>
        </p:spPr>
        <p:txBody>
          <a:bodyPr/>
          <a:lstStyle>
            <a:lvl1pPr algn="r"/>
          </a:lstStyle>
          <a:p>
            <a:pPr lvl="0">
              <a:defRPr sz="1800">
                <a:solidFill>
                  <a:srgbClr val="000000"/>
                </a:solidFill>
              </a:defRPr>
            </a:pPr>
            <a:r>
              <a:rPr sz="4600">
                <a:solidFill>
                  <a:srgbClr val="111423">
                    <a:alpha val="82500"/>
                  </a:srgbClr>
                </a:solidFill>
              </a:rPr>
              <a:t>Texto do Título</a:t>
            </a:r>
          </a:p>
        </p:txBody>
      </p:sp>
      <p:sp>
        <p:nvSpPr>
          <p:cNvPr id="32" name="Shape 32"/>
          <p:cNvSpPr>
            <a:spLocks noGrp="1"/>
          </p:cNvSpPr>
          <p:nvPr>
            <p:ph type="body" idx="1"/>
          </p:nvPr>
        </p:nvSpPr>
        <p:spPr>
          <a:xfrm>
            <a:off x="1142999" y="731519"/>
            <a:ext cx="3346704" cy="3640650"/>
          </a:xfrm>
          <a:prstGeom prst="rect">
            <a:avLst/>
          </a:prstGeom>
        </p:spPr>
        <p:txBody>
          <a:bodyPr/>
          <a:lstStyle/>
          <a:p>
            <a:pPr lvl="0">
              <a:defRPr sz="1800">
                <a:solidFill>
                  <a:srgbClr val="000000"/>
                </a:solidFill>
              </a:defRPr>
            </a:pPr>
            <a:r>
              <a:rPr sz="2200">
                <a:solidFill>
                  <a:srgbClr val="404040"/>
                </a:solidFill>
              </a:rPr>
              <a:t>Nível de Corpo Um</a:t>
            </a:r>
          </a:p>
          <a:p>
            <a:pPr lvl="1">
              <a:defRPr sz="1800">
                <a:solidFill>
                  <a:srgbClr val="000000"/>
                </a:solidFill>
              </a:defRPr>
            </a:pPr>
            <a:r>
              <a:rPr sz="2200">
                <a:solidFill>
                  <a:srgbClr val="404040"/>
                </a:solidFill>
              </a:rPr>
              <a:t>Nível de Corpo Dois</a:t>
            </a:r>
          </a:p>
          <a:p>
            <a:pPr lvl="2">
              <a:defRPr sz="1800">
                <a:solidFill>
                  <a:srgbClr val="000000"/>
                </a:solidFill>
              </a:defRPr>
            </a:pPr>
            <a:r>
              <a:rPr sz="2200">
                <a:solidFill>
                  <a:srgbClr val="404040"/>
                </a:solidFill>
              </a:rPr>
              <a:t>Nível de Corpo Três</a:t>
            </a:r>
          </a:p>
          <a:p>
            <a:pPr lvl="3">
              <a:defRPr sz="1800">
                <a:solidFill>
                  <a:srgbClr val="000000"/>
                </a:solidFill>
              </a:defRPr>
            </a:pPr>
            <a:r>
              <a:rPr sz="2200">
                <a:solidFill>
                  <a:srgbClr val="404040"/>
                </a:solidFill>
              </a:rPr>
              <a:t>Nível de Corpo Quatro</a:t>
            </a:r>
          </a:p>
          <a:p>
            <a:pPr lvl="4">
              <a:defRPr sz="1800">
                <a:solidFill>
                  <a:srgbClr val="000000"/>
                </a:solidFill>
              </a:defRPr>
            </a:pPr>
            <a:r>
              <a:rPr sz="2200">
                <a:solidFill>
                  <a:srgbClr val="404040"/>
                </a:solidFill>
              </a:rPr>
              <a:t>Nível de Corpo Cinco</a:t>
            </a: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34" name="Shape 34"/>
          <p:cNvSpPr>
            <a:spLocks noGrp="1"/>
          </p:cNvSpPr>
          <p:nvPr>
            <p:ph type="body" idx="1"/>
          </p:nvPr>
        </p:nvSpPr>
        <p:spPr>
          <a:xfrm>
            <a:off x="1143000" y="0"/>
            <a:ext cx="3346704" cy="1371282"/>
          </a:xfrm>
          <a:prstGeom prst="rect">
            <a:avLst/>
          </a:prstGeom>
        </p:spPr>
        <p:txBody>
          <a:bodyPr anchor="b">
            <a:noAutofit/>
          </a:bodyPr>
          <a:lstStyle>
            <a:lvl1pPr marL="0" indent="0" algn="ctr">
              <a:buClrTx/>
              <a:buSzTx/>
              <a:buFontTx/>
              <a:buNone/>
              <a:defRPr sz="2400">
                <a:solidFill>
                  <a:srgbClr val="111423">
                    <a:alpha val="82500"/>
                  </a:srgbClr>
                </a:solidFill>
                <a:latin typeface="Trebuchet MS Bold"/>
                <a:ea typeface="Trebuchet MS Bold"/>
                <a:cs typeface="Trebuchet MS Bold"/>
                <a:sym typeface="Trebuchet MS Bold"/>
              </a:defRPr>
            </a:lvl1pPr>
            <a:lvl2pPr marL="585213" indent="-219453" algn="ctr">
              <a:buClrTx/>
              <a:buFontTx/>
              <a:defRPr sz="2400">
                <a:solidFill>
                  <a:srgbClr val="111423">
                    <a:alpha val="82500"/>
                  </a:srgbClr>
                </a:solidFill>
                <a:latin typeface="Trebuchet MS Bold"/>
                <a:ea typeface="Trebuchet MS Bold"/>
                <a:cs typeface="Trebuchet MS Bold"/>
                <a:sym typeface="Trebuchet MS Bold"/>
              </a:defRPr>
            </a:lvl2pPr>
            <a:lvl3pPr marL="883919" indent="-243838" algn="ctr">
              <a:buClrTx/>
              <a:buFontTx/>
              <a:defRPr sz="2400">
                <a:solidFill>
                  <a:srgbClr val="111423">
                    <a:alpha val="82500"/>
                  </a:srgbClr>
                </a:solidFill>
                <a:latin typeface="Trebuchet MS Bold"/>
                <a:ea typeface="Trebuchet MS Bold"/>
                <a:cs typeface="Trebuchet MS Bold"/>
                <a:sym typeface="Trebuchet MS Bold"/>
              </a:defRPr>
            </a:lvl3pPr>
            <a:lvl4pPr marL="1188719" indent="-274319" algn="ctr">
              <a:buClrTx/>
              <a:buFontTx/>
              <a:defRPr sz="2400">
                <a:solidFill>
                  <a:srgbClr val="111423">
                    <a:alpha val="82500"/>
                  </a:srgbClr>
                </a:solidFill>
                <a:latin typeface="Trebuchet MS Bold"/>
                <a:ea typeface="Trebuchet MS Bold"/>
                <a:cs typeface="Trebuchet MS Bold"/>
                <a:sym typeface="Trebuchet MS Bold"/>
              </a:defRPr>
            </a:lvl4pPr>
            <a:lvl5pPr marL="1520515" indent="-313507" algn="ctr">
              <a:buClrTx/>
              <a:buFontTx/>
              <a:defRPr sz="2400">
                <a:solidFill>
                  <a:srgbClr val="111423">
                    <a:alpha val="82500"/>
                  </a:srgbClr>
                </a:solidFill>
                <a:latin typeface="Trebuchet MS Bold"/>
                <a:ea typeface="Trebuchet MS Bold"/>
                <a:cs typeface="Trebuchet MS Bold"/>
                <a:sym typeface="Trebuchet MS Bold"/>
              </a:defRPr>
            </a:lvl5pPr>
          </a:lstStyle>
          <a:p>
            <a:pPr lvl="0">
              <a:defRPr sz="1800">
                <a:solidFill>
                  <a:srgbClr val="000000"/>
                </a:solidFill>
              </a:defRPr>
            </a:pPr>
            <a:r>
              <a:rPr sz="2400">
                <a:solidFill>
                  <a:srgbClr val="111423">
                    <a:alpha val="82500"/>
                  </a:srgbClr>
                </a:solidFill>
              </a:rPr>
              <a:t>Nível de Corpo Um</a:t>
            </a:r>
          </a:p>
          <a:p>
            <a:pPr lvl="1">
              <a:defRPr sz="1800">
                <a:solidFill>
                  <a:srgbClr val="000000"/>
                </a:solidFill>
              </a:defRPr>
            </a:pPr>
            <a:r>
              <a:rPr sz="2400">
                <a:solidFill>
                  <a:srgbClr val="111423">
                    <a:alpha val="82500"/>
                  </a:srgbClr>
                </a:solidFill>
              </a:rPr>
              <a:t>Nível de Corpo Dois</a:t>
            </a:r>
          </a:p>
          <a:p>
            <a:pPr lvl="2">
              <a:defRPr sz="1800">
                <a:solidFill>
                  <a:srgbClr val="000000"/>
                </a:solidFill>
              </a:defRPr>
            </a:pPr>
            <a:r>
              <a:rPr sz="2400">
                <a:solidFill>
                  <a:srgbClr val="111423">
                    <a:alpha val="82500"/>
                  </a:srgbClr>
                </a:solidFill>
              </a:rPr>
              <a:t>Nível de Corpo Três</a:t>
            </a:r>
          </a:p>
          <a:p>
            <a:pPr lvl="3">
              <a:defRPr sz="1800">
                <a:solidFill>
                  <a:srgbClr val="000000"/>
                </a:solidFill>
              </a:defRPr>
            </a:pPr>
            <a:r>
              <a:rPr sz="2400">
                <a:solidFill>
                  <a:srgbClr val="111423">
                    <a:alpha val="82500"/>
                  </a:srgbClr>
                </a:solidFill>
              </a:rPr>
              <a:t>Nível de Corpo Quatro</a:t>
            </a:r>
          </a:p>
          <a:p>
            <a:pPr lvl="4">
              <a:defRPr sz="1800">
                <a:solidFill>
                  <a:srgbClr val="000000"/>
                </a:solidFill>
              </a:defRPr>
            </a:pPr>
            <a:r>
              <a:rPr sz="2400">
                <a:solidFill>
                  <a:srgbClr val="111423">
                    <a:alpha val="82500"/>
                  </a:srgbClr>
                </a:solidFill>
              </a:rPr>
              <a:t>Nível de Corpo Cinco</a:t>
            </a:r>
          </a:p>
        </p:txBody>
      </p:sp>
      <p:sp>
        <p:nvSpPr>
          <p:cNvPr id="35" name="Shape 35"/>
          <p:cNvSpPr>
            <a:spLocks noGrp="1"/>
          </p:cNvSpPr>
          <p:nvPr>
            <p:ph type="sldNum" sz="quarter" idx="2"/>
          </p:nvPr>
        </p:nvSpPr>
        <p:spPr>
          <a:prstGeom prst="rect">
            <a:avLst/>
          </a:prstGeom>
        </p:spPr>
        <p:txBody>
          <a:bodyPr/>
          <a:lstStyle/>
          <a:p>
            <a:pPr lvl="0"/>
            <a:fld id="{86CB4B4D-7CA3-9044-876B-883B54F8677D}" type="slidenum">
              <a:t>‹nº›</a:t>
            </a:fld>
            <a:endParaRPr/>
          </a:p>
        </p:txBody>
      </p:sp>
      <p:sp>
        <p:nvSpPr>
          <p:cNvPr id="36" name="Shape 36"/>
          <p:cNvSpPr>
            <a:spLocks noGrp="1"/>
          </p:cNvSpPr>
          <p:nvPr>
            <p:ph type="title"/>
          </p:nvPr>
        </p:nvSpPr>
        <p:spPr>
          <a:xfrm>
            <a:off x="1793288" y="4372168"/>
            <a:ext cx="6512512" cy="2485832"/>
          </a:xfrm>
          <a:prstGeom prst="rect">
            <a:avLst/>
          </a:prstGeom>
        </p:spPr>
        <p:txBody>
          <a:bodyPr/>
          <a:lstStyle>
            <a:lvl1pPr algn="r"/>
          </a:lstStyle>
          <a:p>
            <a:pPr lvl="0">
              <a:defRPr sz="1800">
                <a:solidFill>
                  <a:srgbClr val="000000"/>
                </a:solidFill>
              </a:defRPr>
            </a:pPr>
            <a:r>
              <a:rPr sz="4600">
                <a:solidFill>
                  <a:srgbClr val="111423">
                    <a:alpha val="82500"/>
                  </a:srgbClr>
                </a:solidFill>
              </a:rPr>
              <a:t>Texto do Título</a:t>
            </a: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38" name="Shape 38"/>
          <p:cNvSpPr>
            <a:spLocks noGrp="1"/>
          </p:cNvSpPr>
          <p:nvPr>
            <p:ph type="title"/>
          </p:nvPr>
        </p:nvSpPr>
        <p:spPr>
          <a:xfrm>
            <a:off x="1793288" y="4372168"/>
            <a:ext cx="6512512" cy="1143001"/>
          </a:xfrm>
          <a:prstGeom prst="rect">
            <a:avLst/>
          </a:prstGeom>
        </p:spPr>
        <p:txBody>
          <a:bodyPr/>
          <a:lstStyle>
            <a:lvl1pPr algn="r"/>
          </a:lstStyle>
          <a:p>
            <a:pPr lvl="0">
              <a:defRPr sz="1800">
                <a:solidFill>
                  <a:srgbClr val="000000"/>
                </a:solidFill>
              </a:defRPr>
            </a:pPr>
            <a:r>
              <a:rPr sz="4600">
                <a:solidFill>
                  <a:srgbClr val="111423">
                    <a:alpha val="82500"/>
                  </a:srgbClr>
                </a:solidFill>
              </a:rPr>
              <a:t>Texto do Título</a:t>
            </a:r>
          </a:p>
        </p:txBody>
      </p:sp>
      <p:sp>
        <p:nvSpPr>
          <p:cNvPr id="39" name="Shape 39"/>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41" name="Shape 41"/>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43" name="Shape 43"/>
          <p:cNvSpPr>
            <a:spLocks noGrp="1"/>
          </p:cNvSpPr>
          <p:nvPr>
            <p:ph type="title"/>
          </p:nvPr>
        </p:nvSpPr>
        <p:spPr>
          <a:xfrm>
            <a:off x="839095" y="0"/>
            <a:ext cx="3636086" cy="3468295"/>
          </a:xfrm>
          <a:prstGeom prst="rect">
            <a:avLst/>
          </a:prstGeom>
        </p:spPr>
        <p:txBody>
          <a:bodyPr anchor="b"/>
          <a:lstStyle>
            <a:lvl1pPr marL="228600" indent="-228600">
              <a:defRPr sz="2800"/>
            </a:lvl1pPr>
          </a:lstStyle>
          <a:p>
            <a:pPr lvl="0">
              <a:defRPr sz="1800">
                <a:solidFill>
                  <a:srgbClr val="000000"/>
                </a:solidFill>
              </a:defRPr>
            </a:pPr>
            <a:r>
              <a:rPr sz="2800">
                <a:solidFill>
                  <a:srgbClr val="111423">
                    <a:alpha val="82500"/>
                  </a:srgbClr>
                </a:solidFill>
              </a:rPr>
              <a:t>Texto do Título</a:t>
            </a:r>
          </a:p>
        </p:txBody>
      </p:sp>
      <p:sp>
        <p:nvSpPr>
          <p:cNvPr id="44" name="Shape 44"/>
          <p:cNvSpPr>
            <a:spLocks noGrp="1"/>
          </p:cNvSpPr>
          <p:nvPr>
            <p:ph type="body" idx="1"/>
          </p:nvPr>
        </p:nvSpPr>
        <p:spPr>
          <a:xfrm>
            <a:off x="4593514" y="0"/>
            <a:ext cx="4017086" cy="6357771"/>
          </a:xfrm>
          <a:prstGeom prst="rect">
            <a:avLst/>
          </a:prstGeom>
        </p:spPr>
        <p:txBody>
          <a:bodyPr anchor="ctr"/>
          <a:lstStyle/>
          <a:p>
            <a:pPr lvl="0">
              <a:defRPr sz="1800">
                <a:solidFill>
                  <a:srgbClr val="000000"/>
                </a:solidFill>
              </a:defRPr>
            </a:pPr>
            <a:r>
              <a:rPr sz="2200">
                <a:solidFill>
                  <a:srgbClr val="404040"/>
                </a:solidFill>
              </a:rPr>
              <a:t>Nível de Corpo Um</a:t>
            </a:r>
          </a:p>
          <a:p>
            <a:pPr lvl="1">
              <a:defRPr sz="1800">
                <a:solidFill>
                  <a:srgbClr val="000000"/>
                </a:solidFill>
              </a:defRPr>
            </a:pPr>
            <a:r>
              <a:rPr sz="2200">
                <a:solidFill>
                  <a:srgbClr val="404040"/>
                </a:solidFill>
              </a:rPr>
              <a:t>Nível de Corpo Dois</a:t>
            </a:r>
          </a:p>
          <a:p>
            <a:pPr lvl="2">
              <a:defRPr sz="1800">
                <a:solidFill>
                  <a:srgbClr val="000000"/>
                </a:solidFill>
              </a:defRPr>
            </a:pPr>
            <a:r>
              <a:rPr sz="2200">
                <a:solidFill>
                  <a:srgbClr val="404040"/>
                </a:solidFill>
              </a:rPr>
              <a:t>Nível de Corpo Três</a:t>
            </a:r>
          </a:p>
          <a:p>
            <a:pPr lvl="3">
              <a:defRPr sz="1800">
                <a:solidFill>
                  <a:srgbClr val="000000"/>
                </a:solidFill>
              </a:defRPr>
            </a:pPr>
            <a:r>
              <a:rPr sz="2200">
                <a:solidFill>
                  <a:srgbClr val="404040"/>
                </a:solidFill>
              </a:rPr>
              <a:t>Nível de Corpo Quatro</a:t>
            </a:r>
          </a:p>
          <a:p>
            <a:pPr lvl="4">
              <a:defRPr sz="1800">
                <a:solidFill>
                  <a:srgbClr val="000000"/>
                </a:solidFill>
              </a:defRPr>
            </a:pPr>
            <a:r>
              <a:rPr sz="2200">
                <a:solidFill>
                  <a:srgbClr val="404040"/>
                </a:solidFill>
              </a:rPr>
              <a:t>Nível de Corpo Cinco</a:t>
            </a:r>
          </a:p>
        </p:txBody>
      </p:sp>
      <p:sp>
        <p:nvSpPr>
          <p:cNvPr id="45" name="Shape 45"/>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47" name="Shape 47"/>
          <p:cNvSpPr/>
          <p:nvPr/>
        </p:nvSpPr>
        <p:spPr>
          <a:xfrm>
            <a:off x="0" y="3866920"/>
            <a:ext cx="9144000" cy="2991085"/>
          </a:xfrm>
          <a:prstGeom prst="rect">
            <a:avLst/>
          </a:prstGeom>
          <a:gradFill>
            <a:gsLst>
              <a:gs pos="0">
                <a:srgbClr val="FFFFFF">
                  <a:alpha val="92000"/>
                </a:srgbClr>
              </a:gs>
              <a:gs pos="37000">
                <a:srgbClr val="FFFFFF">
                  <a:alpha val="77000"/>
                </a:srgbClr>
              </a:gs>
              <a:gs pos="100000">
                <a:srgbClr val="B4DCFA">
                  <a:alpha val="8000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48" name="Shape 48"/>
          <p:cNvSpPr/>
          <p:nvPr/>
        </p:nvSpPr>
        <p:spPr>
          <a:xfrm>
            <a:off x="0" y="-3"/>
            <a:ext cx="9144000" cy="3866926"/>
          </a:xfrm>
          <a:prstGeom prst="rect">
            <a:avLst/>
          </a:prstGeom>
          <a:gradFill>
            <a:gsLst>
              <a:gs pos="0">
                <a:srgbClr val="FFFFFF">
                  <a:alpha val="90000"/>
                </a:srgbClr>
              </a:gs>
              <a:gs pos="48000">
                <a:srgbClr val="FFFFFF">
                  <a:alpha val="63000"/>
                </a:srgbClr>
              </a:gs>
              <a:gs pos="100000">
                <a:srgbClr val="B4DCFA">
                  <a:alpha val="8000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49" name="Shape 49"/>
          <p:cNvSpPr/>
          <p:nvPr/>
        </p:nvSpPr>
        <p:spPr>
          <a:xfrm>
            <a:off x="0" y="2652310"/>
            <a:ext cx="9144000" cy="2286001"/>
          </a:xfrm>
          <a:prstGeom prst="rect">
            <a:avLst/>
          </a:prstGeom>
          <a:gradFill>
            <a:gsLst>
              <a:gs pos="0">
                <a:srgbClr val="FFFFFF">
                  <a:alpha val="0"/>
                </a:srgbClr>
              </a:gs>
              <a:gs pos="29000">
                <a:srgbClr val="FFFFFF">
                  <a:alpha val="30000"/>
                </a:srgbClr>
              </a:gs>
              <a:gs pos="45000">
                <a:srgbClr val="B4DCFA">
                  <a:alpha val="40000"/>
                </a:srgbClr>
              </a:gs>
              <a:gs pos="55000">
                <a:srgbClr val="FFFFFF">
                  <a:alpha val="26000"/>
                </a:srgbClr>
              </a:gs>
              <a:gs pos="64999">
                <a:srgbClr val="B4DCFA">
                  <a:alpha val="60000"/>
                </a:srgbClr>
              </a:gs>
              <a:gs pos="100000">
                <a:srgbClr val="FFFFFF">
                  <a:alpha val="0"/>
                </a:srgbClr>
              </a:gs>
            </a:gsLst>
            <a:lin ang="5400000"/>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50" name="Shape 50"/>
          <p:cNvSpPr/>
          <p:nvPr/>
        </p:nvSpPr>
        <p:spPr>
          <a:xfrm>
            <a:off x="-466" y="1599940"/>
            <a:ext cx="9143540" cy="5104884"/>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a:gsLst>
              <a:gs pos="0">
                <a:srgbClr val="FFFFFF"/>
              </a:gs>
              <a:gs pos="54000">
                <a:srgbClr val="FFFFFF">
                  <a:alpha val="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51" name="Shape 51"/>
          <p:cNvSpPr>
            <a:spLocks noGrp="1"/>
          </p:cNvSpPr>
          <p:nvPr>
            <p:ph type="body" idx="1"/>
          </p:nvPr>
        </p:nvSpPr>
        <p:spPr>
          <a:xfrm>
            <a:off x="877887" y="0"/>
            <a:ext cx="3694115" cy="3173506"/>
          </a:xfrm>
          <a:prstGeom prst="rect">
            <a:avLst/>
          </a:prstGeom>
        </p:spPr>
        <p:txBody>
          <a:bodyPr anchor="b"/>
          <a:lstStyle>
            <a:lvl1pPr marL="182879">
              <a:spcBef>
                <a:spcPts val="300"/>
              </a:spcBef>
              <a:defRPr sz="1600"/>
            </a:lvl1pPr>
            <a:lvl2pPr marL="512062" indent="-146301">
              <a:spcBef>
                <a:spcPts val="300"/>
              </a:spcBef>
              <a:defRPr sz="1600"/>
            </a:lvl2pPr>
            <a:lvl3pPr marL="802640" indent="-162559">
              <a:spcBef>
                <a:spcPts val="300"/>
              </a:spcBef>
              <a:defRPr sz="1600"/>
            </a:lvl3pPr>
            <a:lvl4pPr marL="1097280" indent="-182880">
              <a:spcBef>
                <a:spcPts val="300"/>
              </a:spcBef>
              <a:defRPr sz="1600"/>
            </a:lvl4pPr>
            <a:lvl5pPr marL="1416012" indent="-209004">
              <a:spcBef>
                <a:spcPts val="300"/>
              </a:spcBef>
              <a:defRPr sz="1600"/>
            </a:lvl5pPr>
          </a:lstStyle>
          <a:p>
            <a:pPr lvl="0">
              <a:defRPr sz="1800">
                <a:solidFill>
                  <a:srgbClr val="000000"/>
                </a:solidFill>
              </a:defRPr>
            </a:pPr>
            <a:r>
              <a:rPr sz="1600">
                <a:solidFill>
                  <a:srgbClr val="404040"/>
                </a:solidFill>
              </a:rPr>
              <a:t>Nível de Corpo Um</a:t>
            </a:r>
          </a:p>
          <a:p>
            <a:pPr lvl="1">
              <a:defRPr sz="1800">
                <a:solidFill>
                  <a:srgbClr val="000000"/>
                </a:solidFill>
              </a:defRPr>
            </a:pPr>
            <a:r>
              <a:rPr sz="1600">
                <a:solidFill>
                  <a:srgbClr val="404040"/>
                </a:solidFill>
              </a:rPr>
              <a:t>Nível de Corpo Dois</a:t>
            </a:r>
          </a:p>
          <a:p>
            <a:pPr lvl="2">
              <a:defRPr sz="1800">
                <a:solidFill>
                  <a:srgbClr val="000000"/>
                </a:solidFill>
              </a:defRPr>
            </a:pPr>
            <a:r>
              <a:rPr sz="1600">
                <a:solidFill>
                  <a:srgbClr val="404040"/>
                </a:solidFill>
              </a:rPr>
              <a:t>Nível de Corpo Três</a:t>
            </a:r>
          </a:p>
          <a:p>
            <a:pPr lvl="3">
              <a:defRPr sz="1800">
                <a:solidFill>
                  <a:srgbClr val="000000"/>
                </a:solidFill>
              </a:defRPr>
            </a:pPr>
            <a:r>
              <a:rPr sz="1600">
                <a:solidFill>
                  <a:srgbClr val="404040"/>
                </a:solidFill>
              </a:rPr>
              <a:t>Nível de Corpo Quatro</a:t>
            </a:r>
          </a:p>
          <a:p>
            <a:pPr lvl="4">
              <a:defRPr sz="1800">
                <a:solidFill>
                  <a:srgbClr val="000000"/>
                </a:solidFill>
              </a:defRPr>
            </a:pPr>
            <a:r>
              <a:rPr sz="1600">
                <a:solidFill>
                  <a:srgbClr val="404040"/>
                </a:solidFill>
              </a:rPr>
              <a:t>Nível de Corpo Cinco</a:t>
            </a:r>
          </a:p>
        </p:txBody>
      </p:sp>
      <p:sp>
        <p:nvSpPr>
          <p:cNvPr id="52" name="Shape 52"/>
          <p:cNvSpPr>
            <a:spLocks noGrp="1"/>
          </p:cNvSpPr>
          <p:nvPr>
            <p:ph type="sldNum" sz="quarter" idx="2"/>
          </p:nvPr>
        </p:nvSpPr>
        <p:spPr>
          <a:prstGeom prst="rect">
            <a:avLst/>
          </a:prstGeom>
        </p:spPr>
        <p:txBody>
          <a:bodyPr/>
          <a:lstStyle/>
          <a:p>
            <a:pPr lvl="0"/>
            <a:fld id="{86CB4B4D-7CA3-9044-876B-883B54F8677D}" type="slidenum">
              <a:t>‹nº›</a:t>
            </a:fld>
            <a:endParaRPr/>
          </a:p>
        </p:txBody>
      </p:sp>
      <p:sp>
        <p:nvSpPr>
          <p:cNvPr id="53" name="Shape 53"/>
          <p:cNvSpPr>
            <a:spLocks noGrp="1"/>
          </p:cNvSpPr>
          <p:nvPr>
            <p:ph type="title"/>
          </p:nvPr>
        </p:nvSpPr>
        <p:spPr>
          <a:xfrm>
            <a:off x="727268" y="3173502"/>
            <a:ext cx="6383538" cy="2433920"/>
          </a:xfrm>
          <a:prstGeom prst="rect">
            <a:avLst/>
          </a:prstGeom>
        </p:spPr>
        <p:txBody>
          <a:bodyPr anchor="b"/>
          <a:lstStyle/>
          <a:p>
            <a:pPr lvl="0">
              <a:defRPr sz="1800">
                <a:solidFill>
                  <a:srgbClr val="000000"/>
                </a:solidFill>
              </a:defRPr>
            </a:pPr>
            <a:r>
              <a:rPr sz="4600">
                <a:solidFill>
                  <a:srgbClr val="111423">
                    <a:alpha val="82500"/>
                  </a:srgbClr>
                </a:solidFill>
              </a:rPr>
              <a:t>Texto do Título</a:t>
            </a: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and Vertical Text">
    <p:spTree>
      <p:nvGrpSpPr>
        <p:cNvPr id="1" name=""/>
        <p:cNvGrpSpPr/>
        <p:nvPr/>
      </p:nvGrpSpPr>
      <p:grpSpPr>
        <a:xfrm>
          <a:off x="0" y="0"/>
          <a:ext cx="0" cy="0"/>
          <a:chOff x="0" y="0"/>
          <a:chExt cx="0" cy="0"/>
        </a:xfrm>
      </p:grpSpPr>
      <p:sp>
        <p:nvSpPr>
          <p:cNvPr id="55" name="Shape 55"/>
          <p:cNvSpPr>
            <a:spLocks noGrp="1"/>
          </p:cNvSpPr>
          <p:nvPr>
            <p:ph type="title"/>
          </p:nvPr>
        </p:nvSpPr>
        <p:spPr>
          <a:xfrm>
            <a:off x="1793288" y="4372168"/>
            <a:ext cx="6512512" cy="2485832"/>
          </a:xfrm>
          <a:prstGeom prst="rect">
            <a:avLst/>
          </a:prstGeom>
        </p:spPr>
        <p:txBody>
          <a:bodyPr/>
          <a:lstStyle>
            <a:lvl1pPr algn="r"/>
          </a:lstStyle>
          <a:p>
            <a:pPr lvl="0">
              <a:defRPr sz="1800">
                <a:solidFill>
                  <a:srgbClr val="000000"/>
                </a:solidFill>
              </a:defRPr>
            </a:pPr>
            <a:r>
              <a:rPr sz="4600">
                <a:solidFill>
                  <a:srgbClr val="111423">
                    <a:alpha val="82500"/>
                  </a:srgbClr>
                </a:solidFill>
              </a:rPr>
              <a:t>Texto do Título</a:t>
            </a:r>
          </a:p>
        </p:txBody>
      </p:sp>
      <p:sp>
        <p:nvSpPr>
          <p:cNvPr id="56" name="Shape 56"/>
          <p:cNvSpPr>
            <a:spLocks noGrp="1"/>
          </p:cNvSpPr>
          <p:nvPr>
            <p:ph type="body" idx="1"/>
          </p:nvPr>
        </p:nvSpPr>
        <p:spPr>
          <a:xfrm>
            <a:off x="1905000" y="731519"/>
            <a:ext cx="6400800" cy="3640650"/>
          </a:xfrm>
          <a:prstGeom prst="rect">
            <a:avLst/>
          </a:prstGeom>
        </p:spPr>
        <p:txBody>
          <a:bodyPr/>
          <a:lstStyle/>
          <a:p>
            <a:pPr lvl="0">
              <a:defRPr sz="1800">
                <a:solidFill>
                  <a:srgbClr val="000000"/>
                </a:solidFill>
              </a:defRPr>
            </a:pPr>
            <a:r>
              <a:rPr sz="2200">
                <a:solidFill>
                  <a:srgbClr val="404040"/>
                </a:solidFill>
              </a:rPr>
              <a:t>Nível de Corpo Um</a:t>
            </a:r>
          </a:p>
          <a:p>
            <a:pPr lvl="1">
              <a:defRPr sz="1800">
                <a:solidFill>
                  <a:srgbClr val="000000"/>
                </a:solidFill>
              </a:defRPr>
            </a:pPr>
            <a:r>
              <a:rPr sz="2200">
                <a:solidFill>
                  <a:srgbClr val="404040"/>
                </a:solidFill>
              </a:rPr>
              <a:t>Nível de Corpo Dois</a:t>
            </a:r>
          </a:p>
          <a:p>
            <a:pPr lvl="2">
              <a:defRPr sz="1800">
                <a:solidFill>
                  <a:srgbClr val="000000"/>
                </a:solidFill>
              </a:defRPr>
            </a:pPr>
            <a:r>
              <a:rPr sz="2200">
                <a:solidFill>
                  <a:srgbClr val="404040"/>
                </a:solidFill>
              </a:rPr>
              <a:t>Nível de Corpo Três</a:t>
            </a:r>
          </a:p>
          <a:p>
            <a:pPr lvl="3">
              <a:defRPr sz="1800">
                <a:solidFill>
                  <a:srgbClr val="000000"/>
                </a:solidFill>
              </a:defRPr>
            </a:pPr>
            <a:r>
              <a:rPr sz="2200">
                <a:solidFill>
                  <a:srgbClr val="404040"/>
                </a:solidFill>
              </a:rPr>
              <a:t>Nível de Corpo Quatro</a:t>
            </a:r>
          </a:p>
          <a:p>
            <a:pPr lvl="4">
              <a:defRPr sz="1800">
                <a:solidFill>
                  <a:srgbClr val="000000"/>
                </a:solidFill>
              </a:defRPr>
            </a:pPr>
            <a:r>
              <a:rPr sz="2200">
                <a:solidFill>
                  <a:srgbClr val="404040"/>
                </a:solidFill>
              </a:rPr>
              <a:t>Nível de Corpo Cinco</a:t>
            </a:r>
          </a:p>
        </p:txBody>
      </p:sp>
      <p:sp>
        <p:nvSpPr>
          <p:cNvPr id="57" name="Shape 57"/>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Vertical Title and Text">
    <p:spTree>
      <p:nvGrpSpPr>
        <p:cNvPr id="1" name=""/>
        <p:cNvGrpSpPr/>
        <p:nvPr/>
      </p:nvGrpSpPr>
      <p:grpSpPr>
        <a:xfrm>
          <a:off x="0" y="0"/>
          <a:ext cx="0" cy="0"/>
          <a:chOff x="0" y="0"/>
          <a:chExt cx="0" cy="0"/>
        </a:xfrm>
      </p:grpSpPr>
      <p:sp>
        <p:nvSpPr>
          <p:cNvPr id="59" name="Shape 59"/>
          <p:cNvSpPr>
            <a:spLocks noGrp="1"/>
          </p:cNvSpPr>
          <p:nvPr>
            <p:ph type="title"/>
          </p:nvPr>
        </p:nvSpPr>
        <p:spPr>
          <a:prstGeom prst="rect">
            <a:avLst/>
          </a:prstGeom>
        </p:spPr>
        <p:txBody>
          <a:bodyPr/>
          <a:lstStyle/>
          <a:p>
            <a:pPr lvl="0">
              <a:defRPr sz="1800">
                <a:solidFill>
                  <a:srgbClr val="000000"/>
                </a:solidFill>
              </a:defRPr>
            </a:pPr>
            <a:r>
              <a:rPr sz="4600">
                <a:solidFill>
                  <a:srgbClr val="111423">
                    <a:alpha val="82500"/>
                  </a:srgbClr>
                </a:solidFill>
              </a:rPr>
              <a:t>Texto do Título</a:t>
            </a:r>
          </a:p>
        </p:txBody>
      </p:sp>
      <p:sp>
        <p:nvSpPr>
          <p:cNvPr id="60" name="Shape 60"/>
          <p:cNvSpPr>
            <a:spLocks noGrp="1"/>
          </p:cNvSpPr>
          <p:nvPr>
            <p:ph type="body" idx="1"/>
          </p:nvPr>
        </p:nvSpPr>
        <p:spPr>
          <a:prstGeom prst="rect">
            <a:avLst/>
          </a:prstGeom>
        </p:spPr>
        <p:txBody>
          <a:bodyPr/>
          <a:lstStyle/>
          <a:p>
            <a:pPr lvl="0">
              <a:defRPr sz="1800">
                <a:solidFill>
                  <a:srgbClr val="000000"/>
                </a:solidFill>
              </a:defRPr>
            </a:pPr>
            <a:r>
              <a:rPr sz="2200">
                <a:solidFill>
                  <a:srgbClr val="404040"/>
                </a:solidFill>
              </a:rPr>
              <a:t>Nível de Corpo Um</a:t>
            </a:r>
          </a:p>
          <a:p>
            <a:pPr lvl="1">
              <a:defRPr sz="1800">
                <a:solidFill>
                  <a:srgbClr val="000000"/>
                </a:solidFill>
              </a:defRPr>
            </a:pPr>
            <a:r>
              <a:rPr sz="2200">
                <a:solidFill>
                  <a:srgbClr val="404040"/>
                </a:solidFill>
              </a:rPr>
              <a:t>Nível de Corpo Dois</a:t>
            </a:r>
          </a:p>
          <a:p>
            <a:pPr lvl="2">
              <a:defRPr sz="1800">
                <a:solidFill>
                  <a:srgbClr val="000000"/>
                </a:solidFill>
              </a:defRPr>
            </a:pPr>
            <a:r>
              <a:rPr sz="2200">
                <a:solidFill>
                  <a:srgbClr val="404040"/>
                </a:solidFill>
              </a:rPr>
              <a:t>Nível de Corpo Três</a:t>
            </a:r>
          </a:p>
          <a:p>
            <a:pPr lvl="3">
              <a:defRPr sz="1800">
                <a:solidFill>
                  <a:srgbClr val="000000"/>
                </a:solidFill>
              </a:defRPr>
            </a:pPr>
            <a:r>
              <a:rPr sz="2200">
                <a:solidFill>
                  <a:srgbClr val="404040"/>
                </a:solidFill>
              </a:rPr>
              <a:t>Nível de Corpo Quatro</a:t>
            </a:r>
          </a:p>
          <a:p>
            <a:pPr lvl="4">
              <a:defRPr sz="1800">
                <a:solidFill>
                  <a:srgbClr val="000000"/>
                </a:solidFill>
              </a:defRPr>
            </a:pPr>
            <a:r>
              <a:rPr sz="2200">
                <a:solidFill>
                  <a:srgbClr val="404040"/>
                </a:solidFill>
              </a:rPr>
              <a:t>Nível de Corpo Cinco</a:t>
            </a:r>
          </a:p>
        </p:txBody>
      </p:sp>
      <p:sp>
        <p:nvSpPr>
          <p:cNvPr id="61" name="Shape 61"/>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9DD5FF"/>
            </a:gs>
            <a:gs pos="60000">
              <a:srgbClr val="FFFFFF"/>
            </a:gs>
            <a:gs pos="100000">
              <a:srgbClr val="5BB9FF"/>
            </a:gs>
          </a:gsLst>
          <a:path path="circle">
            <a:fillToRect l="50000" t="50000" r="50000" b="50000"/>
          </a:path>
        </a:gradFill>
        <a:effectLst/>
      </p:bgPr>
    </p:bg>
    <p:spTree>
      <p:nvGrpSpPr>
        <p:cNvPr id="1" name=""/>
        <p:cNvGrpSpPr/>
        <p:nvPr/>
      </p:nvGrpSpPr>
      <p:grpSpPr>
        <a:xfrm>
          <a:off x="0" y="0"/>
          <a:ext cx="0" cy="0"/>
          <a:chOff x="0" y="0"/>
          <a:chExt cx="0" cy="0"/>
        </a:xfrm>
      </p:grpSpPr>
      <p:sp>
        <p:nvSpPr>
          <p:cNvPr id="2" name="Shape 2"/>
          <p:cNvSpPr/>
          <p:nvPr/>
        </p:nvSpPr>
        <p:spPr>
          <a:xfrm>
            <a:off x="0" y="5105400"/>
            <a:ext cx="9144000" cy="1752600"/>
          </a:xfrm>
          <a:prstGeom prst="rect">
            <a:avLst/>
          </a:prstGeom>
          <a:gradFill>
            <a:gsLst>
              <a:gs pos="0">
                <a:srgbClr val="FFFFFF">
                  <a:alpha val="91000"/>
                </a:srgbClr>
              </a:gs>
              <a:gs pos="37000">
                <a:srgbClr val="FFFFFF">
                  <a:alpha val="76000"/>
                </a:srgbClr>
              </a:gs>
              <a:gs pos="100000">
                <a:srgbClr val="B4DCFA">
                  <a:alpha val="7900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3" name="Shape 3"/>
          <p:cNvSpPr/>
          <p:nvPr/>
        </p:nvSpPr>
        <p:spPr>
          <a:xfrm>
            <a:off x="0" y="0"/>
            <a:ext cx="9144000" cy="5105400"/>
          </a:xfrm>
          <a:prstGeom prst="rect">
            <a:avLst/>
          </a:prstGeom>
          <a:gradFill>
            <a:gsLst>
              <a:gs pos="0">
                <a:srgbClr val="FFFFFF">
                  <a:alpha val="89000"/>
                </a:srgbClr>
              </a:gs>
              <a:gs pos="48000">
                <a:srgbClr val="FFFFFF">
                  <a:alpha val="62000"/>
                </a:srgbClr>
              </a:gs>
              <a:gs pos="100000">
                <a:srgbClr val="B4DCFA">
                  <a:alpha val="7900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4" name="Shape 4"/>
          <p:cNvSpPr/>
          <p:nvPr/>
        </p:nvSpPr>
        <p:spPr>
          <a:xfrm>
            <a:off x="0" y="3768304"/>
            <a:ext cx="9144000" cy="2286005"/>
          </a:xfrm>
          <a:prstGeom prst="rect">
            <a:avLst/>
          </a:prstGeom>
          <a:gradFill>
            <a:gsLst>
              <a:gs pos="0">
                <a:srgbClr val="FFFFFF">
                  <a:alpha val="0"/>
                </a:srgbClr>
              </a:gs>
              <a:gs pos="29000">
                <a:srgbClr val="FFFFFF">
                  <a:alpha val="30000"/>
                </a:srgbClr>
              </a:gs>
              <a:gs pos="45000">
                <a:srgbClr val="B4DCFA">
                  <a:alpha val="40000"/>
                </a:srgbClr>
              </a:gs>
              <a:gs pos="55000">
                <a:srgbClr val="FFFFFF">
                  <a:alpha val="26000"/>
                </a:srgbClr>
              </a:gs>
              <a:gs pos="64999">
                <a:srgbClr val="B4DCFA">
                  <a:alpha val="60000"/>
                </a:srgbClr>
              </a:gs>
              <a:gs pos="100000">
                <a:srgbClr val="FFFFFF">
                  <a:alpha val="0"/>
                </a:srgbClr>
              </a:gs>
            </a:gsLst>
            <a:lin ang="5400000"/>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5" name="Shape 5"/>
          <p:cNvSpPr/>
          <p:nvPr/>
        </p:nvSpPr>
        <p:spPr>
          <a:xfrm>
            <a:off x="-466" y="1599940"/>
            <a:ext cx="9143540" cy="5104884"/>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a:gsLst>
              <a:gs pos="0">
                <a:srgbClr val="FFFFFF"/>
              </a:gs>
              <a:gs pos="56000">
                <a:srgbClr val="FFFFFF">
                  <a:alpha val="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6" name="Shape 6"/>
          <p:cNvSpPr>
            <a:spLocks noGrp="1"/>
          </p:cNvSpPr>
          <p:nvPr>
            <p:ph type="title"/>
          </p:nvPr>
        </p:nvSpPr>
        <p:spPr>
          <a:xfrm>
            <a:off x="1153756" y="376515"/>
            <a:ext cx="2057402" cy="6481487"/>
          </a:xfrm>
          <a:prstGeom prst="rect">
            <a:avLst/>
          </a:prstGeom>
          <a:ln w="12700">
            <a:miter lim="400000"/>
          </a:ln>
          <a:extLst>
            <a:ext uri="{C572A759-6A51-4108-AA02-DFA0A04FC94B}">
              <ma14:wrappingTextBoxFlag xmlns:ma14="http://schemas.microsoft.com/office/mac/drawingml/2011/main" xmlns="" val="1"/>
            </a:ext>
          </a:extLst>
        </p:spPr>
        <p:txBody>
          <a:bodyPr lIns="45718" tIns="45718" rIns="45718" bIns="45718"/>
          <a:lstStyle/>
          <a:p>
            <a:pPr lvl="0">
              <a:defRPr sz="1800">
                <a:solidFill>
                  <a:srgbClr val="000000"/>
                </a:solidFill>
              </a:defRPr>
            </a:pPr>
            <a:r>
              <a:rPr sz="4600">
                <a:solidFill>
                  <a:srgbClr val="111423">
                    <a:alpha val="82500"/>
                  </a:srgbClr>
                </a:solidFill>
              </a:rPr>
              <a:t>Texto do Título</a:t>
            </a:r>
          </a:p>
        </p:txBody>
      </p:sp>
      <p:sp>
        <p:nvSpPr>
          <p:cNvPr id="7" name="Shape 7"/>
          <p:cNvSpPr>
            <a:spLocks noGrp="1"/>
          </p:cNvSpPr>
          <p:nvPr>
            <p:ph type="body" idx="1"/>
          </p:nvPr>
        </p:nvSpPr>
        <p:spPr>
          <a:xfrm>
            <a:off x="3324111" y="731519"/>
            <a:ext cx="4829289" cy="6126482"/>
          </a:xfrm>
          <a:prstGeom prst="rect">
            <a:avLst/>
          </a:prstGeom>
          <a:ln w="12700">
            <a:miter lim="400000"/>
          </a:ln>
          <a:extLst>
            <a:ext uri="{C572A759-6A51-4108-AA02-DFA0A04FC94B}">
              <ma14:wrappingTextBoxFlag xmlns:ma14="http://schemas.microsoft.com/office/mac/drawingml/2011/main" xmlns="" val="1"/>
            </a:ext>
          </a:extLst>
        </p:spPr>
        <p:txBody>
          <a:bodyPr lIns="45718" tIns="45718" rIns="45718" bIns="45718">
            <a:normAutofit/>
          </a:bodyPr>
          <a:lstStyle/>
          <a:p>
            <a:pPr lvl="0">
              <a:defRPr sz="1800">
                <a:solidFill>
                  <a:srgbClr val="000000"/>
                </a:solidFill>
              </a:defRPr>
            </a:pPr>
            <a:r>
              <a:rPr sz="2200">
                <a:solidFill>
                  <a:srgbClr val="404040"/>
                </a:solidFill>
              </a:rPr>
              <a:t>Nível de Corpo Um</a:t>
            </a:r>
          </a:p>
          <a:p>
            <a:pPr lvl="1">
              <a:defRPr sz="1800">
                <a:solidFill>
                  <a:srgbClr val="000000"/>
                </a:solidFill>
              </a:defRPr>
            </a:pPr>
            <a:r>
              <a:rPr sz="2200">
                <a:solidFill>
                  <a:srgbClr val="404040"/>
                </a:solidFill>
              </a:rPr>
              <a:t>Nível de Corpo Dois</a:t>
            </a:r>
          </a:p>
          <a:p>
            <a:pPr lvl="2">
              <a:defRPr sz="1800">
                <a:solidFill>
                  <a:srgbClr val="000000"/>
                </a:solidFill>
              </a:defRPr>
            </a:pPr>
            <a:r>
              <a:rPr sz="2200">
                <a:solidFill>
                  <a:srgbClr val="404040"/>
                </a:solidFill>
              </a:rPr>
              <a:t>Nível de Corpo Três</a:t>
            </a:r>
          </a:p>
          <a:p>
            <a:pPr lvl="3">
              <a:defRPr sz="1800">
                <a:solidFill>
                  <a:srgbClr val="000000"/>
                </a:solidFill>
              </a:defRPr>
            </a:pPr>
            <a:r>
              <a:rPr sz="2200">
                <a:solidFill>
                  <a:srgbClr val="404040"/>
                </a:solidFill>
              </a:rPr>
              <a:t>Nível de Corpo Quatro</a:t>
            </a:r>
          </a:p>
          <a:p>
            <a:pPr lvl="4">
              <a:defRPr sz="1800">
                <a:solidFill>
                  <a:srgbClr val="000000"/>
                </a:solidFill>
              </a:defRPr>
            </a:pPr>
            <a:r>
              <a:rPr sz="2200">
                <a:solidFill>
                  <a:srgbClr val="404040"/>
                </a:solidFill>
              </a:rPr>
              <a:t>Nível de Corpo Cinco</a:t>
            </a:r>
          </a:p>
        </p:txBody>
      </p:sp>
      <p:sp>
        <p:nvSpPr>
          <p:cNvPr id="8" name="Shape 8"/>
          <p:cNvSpPr>
            <a:spLocks noGrp="1"/>
          </p:cNvSpPr>
          <p:nvPr>
            <p:ph type="sldNum" sz="quarter" idx="2"/>
          </p:nvPr>
        </p:nvSpPr>
        <p:spPr>
          <a:xfrm>
            <a:off x="3810000" y="6220140"/>
            <a:ext cx="1828800" cy="269237"/>
          </a:xfrm>
          <a:prstGeom prst="rect">
            <a:avLst/>
          </a:prstGeom>
          <a:ln w="12700">
            <a:miter lim="400000"/>
          </a:ln>
        </p:spPr>
        <p:txBody>
          <a:bodyPr lIns="45718" tIns="45718" rIns="45718" bIns="45718" anchor="ctr">
            <a:spAutoFit/>
          </a:bodyPr>
          <a:lstStyle>
            <a:lvl1pPr algn="ctr">
              <a:defRPr sz="1200">
                <a:solidFill>
                  <a:srgbClr val="808080"/>
                </a:solidFill>
                <a:latin typeface="Trebuchet MS Bold"/>
                <a:ea typeface="Trebuchet MS Bold"/>
                <a:cs typeface="Trebuchet MS Bold"/>
                <a:sym typeface="Trebuchet MS Bold"/>
              </a:defRPr>
            </a:lvl1pPr>
          </a:lstStyle>
          <a:p>
            <a:pPr lvl="0"/>
            <a:fld id="{86CB4B4D-7CA3-9044-876B-883B54F8677D}" type="slidenum">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320040" indent="-320040">
        <a:buClr>
          <a:srgbClr val="C3260C"/>
        </a:buClr>
        <a:buSzPct val="128000"/>
        <a:buFont typeface="Georgia"/>
        <a:buChar char="*"/>
        <a:defRPr sz="4600">
          <a:solidFill>
            <a:srgbClr val="111423">
              <a:alpha val="82500"/>
            </a:srgbClr>
          </a:solidFill>
          <a:latin typeface="Trebuchet MS Bold"/>
          <a:ea typeface="Trebuchet MS Bold"/>
          <a:cs typeface="Trebuchet MS Bold"/>
          <a:sym typeface="Trebuchet MS Bold"/>
        </a:defRPr>
      </a:lvl1pPr>
      <a:lvl2pPr>
        <a:buClr>
          <a:srgbClr val="C3260C"/>
        </a:buClr>
        <a:buFont typeface="Georgia"/>
        <a:defRPr sz="4600">
          <a:solidFill>
            <a:srgbClr val="111423">
              <a:alpha val="82500"/>
            </a:srgbClr>
          </a:solidFill>
          <a:latin typeface="Trebuchet MS Bold"/>
          <a:ea typeface="Trebuchet MS Bold"/>
          <a:cs typeface="Trebuchet MS Bold"/>
          <a:sym typeface="Trebuchet MS Bold"/>
        </a:defRPr>
      </a:lvl2pPr>
      <a:lvl3pPr>
        <a:buClr>
          <a:srgbClr val="C3260C"/>
        </a:buClr>
        <a:buFont typeface="Georgia"/>
        <a:defRPr sz="4600">
          <a:solidFill>
            <a:srgbClr val="111423">
              <a:alpha val="82500"/>
            </a:srgbClr>
          </a:solidFill>
          <a:latin typeface="Trebuchet MS Bold"/>
          <a:ea typeface="Trebuchet MS Bold"/>
          <a:cs typeface="Trebuchet MS Bold"/>
          <a:sym typeface="Trebuchet MS Bold"/>
        </a:defRPr>
      </a:lvl3pPr>
      <a:lvl4pPr>
        <a:buClr>
          <a:srgbClr val="C3260C"/>
        </a:buClr>
        <a:buFont typeface="Georgia"/>
        <a:defRPr sz="4600">
          <a:solidFill>
            <a:srgbClr val="111423">
              <a:alpha val="82500"/>
            </a:srgbClr>
          </a:solidFill>
          <a:latin typeface="Trebuchet MS Bold"/>
          <a:ea typeface="Trebuchet MS Bold"/>
          <a:cs typeface="Trebuchet MS Bold"/>
          <a:sym typeface="Trebuchet MS Bold"/>
        </a:defRPr>
      </a:lvl4pPr>
      <a:lvl5pPr>
        <a:buClr>
          <a:srgbClr val="C3260C"/>
        </a:buClr>
        <a:buFont typeface="Georgia"/>
        <a:defRPr sz="4600">
          <a:solidFill>
            <a:srgbClr val="111423">
              <a:alpha val="82500"/>
            </a:srgbClr>
          </a:solidFill>
          <a:latin typeface="Trebuchet MS Bold"/>
          <a:ea typeface="Trebuchet MS Bold"/>
          <a:cs typeface="Trebuchet MS Bold"/>
          <a:sym typeface="Trebuchet MS Bold"/>
        </a:defRPr>
      </a:lvl5pPr>
      <a:lvl6pPr>
        <a:buClr>
          <a:srgbClr val="C3260C"/>
        </a:buClr>
        <a:buFont typeface="Georgia"/>
        <a:defRPr sz="4600">
          <a:solidFill>
            <a:srgbClr val="111423">
              <a:alpha val="82500"/>
            </a:srgbClr>
          </a:solidFill>
          <a:latin typeface="Trebuchet MS Bold"/>
          <a:ea typeface="Trebuchet MS Bold"/>
          <a:cs typeface="Trebuchet MS Bold"/>
          <a:sym typeface="Trebuchet MS Bold"/>
        </a:defRPr>
      </a:lvl6pPr>
      <a:lvl7pPr>
        <a:buClr>
          <a:srgbClr val="C3260C"/>
        </a:buClr>
        <a:buFont typeface="Georgia"/>
        <a:defRPr sz="4600">
          <a:solidFill>
            <a:srgbClr val="111423">
              <a:alpha val="82500"/>
            </a:srgbClr>
          </a:solidFill>
          <a:latin typeface="Trebuchet MS Bold"/>
          <a:ea typeface="Trebuchet MS Bold"/>
          <a:cs typeface="Trebuchet MS Bold"/>
          <a:sym typeface="Trebuchet MS Bold"/>
        </a:defRPr>
      </a:lvl7pPr>
      <a:lvl8pPr>
        <a:buClr>
          <a:srgbClr val="C3260C"/>
        </a:buClr>
        <a:buFont typeface="Georgia"/>
        <a:defRPr sz="4600">
          <a:solidFill>
            <a:srgbClr val="111423">
              <a:alpha val="82500"/>
            </a:srgbClr>
          </a:solidFill>
          <a:latin typeface="Trebuchet MS Bold"/>
          <a:ea typeface="Trebuchet MS Bold"/>
          <a:cs typeface="Trebuchet MS Bold"/>
          <a:sym typeface="Trebuchet MS Bold"/>
        </a:defRPr>
      </a:lvl8pPr>
      <a:lvl9pPr>
        <a:buClr>
          <a:srgbClr val="C3260C"/>
        </a:buClr>
        <a:buFont typeface="Georgia"/>
        <a:defRPr sz="4600">
          <a:solidFill>
            <a:srgbClr val="111423">
              <a:alpha val="82500"/>
            </a:srgbClr>
          </a:solidFill>
          <a:latin typeface="Trebuchet MS Bold"/>
          <a:ea typeface="Trebuchet MS Bold"/>
          <a:cs typeface="Trebuchet MS Bold"/>
          <a:sym typeface="Trebuchet MS Bold"/>
        </a:defRPr>
      </a:lvl9pPr>
    </p:titleStyle>
    <p:bodyStyle>
      <a:lvl1pPr marL="228600" indent="-182879">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1pPr>
      <a:lvl2pPr marL="566927" indent="-201166">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2pPr>
      <a:lvl3pPr marL="863600" indent="-223519">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3pPr>
      <a:lvl4pPr marL="1165860" indent="-251460">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4pPr>
      <a:lvl5pPr marL="1494389" indent="-287381">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5pPr>
      <a:lvl6pPr marL="1768710" indent="-287381">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6pPr>
      <a:lvl7pPr marL="2070461" indent="-287382">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7pPr>
      <a:lvl8pPr marL="2390500" indent="-287382">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8pPr>
      <a:lvl9pPr marL="2692254" indent="-287382">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9pPr>
    </p:bodyStyle>
    <p:otherStyle>
      <a:lvl1pPr algn="ctr">
        <a:defRPr sz="1200">
          <a:solidFill>
            <a:schemeClr val="tx1"/>
          </a:solidFill>
          <a:latin typeface="+mn-lt"/>
          <a:ea typeface="+mn-ea"/>
          <a:cs typeface="+mn-cs"/>
          <a:sym typeface="Trebuchet MS Bold"/>
        </a:defRPr>
      </a:lvl1pPr>
      <a:lvl2pPr algn="ctr">
        <a:defRPr sz="1200">
          <a:solidFill>
            <a:schemeClr val="tx1"/>
          </a:solidFill>
          <a:latin typeface="+mn-lt"/>
          <a:ea typeface="+mn-ea"/>
          <a:cs typeface="+mn-cs"/>
          <a:sym typeface="Trebuchet MS Bold"/>
        </a:defRPr>
      </a:lvl2pPr>
      <a:lvl3pPr algn="ctr">
        <a:defRPr sz="1200">
          <a:solidFill>
            <a:schemeClr val="tx1"/>
          </a:solidFill>
          <a:latin typeface="+mn-lt"/>
          <a:ea typeface="+mn-ea"/>
          <a:cs typeface="+mn-cs"/>
          <a:sym typeface="Trebuchet MS Bold"/>
        </a:defRPr>
      </a:lvl3pPr>
      <a:lvl4pPr algn="ctr">
        <a:defRPr sz="1200">
          <a:solidFill>
            <a:schemeClr val="tx1"/>
          </a:solidFill>
          <a:latin typeface="+mn-lt"/>
          <a:ea typeface="+mn-ea"/>
          <a:cs typeface="+mn-cs"/>
          <a:sym typeface="Trebuchet MS Bold"/>
        </a:defRPr>
      </a:lvl4pPr>
      <a:lvl5pPr algn="ctr">
        <a:defRPr sz="1200">
          <a:solidFill>
            <a:schemeClr val="tx1"/>
          </a:solidFill>
          <a:latin typeface="+mn-lt"/>
          <a:ea typeface="+mn-ea"/>
          <a:cs typeface="+mn-cs"/>
          <a:sym typeface="Trebuchet MS Bold"/>
        </a:defRPr>
      </a:lvl5pPr>
      <a:lvl6pPr algn="ctr">
        <a:defRPr sz="1200">
          <a:solidFill>
            <a:schemeClr val="tx1"/>
          </a:solidFill>
          <a:latin typeface="+mn-lt"/>
          <a:ea typeface="+mn-ea"/>
          <a:cs typeface="+mn-cs"/>
          <a:sym typeface="Trebuchet MS Bold"/>
        </a:defRPr>
      </a:lvl6pPr>
      <a:lvl7pPr algn="ctr">
        <a:defRPr sz="1200">
          <a:solidFill>
            <a:schemeClr val="tx1"/>
          </a:solidFill>
          <a:latin typeface="+mn-lt"/>
          <a:ea typeface="+mn-ea"/>
          <a:cs typeface="+mn-cs"/>
          <a:sym typeface="Trebuchet MS Bold"/>
        </a:defRPr>
      </a:lvl7pPr>
      <a:lvl8pPr algn="ctr">
        <a:defRPr sz="1200">
          <a:solidFill>
            <a:schemeClr val="tx1"/>
          </a:solidFill>
          <a:latin typeface="+mn-lt"/>
          <a:ea typeface="+mn-ea"/>
          <a:cs typeface="+mn-cs"/>
          <a:sym typeface="Trebuchet MS Bold"/>
        </a:defRPr>
      </a:lvl8pPr>
      <a:lvl9pPr algn="ctr">
        <a:defRPr sz="1200">
          <a:solidFill>
            <a:schemeClr val="tx1"/>
          </a:solidFill>
          <a:latin typeface="+mn-lt"/>
          <a:ea typeface="+mn-ea"/>
          <a:cs typeface="+mn-cs"/>
          <a:sym typeface="Trebuchet MS Bold"/>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Shape 65"/>
          <p:cNvSpPr>
            <a:spLocks noGrp="1"/>
          </p:cNvSpPr>
          <p:nvPr>
            <p:ph type="body" idx="1"/>
          </p:nvPr>
        </p:nvSpPr>
        <p:spPr>
          <a:xfrm>
            <a:off x="1473793" y="5052545"/>
            <a:ext cx="5637013" cy="882121"/>
          </a:xfrm>
          <a:prstGeom prst="rect">
            <a:avLst/>
          </a:prstGeom>
        </p:spPr>
        <p:txBody>
          <a:bodyPr/>
          <a:lstStyle/>
          <a:p>
            <a:pPr lvl="0">
              <a:defRPr sz="1800">
                <a:solidFill>
                  <a:srgbClr val="000000"/>
                </a:solidFill>
              </a:defRPr>
            </a:pPr>
            <a:r>
              <a:rPr sz="2200">
                <a:solidFill>
                  <a:srgbClr val="212745"/>
                </a:solidFill>
              </a:rPr>
              <a:t>ROTEIRO PARA O PROCESSAMENTO EM BATCH DO FATURAMENTO NO MAINFRAME</a:t>
            </a:r>
          </a:p>
        </p:txBody>
      </p:sp>
      <p:sp>
        <p:nvSpPr>
          <p:cNvPr id="66" name="Shape 66"/>
          <p:cNvSpPr>
            <a:spLocks noGrp="1"/>
          </p:cNvSpPr>
          <p:nvPr>
            <p:ph type="title"/>
          </p:nvPr>
        </p:nvSpPr>
        <p:spPr>
          <a:xfrm>
            <a:off x="817580" y="3132290"/>
            <a:ext cx="7175353" cy="1793165"/>
          </a:xfrm>
          <a:prstGeom prst="rect">
            <a:avLst/>
          </a:prstGeom>
        </p:spPr>
        <p:txBody>
          <a:bodyPr lIns="0" tIns="0" rIns="0" bIns="0">
            <a:normAutofit/>
          </a:bodyPr>
          <a:lstStyle>
            <a:lvl1pPr marL="0" indent="0">
              <a:buSzTx/>
              <a:buNone/>
            </a:lvl1pPr>
          </a:lstStyle>
          <a:p>
            <a:pPr lvl="0">
              <a:defRPr sz="1800">
                <a:solidFill>
                  <a:srgbClr val="000000"/>
                </a:solidFill>
              </a:defRPr>
            </a:pPr>
            <a:r>
              <a:rPr sz="5400">
                <a:solidFill>
                  <a:srgbClr val="111423">
                    <a:alpha val="82500"/>
                  </a:srgbClr>
                </a:solidFill>
              </a:rPr>
              <a:t>SCHEDULAGEM</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Shape 68"/>
          <p:cNvSpPr>
            <a:spLocks noGrp="1"/>
          </p:cNvSpPr>
          <p:nvPr>
            <p:ph type="body" idx="1"/>
          </p:nvPr>
        </p:nvSpPr>
        <p:spPr>
          <a:xfrm>
            <a:off x="441819" y="1161397"/>
            <a:ext cx="8038901" cy="4981088"/>
          </a:xfrm>
          <a:prstGeom prst="rect">
            <a:avLst/>
          </a:prstGeom>
        </p:spPr>
        <p:txBody>
          <a:bodyPr/>
          <a:lstStyle/>
          <a:p>
            <a:pPr lvl="0">
              <a:defRPr sz="1800">
                <a:solidFill>
                  <a:srgbClr val="000000"/>
                </a:solidFill>
              </a:defRPr>
            </a:pPr>
            <a:r>
              <a:rPr lang="pt-BR" sz="2000" dirty="0">
                <a:solidFill>
                  <a:srgbClr val="212745"/>
                </a:solidFill>
              </a:rPr>
              <a:t> VCS ESTARÃO PRATICAMENTE COM O </a:t>
            </a:r>
            <a:r>
              <a:rPr lang="pt-BR" sz="2000" dirty="0"/>
              <a:t>ROTEIRO</a:t>
            </a:r>
            <a:r>
              <a:rPr lang="pt-BR" sz="2000" dirty="0">
                <a:solidFill>
                  <a:srgbClr val="212745"/>
                </a:solidFill>
              </a:rPr>
              <a:t> DO FATURAMENTO, TENDO SEU INICIO NO DEPARTAMENTO DE VENDAS.</a:t>
            </a:r>
            <a:endParaRPr lang="pt-BR" sz="2000" dirty="0"/>
          </a:p>
          <a:p>
            <a:pPr lvl="0">
              <a:defRPr sz="1800">
                <a:solidFill>
                  <a:srgbClr val="000000"/>
                </a:solidFill>
              </a:defRPr>
            </a:pPr>
            <a:endParaRPr sz="2000" dirty="0"/>
          </a:p>
          <a:p>
            <a:pPr lvl="0">
              <a:defRPr sz="1800">
                <a:solidFill>
                  <a:srgbClr val="000000"/>
                </a:solidFill>
              </a:defRPr>
            </a:pPr>
            <a:r>
              <a:rPr sz="2000" dirty="0">
                <a:solidFill>
                  <a:srgbClr val="212745"/>
                </a:solidFill>
              </a:rPr>
              <a:t>VCS PODEM INICIAR O FLUXO POR OUTRO DEPARTAMENTO QUALQUER, PRODUÇÃO, COMPRAS, LOGISTICA, ETC., MAS A SEQÜÊNCIA EM QUE SE PROCESSA O FATURAMENTO DIARIO NO MAINFRAME NORMALMENTE EH A QUE SERA APRESENTADA EM SEGUIDA.</a:t>
            </a:r>
            <a:endParaRPr sz="2000" dirty="0"/>
          </a:p>
          <a:p>
            <a:pPr lvl="0">
              <a:defRPr sz="1800">
                <a:solidFill>
                  <a:srgbClr val="000000"/>
                </a:solidFill>
              </a:defRPr>
            </a:pPr>
            <a:endParaRPr sz="2000" dirty="0"/>
          </a:p>
          <a:p>
            <a:pPr lvl="0">
              <a:defRPr sz="1800">
                <a:solidFill>
                  <a:srgbClr val="000000"/>
                </a:solidFill>
              </a:defRPr>
            </a:pPr>
            <a:r>
              <a:rPr sz="2000" dirty="0">
                <a:solidFill>
                  <a:srgbClr val="212745"/>
                </a:solidFill>
              </a:rPr>
              <a:t>ESSA SEQÜÊNCIA OU O QUE CHAMAMOS DE SCHEDULAGEM NAO PODE SER ALTERADA SEM AUTORIZAÇÃO DE PESSOAS RESPONSÁVEIS PELO FATURAMENTO, POIS QUALQUER ALTERAÇÃO PODERA OCASIONAR ERROS E CONSEQUENTEMENTE PAU NO FATURAMENTO.</a:t>
            </a:r>
          </a:p>
        </p:txBody>
      </p:sp>
      <p:sp>
        <p:nvSpPr>
          <p:cNvPr id="69" name="Shape 69"/>
          <p:cNvSpPr>
            <a:spLocks noGrp="1"/>
          </p:cNvSpPr>
          <p:nvPr>
            <p:ph type="sldNum" sz="quarter" idx="2"/>
          </p:nvPr>
        </p:nvSpPr>
        <p:spPr>
          <a:xfrm>
            <a:off x="3810000" y="6220140"/>
            <a:ext cx="1828800" cy="269238"/>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16"/>
            </a:lvl1pPr>
          </a:lstStyle>
          <a:p>
            <a:pPr lvl="0">
              <a:defRPr sz="1800">
                <a:solidFill>
                  <a:srgbClr val="000000"/>
                </a:solidFill>
              </a:defRPr>
            </a:pPr>
            <a:fld id="{86CB4B4D-7CA3-9044-876B-883B54F8677D}" type="slidenum">
              <a:rPr sz="1116">
                <a:solidFill>
                  <a:srgbClr val="808080"/>
                </a:solidFill>
              </a:rPr>
              <a:t>2</a:t>
            </a:fld>
            <a:endParaRPr sz="1116">
              <a:solidFill>
                <a:srgbClr val="808080"/>
              </a:solidFill>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Shape 72"/>
          <p:cNvSpPr>
            <a:spLocks noGrp="1"/>
          </p:cNvSpPr>
          <p:nvPr>
            <p:ph type="body" idx="1"/>
          </p:nvPr>
        </p:nvSpPr>
        <p:spPr>
          <a:xfrm>
            <a:off x="172450" y="0"/>
            <a:ext cx="8971554" cy="6726681"/>
          </a:xfrm>
          <a:prstGeom prst="rect">
            <a:avLst/>
          </a:prstGeom>
        </p:spPr>
        <p:txBody>
          <a:bodyPr/>
          <a:lstStyle/>
          <a:p>
            <a:pPr marL="0" lvl="0" indent="0">
              <a:buSzTx/>
              <a:buNone/>
              <a:defRPr sz="1800">
                <a:solidFill>
                  <a:srgbClr val="000000"/>
                </a:solidFill>
              </a:defRPr>
            </a:pPr>
            <a:endParaRPr/>
          </a:p>
          <a:p>
            <a:pPr lvl="0">
              <a:defRPr sz="1800">
                <a:solidFill>
                  <a:srgbClr val="000000"/>
                </a:solidFill>
              </a:defRPr>
            </a:pPr>
            <a:endParaRPr/>
          </a:p>
          <a:p>
            <a:pPr marL="1065967" lvl="0" indent="-1020248">
              <a:buFontTx/>
              <a:buAutoNum type="arabicPeriod"/>
              <a:defRPr sz="1800">
                <a:solidFill>
                  <a:srgbClr val="000000"/>
                </a:solidFill>
              </a:defRPr>
            </a:pPr>
            <a:r>
              <a:rPr sz="2200">
                <a:solidFill>
                  <a:srgbClr val="404040"/>
                </a:solidFill>
              </a:rPr>
              <a:t>PASSO</a:t>
            </a:r>
          </a:p>
          <a:p>
            <a:pPr marL="0" lvl="0" indent="45718">
              <a:buSzTx/>
              <a:buNone/>
              <a:defRPr sz="1800">
                <a:solidFill>
                  <a:srgbClr val="000000"/>
                </a:solidFill>
              </a:defRPr>
            </a:pPr>
            <a:r>
              <a:rPr sz="2200">
                <a:solidFill>
                  <a:srgbClr val="404040"/>
                </a:solidFill>
              </a:rPr>
              <a:t> CONSISTENCIA DO PEDIDO DE VENDAS EMITIDO PELO VENDEDOR</a:t>
            </a:r>
          </a:p>
          <a:p>
            <a:pPr marL="0" lvl="2" indent="640080">
              <a:spcBef>
                <a:spcPts val="400"/>
              </a:spcBef>
              <a:buSzTx/>
              <a:buNone/>
              <a:defRPr sz="1800">
                <a:solidFill>
                  <a:srgbClr val="000000"/>
                </a:solidFill>
              </a:defRPr>
            </a:pPr>
            <a:r>
              <a:rPr>
                <a:solidFill>
                  <a:srgbClr val="404040"/>
                </a:solidFill>
              </a:rPr>
              <a:t>CASO O VENDEDOR POSSUA UM NOTE BOOK, UM TABLETE, ETC. O PEDIDO SERA TRANSMITIDO ON-LINE E JA COM UMA PRE CONSISTENCIA EFETUADA.(CELULAR)</a:t>
            </a:r>
          </a:p>
          <a:p>
            <a:pPr marL="0" lvl="2" indent="640080">
              <a:spcBef>
                <a:spcPts val="400"/>
              </a:spcBef>
              <a:buSzTx/>
              <a:buNone/>
              <a:defRPr sz="1800">
                <a:solidFill>
                  <a:srgbClr val="000000"/>
                </a:solidFill>
              </a:defRPr>
            </a:pPr>
            <a:r>
              <a:rPr>
                <a:solidFill>
                  <a:srgbClr val="404040"/>
                </a:solidFill>
              </a:rPr>
              <a:t>DEVE SER CONSISTIDO : NOME DO CLIENTE, ENDEREÇO DE ENTREGA, RAZAO SOCIAL, HORARIO DE ENTREGA, DATA DE ENTREGA E POSSÍVEIS OBSERVAÇÕES IMPORTANTES PARA O CADASTRO DE CLIENTES FORNECIDAS PELO VENDEDOR.</a:t>
            </a:r>
          </a:p>
          <a:p>
            <a:pPr marL="0" lvl="2" indent="640080">
              <a:spcBef>
                <a:spcPts val="400"/>
              </a:spcBef>
              <a:buSzTx/>
              <a:buNone/>
              <a:defRPr sz="1800">
                <a:solidFill>
                  <a:srgbClr val="000000"/>
                </a:solidFill>
              </a:defRPr>
            </a:pPr>
            <a:r>
              <a:rPr>
                <a:solidFill>
                  <a:srgbClr val="404040"/>
                </a:solidFill>
              </a:rPr>
              <a:t>SE O PEDIDO FOR ENTREGUE EM PAPEL, APOS A DIGITAÇÃO, TODAS ESSAS INFORMAÇÕES DEVERÃO SER CHECADAS ANTES DE SE COLOCAR O PEDIDO NO ARQUIVO DE PEDIDOS GERAL NAO HA UM ARQUIVO PARA CADA VENDEDOR E A IDENTIFICAÇÃO DO MESMO TAMBEM TEM QUE SER CHECADA.</a:t>
            </a:r>
          </a:p>
          <a:p>
            <a:pPr marL="0" lvl="0" indent="45718">
              <a:buSzTx/>
              <a:buNone/>
              <a:defRPr sz="1800">
                <a:solidFill>
                  <a:srgbClr val="000000"/>
                </a:solidFill>
              </a:defRPr>
            </a:pPr>
            <a:r>
              <a:rPr sz="2200">
                <a:solidFill>
                  <a:srgbClr val="404040"/>
                </a:solidFill>
              </a:rPr>
              <a:t>TODOS OS PEDIDOS DEVERÃO SER ENVIADOS ATE AS 17,00H, POR EXEMPLO, PARA ENTRAREM NO FATURAMENTO DO DIA.</a:t>
            </a:r>
          </a:p>
          <a:p>
            <a:pPr marL="0" lvl="2" indent="640080">
              <a:spcBef>
                <a:spcPts val="400"/>
              </a:spcBef>
              <a:buSzTx/>
              <a:buNone/>
              <a:defRPr sz="1800">
                <a:solidFill>
                  <a:srgbClr val="000000"/>
                </a:solidFill>
              </a:defRPr>
            </a:pPr>
            <a:r>
              <a:rPr>
                <a:solidFill>
                  <a:srgbClr val="404040"/>
                </a:solidFill>
              </a:rPr>
              <a:t>OS PEDIDOS TRANSMITIDOS APOS ESSE HORÁRIO SERAO RODADOS NO FATURAMENTO DO DIA SEGUINTE, JUNTO COM OS NOVOS PEDIDOS DO DIA.</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Shape 74"/>
          <p:cNvSpPr>
            <a:spLocks noGrp="1"/>
          </p:cNvSpPr>
          <p:nvPr>
            <p:ph type="body" idx="1"/>
          </p:nvPr>
        </p:nvSpPr>
        <p:spPr>
          <a:xfrm>
            <a:off x="172450" y="700632"/>
            <a:ext cx="8971554" cy="6026050"/>
          </a:xfrm>
          <a:prstGeom prst="rect">
            <a:avLst/>
          </a:prstGeom>
        </p:spPr>
        <p:txBody>
          <a:bodyPr/>
          <a:lstStyle/>
          <a:p>
            <a:pPr marL="0" lvl="0" indent="45718">
              <a:buSzTx/>
              <a:buNone/>
              <a:defRPr sz="1800">
                <a:solidFill>
                  <a:srgbClr val="000000"/>
                </a:solidFill>
              </a:defRPr>
            </a:pPr>
            <a:r>
              <a:rPr sz="2200">
                <a:solidFill>
                  <a:srgbClr val="404040"/>
                </a:solidFill>
              </a:rPr>
              <a:t> – FECHADO O ARQUIVO DO DIA, SERA FEITA UMA NOVA CONSISTENCIA CONTRA O ARQUIVO DE CLIENTES, VERIFICANDO-SE ALGUMAS INCLUSÕES DE DADOS OU ELIMINAÇÃO DOS MESMOS.</a:t>
            </a:r>
          </a:p>
          <a:p>
            <a:pPr marL="644495" lvl="1" indent="-278734">
              <a:spcBef>
                <a:spcPts val="400"/>
              </a:spcBef>
              <a:buFontTx/>
              <a:buChar char="•"/>
              <a:defRPr sz="1800">
                <a:solidFill>
                  <a:srgbClr val="000000"/>
                </a:solidFill>
              </a:defRPr>
            </a:pPr>
            <a:r>
              <a:rPr sz="2000">
                <a:solidFill>
                  <a:srgbClr val="404040"/>
                </a:solidFill>
              </a:rPr>
              <a:t>VENDEDOR FICA RESPONSÁVEL PELAS INFORMAÇÕES QUE FORNECE E PELAS ALTERAÇÕES ACONTECIDAS NO CADASTRO DE CLIENTES. ESSA RESPONSABILIDADE FEZ COM QUE OS VENDEDORES TIVESSEM MUITO MAIS CUIDADO COM O PREENCHIMENTO DOS PEDIDOS. SE ELE FORNECER DADOS INCORRETOS, ALEM DE SAIR PREJUDICADO PERDENDO A VENDA, AINDA TERA QUE RESPONDER A GERENCIA DE VENDAS PELOS PREJUÍZOS CAUSADOS, PODENDO PERDER SEUS BONUS OU GRATIFICAÇÕES.</a:t>
            </a:r>
            <a:endParaRPr sz="2000"/>
          </a:p>
          <a:p>
            <a:pPr marL="0" lvl="0" indent="45718">
              <a:buSzTx/>
              <a:buNone/>
              <a:defRPr sz="1800">
                <a:solidFill>
                  <a:srgbClr val="000000"/>
                </a:solidFill>
              </a:defRPr>
            </a:pPr>
            <a:r>
              <a:rPr sz="2200">
                <a:solidFill>
                  <a:srgbClr val="404040"/>
                </a:solidFill>
              </a:rPr>
              <a:t>2 – PASSO</a:t>
            </a:r>
          </a:p>
          <a:p>
            <a:pPr marL="0" lvl="0" indent="45718">
              <a:buSzTx/>
              <a:buNone/>
              <a:defRPr sz="1800">
                <a:solidFill>
                  <a:srgbClr val="000000"/>
                </a:solidFill>
              </a:defRPr>
            </a:pPr>
            <a:r>
              <a:rPr sz="2200">
                <a:solidFill>
                  <a:srgbClr val="404040"/>
                </a:solidFill>
              </a:rPr>
              <a:t>	VERIFICAÇÃO PEDIDOS CONTRA O CONTAS A RECEBER.</a:t>
            </a:r>
          </a:p>
          <a:p>
            <a:pPr marL="0" lvl="1" indent="365758">
              <a:spcBef>
                <a:spcPts val="400"/>
              </a:spcBef>
              <a:buSzTx/>
              <a:buNone/>
              <a:defRPr sz="1800">
                <a:solidFill>
                  <a:srgbClr val="000000"/>
                </a:solidFill>
              </a:defRPr>
            </a:pPr>
            <a:r>
              <a:rPr sz="2000">
                <a:solidFill>
                  <a:srgbClr val="404040"/>
                </a:solidFill>
              </a:rPr>
              <a:t>HA A NECESSIDADE DE SE SABER SE EXISTEM PENDENCIAS DE CREDITO, OU SEJA, SE EXISTEM PEDIDOS QUE ESTAO PENDENTES POR FALTA DE PAGAMENTO DAQUELE CLIENTE. SE EXISTIREM SERA MAIS UM PEDIDO QUE IRA FICAR NO PENDENTE, ATE QUE O CLIENTE PAGUE O QUE DEVE.</a:t>
            </a:r>
            <a:endParaRPr sz="2000"/>
          </a:p>
          <a:p>
            <a:pPr marL="0" lvl="1" indent="365758">
              <a:spcBef>
                <a:spcPts val="400"/>
              </a:spcBef>
              <a:buSzTx/>
              <a:buNone/>
              <a:defRPr sz="1800">
                <a:solidFill>
                  <a:srgbClr val="000000"/>
                </a:solidFill>
              </a:defRPr>
            </a:pPr>
            <a:r>
              <a:rPr sz="2000">
                <a:solidFill>
                  <a:srgbClr val="404040"/>
                </a:solidFill>
              </a:rPr>
              <a:t>	</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hape 76"/>
          <p:cNvSpPr>
            <a:spLocks noGrp="1"/>
          </p:cNvSpPr>
          <p:nvPr>
            <p:ph type="body" idx="1"/>
          </p:nvPr>
        </p:nvSpPr>
        <p:spPr>
          <a:xfrm>
            <a:off x="597495" y="1191745"/>
            <a:ext cx="8253811" cy="5105271"/>
          </a:xfrm>
          <a:prstGeom prst="rect">
            <a:avLst/>
          </a:prstGeom>
        </p:spPr>
        <p:txBody>
          <a:bodyPr/>
          <a:lstStyle/>
          <a:p>
            <a:pPr lvl="0" defTabSz="795527">
              <a:spcBef>
                <a:spcPts val="400"/>
              </a:spcBef>
              <a:defRPr sz="1800">
                <a:solidFill>
                  <a:srgbClr val="000000"/>
                </a:solidFill>
              </a:defRPr>
            </a:pPr>
            <a:r>
              <a:rPr sz="2100">
                <a:solidFill>
                  <a:srgbClr val="212745"/>
                </a:solidFill>
              </a:rPr>
              <a:t>MESMO QUE A TRANSMISSÃO SEJA ON-LINE, O PEDIDO PODERA FICAR NO PENDENTE OU SER CORRIGIDO PELO DEPTO. DE VENDAS, FICANDO NUM ARQUIVO QUE SOMENTE  SERA LIBERADO POR ESSE DEPTO.</a:t>
            </a:r>
            <a:endParaRPr sz="2100"/>
          </a:p>
          <a:p>
            <a:pPr lvl="0" defTabSz="795527">
              <a:spcBef>
                <a:spcPts val="400"/>
              </a:spcBef>
              <a:defRPr sz="1800">
                <a:solidFill>
                  <a:srgbClr val="000000"/>
                </a:solidFill>
              </a:defRPr>
            </a:pPr>
            <a:endParaRPr sz="2100"/>
          </a:p>
          <a:p>
            <a:pPr lvl="0" defTabSz="795527">
              <a:spcBef>
                <a:spcPts val="400"/>
              </a:spcBef>
              <a:defRPr sz="1800">
                <a:solidFill>
                  <a:srgbClr val="000000"/>
                </a:solidFill>
              </a:defRPr>
            </a:pPr>
            <a:r>
              <a:rPr sz="2100">
                <a:solidFill>
                  <a:srgbClr val="212745"/>
                </a:solidFill>
              </a:rPr>
              <a:t>O VENDEDOR PODE TER COLOCADO NO ENDEREÇO UM NUMERO OU LOCAL DIFERENTE DO CADASTRO. COMO O CLIENTE PODE TER VARIOS ENDEREÇOS E A RESPONSABILIDADE PELO CADASTRO EH DE VENDAS, SOMENTE VENDAS PODE ALTERAR ALGO NESSE CADASTRO. APOS A TRANSMISSÃO DO PEDIDO, O VENDEDOR NAO PODERA MAIS ALTERA-LO.</a:t>
            </a:r>
          </a:p>
        </p:txBody>
      </p:sp>
      <p:sp>
        <p:nvSpPr>
          <p:cNvPr id="77" name="Shape 77"/>
          <p:cNvSpPr>
            <a:spLocks noGrp="1"/>
          </p:cNvSpPr>
          <p:nvPr>
            <p:ph type="sldNum" sz="quarter" idx="2"/>
          </p:nvPr>
        </p:nvSpPr>
        <p:spPr>
          <a:xfrm>
            <a:off x="3810000" y="6220140"/>
            <a:ext cx="1828800" cy="269242"/>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5</a:t>
            </a:fld>
            <a:endParaRPr sz="1100">
              <a:solidFill>
                <a:srgbClr val="808080"/>
              </a:solidFill>
            </a:endParaRPr>
          </a:p>
        </p:txBody>
      </p:sp>
      <p:sp>
        <p:nvSpPr>
          <p:cNvPr id="78" name="Shape 78"/>
          <p:cNvSpPr>
            <a:spLocks noGrp="1"/>
          </p:cNvSpPr>
          <p:nvPr>
            <p:ph type="title"/>
          </p:nvPr>
        </p:nvSpPr>
        <p:spPr>
          <a:xfrm>
            <a:off x="550881" y="122388"/>
            <a:ext cx="7175352" cy="902078"/>
          </a:xfrm>
          <a:prstGeom prst="rect">
            <a:avLst/>
          </a:prstGeom>
        </p:spPr>
        <p:txBody>
          <a:bodyPr lIns="0" tIns="0" rIns="0" bIns="0">
            <a:normAutofit/>
          </a:bodyPr>
          <a:lstStyle>
            <a:lvl1pPr marL="1266613" indent="-1083733">
              <a:defRPr sz="2400"/>
            </a:lvl1pPr>
          </a:lstStyle>
          <a:p>
            <a:pPr lvl="0">
              <a:defRPr sz="1800">
                <a:solidFill>
                  <a:srgbClr val="000000"/>
                </a:solidFill>
              </a:defRPr>
            </a:pPr>
            <a:r>
              <a:rPr sz="2400">
                <a:solidFill>
                  <a:srgbClr val="111423">
                    <a:alpha val="82500"/>
                  </a:srgbClr>
                </a:solidFill>
              </a:rPr>
              <a:t>PROCEDIMENTOS MANUAIS QUE DEPENDEM DE DECISÃO HUMANA</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Shape 80"/>
          <p:cNvSpPr>
            <a:spLocks noGrp="1"/>
          </p:cNvSpPr>
          <p:nvPr>
            <p:ph type="body" idx="1"/>
          </p:nvPr>
        </p:nvSpPr>
        <p:spPr>
          <a:xfrm>
            <a:off x="486468" y="1209653"/>
            <a:ext cx="7985968" cy="4679732"/>
          </a:xfrm>
          <a:prstGeom prst="rect">
            <a:avLst/>
          </a:prstGeom>
        </p:spPr>
        <p:txBody>
          <a:bodyPr/>
          <a:lstStyle/>
          <a:p>
            <a:pPr lvl="0" defTabSz="795527">
              <a:spcBef>
                <a:spcPts val="400"/>
              </a:spcBef>
              <a:defRPr sz="1800">
                <a:solidFill>
                  <a:srgbClr val="000000"/>
                </a:solidFill>
              </a:defRPr>
            </a:pPr>
            <a:r>
              <a:rPr sz="2000">
                <a:solidFill>
                  <a:srgbClr val="212745"/>
                </a:solidFill>
              </a:rPr>
              <a:t>EM CASO DE DUVIDA PELO DEPTO, O VENDEDOR EH ACIONADO POR TELEFONE E VAI PERDENDO PONTOS PARA MERITO. ESSE ARQUIVO PODE SER ALTERADO POR VENDAS ATE O INICIO DO FATURAMENTO, BEM COMO OS PENDENTES POR CREDITO OU FALTA DE ESTOQUE, OU SEJA, ANTES DAS 17 HORAS.</a:t>
            </a:r>
            <a:endParaRPr sz="2000"/>
          </a:p>
          <a:p>
            <a:pPr lvl="0" defTabSz="795527">
              <a:spcBef>
                <a:spcPts val="400"/>
              </a:spcBef>
              <a:defRPr sz="1800">
                <a:solidFill>
                  <a:srgbClr val="000000"/>
                </a:solidFill>
              </a:defRPr>
            </a:pPr>
            <a:endParaRPr sz="2000"/>
          </a:p>
          <a:p>
            <a:pPr lvl="0" defTabSz="795527">
              <a:spcBef>
                <a:spcPts val="400"/>
              </a:spcBef>
              <a:defRPr sz="1800">
                <a:solidFill>
                  <a:srgbClr val="000000"/>
                </a:solidFill>
              </a:defRPr>
            </a:pPr>
            <a:r>
              <a:rPr sz="2000">
                <a:solidFill>
                  <a:srgbClr val="212745"/>
                </a:solidFill>
              </a:rPr>
              <a:t> COMO ESTOQUE EH RESPONSABILIDADE DE LOGISTICA E CREDITO DO CONTAS A PAGAR, HA NECESSIDADE DE VENDAS RECEBER UM RELATÓRIO DESSES DEPARTAMENTOS PARA EFETUAR A LIBERAÇÃO DO PEDIDO QUE ESTAVA PENDENTE.</a:t>
            </a:r>
            <a:endParaRPr sz="2000"/>
          </a:p>
          <a:p>
            <a:pPr lvl="0" defTabSz="795527">
              <a:spcBef>
                <a:spcPts val="400"/>
              </a:spcBef>
              <a:defRPr sz="1800">
                <a:solidFill>
                  <a:srgbClr val="000000"/>
                </a:solidFill>
              </a:defRPr>
            </a:pPr>
            <a:r>
              <a:rPr sz="2000">
                <a:solidFill>
                  <a:srgbClr val="212745"/>
                </a:solidFill>
              </a:rPr>
              <a:t>ISSO PODERIA SER FEITO AUTOMATICAMENTE, MAS SOMENTE VENDAS PODE MEXER NO ARQUIVO DE PEDIDOS.</a:t>
            </a:r>
          </a:p>
        </p:txBody>
      </p:sp>
      <p:sp>
        <p:nvSpPr>
          <p:cNvPr id="81" name="Shape 81"/>
          <p:cNvSpPr>
            <a:spLocks noGrp="1"/>
          </p:cNvSpPr>
          <p:nvPr>
            <p:ph type="sldNum" sz="quarter" idx="2"/>
          </p:nvPr>
        </p:nvSpPr>
        <p:spPr>
          <a:xfrm>
            <a:off x="3810000" y="6220140"/>
            <a:ext cx="1828800" cy="269238"/>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16"/>
            </a:lvl1pPr>
          </a:lstStyle>
          <a:p>
            <a:pPr lvl="0">
              <a:defRPr sz="1800">
                <a:solidFill>
                  <a:srgbClr val="000000"/>
                </a:solidFill>
              </a:defRPr>
            </a:pPr>
            <a:fld id="{86CB4B4D-7CA3-9044-876B-883B54F8677D}" type="slidenum">
              <a:rPr sz="1116">
                <a:solidFill>
                  <a:srgbClr val="808080"/>
                </a:solidFill>
              </a:rPr>
              <a:t>6</a:t>
            </a:fld>
            <a:endParaRPr sz="1116">
              <a:solidFill>
                <a:srgbClr val="808080"/>
              </a:solidFill>
            </a:endParaRPr>
          </a:p>
        </p:txBody>
      </p:sp>
      <p:sp>
        <p:nvSpPr>
          <p:cNvPr id="82" name="Shape 82"/>
          <p:cNvSpPr>
            <a:spLocks noGrp="1"/>
          </p:cNvSpPr>
          <p:nvPr>
            <p:ph type="title"/>
          </p:nvPr>
        </p:nvSpPr>
        <p:spPr>
          <a:xfrm>
            <a:off x="817581" y="212876"/>
            <a:ext cx="7175352" cy="836842"/>
          </a:xfrm>
          <a:prstGeom prst="rect">
            <a:avLst/>
          </a:prstGeom>
        </p:spPr>
        <p:txBody>
          <a:bodyPr lIns="0" tIns="0" rIns="0" bIns="0">
            <a:normAutofit/>
          </a:bodyPr>
          <a:lstStyle>
            <a:lvl1pPr marL="1266613" indent="-1083733">
              <a:defRPr sz="2400"/>
            </a:lvl1pPr>
          </a:lstStyle>
          <a:p>
            <a:pPr lvl="0">
              <a:defRPr sz="1800">
                <a:solidFill>
                  <a:srgbClr val="000000"/>
                </a:solidFill>
              </a:defRPr>
            </a:pPr>
            <a:r>
              <a:rPr sz="2400">
                <a:solidFill>
                  <a:srgbClr val="111423">
                    <a:alpha val="82500"/>
                  </a:srgbClr>
                </a:solidFill>
              </a:rPr>
              <a:t>PROCEDIMENTOS MANUAIS QUE DEPENDEM DE DECISÃO HUMANA</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Shape 84"/>
          <p:cNvSpPr>
            <a:spLocks noGrp="1"/>
          </p:cNvSpPr>
          <p:nvPr>
            <p:ph type="body" idx="1"/>
          </p:nvPr>
        </p:nvSpPr>
        <p:spPr>
          <a:xfrm>
            <a:off x="304050" y="785342"/>
            <a:ext cx="8716962" cy="5373293"/>
          </a:xfrm>
          <a:prstGeom prst="rect">
            <a:avLst/>
          </a:prstGeom>
        </p:spPr>
        <p:txBody>
          <a:bodyPr/>
          <a:lstStyle/>
          <a:p>
            <a:pPr lvl="0" defTabSz="905255">
              <a:spcBef>
                <a:spcPts val="400"/>
              </a:spcBef>
              <a:defRPr sz="1800">
                <a:solidFill>
                  <a:srgbClr val="000000"/>
                </a:solidFill>
              </a:defRPr>
            </a:pPr>
            <a:r>
              <a:rPr sz="2100">
                <a:solidFill>
                  <a:srgbClr val="212745"/>
                </a:solidFill>
              </a:rPr>
              <a:t>OS DEPTOS DE CONTAS A RECEBER E DE CONTROLE DE ESTOQUES, A MEDIDA QUE VAO ATUALIZANDO SEUS ARQUIVOS, PERMITEM QUE SEJAM CRIADOS ARQUIVOS COM ESSAS LIBERAÇÕES E QUE DEVEM SER UTILIZADOS POR VENDAS PARA INCLUSÃO DESSES PEDIDOS NO FATURAMENTO.</a:t>
            </a:r>
            <a:endParaRPr sz="2100"/>
          </a:p>
          <a:p>
            <a:pPr lvl="0" defTabSz="905255">
              <a:spcBef>
                <a:spcPts val="400"/>
              </a:spcBef>
              <a:defRPr sz="1800">
                <a:solidFill>
                  <a:srgbClr val="000000"/>
                </a:solidFill>
              </a:defRPr>
            </a:pPr>
            <a:endParaRPr sz="2100"/>
          </a:p>
          <a:p>
            <a:pPr lvl="0" defTabSz="905255">
              <a:spcBef>
                <a:spcPts val="400"/>
              </a:spcBef>
              <a:defRPr sz="1800">
                <a:solidFill>
                  <a:srgbClr val="000000"/>
                </a:solidFill>
              </a:defRPr>
            </a:pPr>
            <a:r>
              <a:rPr sz="2100">
                <a:solidFill>
                  <a:srgbClr val="212745"/>
                </a:solidFill>
              </a:rPr>
              <a:t>PERCEBAM QUE TUDO ISSO TEM QUE SER FEITO ANTES DO INICIO DO FATURAMENTO DO DIA. PARA TANTO HA NECESSIDADE DE  UM HORÁRIO RIGIDO PARA ESSE TRABALHO. O QUE NAO FOR LIBERADO ATE ESSE LIMITE FICARÃO PARA O DIA SEGUINTE.</a:t>
            </a:r>
          </a:p>
        </p:txBody>
      </p:sp>
      <p:sp>
        <p:nvSpPr>
          <p:cNvPr id="85" name="Shape 85"/>
          <p:cNvSpPr>
            <a:spLocks noGrp="1"/>
          </p:cNvSpPr>
          <p:nvPr>
            <p:ph type="sldNum" sz="quarter" idx="2"/>
          </p:nvPr>
        </p:nvSpPr>
        <p:spPr>
          <a:xfrm>
            <a:off x="3810000" y="6220140"/>
            <a:ext cx="1828800" cy="269242"/>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7</a:t>
            </a:fld>
            <a:endParaRPr sz="1100">
              <a:solidFill>
                <a:srgbClr val="808080"/>
              </a:solidFill>
            </a:endParaRPr>
          </a:p>
        </p:txBody>
      </p:sp>
      <p:sp>
        <p:nvSpPr>
          <p:cNvPr id="86" name="Shape 86"/>
          <p:cNvSpPr>
            <a:spLocks noGrp="1"/>
          </p:cNvSpPr>
          <p:nvPr>
            <p:ph type="title"/>
          </p:nvPr>
        </p:nvSpPr>
        <p:spPr>
          <a:xfrm>
            <a:off x="842981" y="156822"/>
            <a:ext cx="7175352" cy="567016"/>
          </a:xfrm>
          <a:prstGeom prst="rect">
            <a:avLst/>
          </a:prstGeom>
        </p:spPr>
        <p:txBody>
          <a:bodyPr lIns="0" tIns="0" rIns="0" bIns="0">
            <a:normAutofit/>
          </a:bodyPr>
          <a:lstStyle>
            <a:lvl1pPr marL="0" indent="0" defTabSz="773124">
              <a:buSzTx/>
              <a:buNone/>
              <a:defRPr sz="1900"/>
            </a:lvl1pPr>
          </a:lstStyle>
          <a:p>
            <a:pPr lvl="0">
              <a:defRPr sz="1800">
                <a:solidFill>
                  <a:srgbClr val="000000"/>
                </a:solidFill>
              </a:defRPr>
            </a:pPr>
            <a:r>
              <a:rPr sz="1900">
                <a:solidFill>
                  <a:srgbClr val="111423">
                    <a:alpha val="82500"/>
                  </a:srgbClr>
                </a:solidFill>
              </a:rPr>
              <a:t>PROCEDIMENTOS MANUAIS QUE DEPENDEM DE DECISÃO HUMANA</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Shape 88"/>
          <p:cNvSpPr>
            <a:spLocks noGrp="1"/>
          </p:cNvSpPr>
          <p:nvPr>
            <p:ph type="body" idx="1"/>
          </p:nvPr>
        </p:nvSpPr>
        <p:spPr>
          <a:xfrm>
            <a:off x="984324" y="1186639"/>
            <a:ext cx="7175352" cy="5217343"/>
          </a:xfrm>
          <a:prstGeom prst="rect">
            <a:avLst/>
          </a:prstGeom>
        </p:spPr>
        <p:txBody>
          <a:bodyPr/>
          <a:lstStyle/>
          <a:p>
            <a:pPr lvl="0" defTabSz="905255">
              <a:spcBef>
                <a:spcPts val="400"/>
              </a:spcBef>
              <a:defRPr sz="1800">
                <a:solidFill>
                  <a:srgbClr val="000000"/>
                </a:solidFill>
              </a:defRPr>
            </a:pPr>
            <a:r>
              <a:rPr sz="2200"/>
              <a:t>E</a:t>
            </a:r>
            <a:r>
              <a:rPr sz="2100">
                <a:solidFill>
                  <a:srgbClr val="212745"/>
                </a:solidFill>
              </a:rPr>
              <a:t>XEMPLO: CONTAS A RECEBER E ESTOQUES PODEM FAZER SUAS ATUALIZAÇÕES ATE AS 15,30H. NESSE HORÁRIO EH PROCESSADO UM JOB PARA CRIAÇÃO DESSES ARQUIVOS, QUE SERAO ACESSADOS POR VENDAS PARA LIBERAÇÃO DOS PENDENTES ATE AS 17,00H.</a:t>
            </a:r>
            <a:endParaRPr sz="2100"/>
          </a:p>
          <a:p>
            <a:pPr lvl="0" defTabSz="905255">
              <a:spcBef>
                <a:spcPts val="400"/>
              </a:spcBef>
              <a:defRPr sz="1800">
                <a:solidFill>
                  <a:srgbClr val="000000"/>
                </a:solidFill>
              </a:defRPr>
            </a:pPr>
            <a:endParaRPr sz="2100"/>
          </a:p>
          <a:p>
            <a:pPr lvl="0" defTabSz="905255">
              <a:spcBef>
                <a:spcPts val="400"/>
              </a:spcBef>
              <a:defRPr sz="1800">
                <a:solidFill>
                  <a:srgbClr val="000000"/>
                </a:solidFill>
              </a:defRPr>
            </a:pPr>
            <a:r>
              <a:rPr sz="2100">
                <a:solidFill>
                  <a:srgbClr val="212745"/>
                </a:solidFill>
              </a:rPr>
              <a:t>SOMENTE NESSE HORARIO, TERA INICIO O FATURAMENTO DO DIA COM OS PEDIDOS ENVIADOS E CONSISTIDOS + OS PENDENTES DE CREDITO + OS PENDENTES DE ESTOQUE, CRIANDO O ARQUIVO DE PEDIDOS DO DIA, OU SEJA , O QUE REALMENTE SERA FATURADO.</a:t>
            </a:r>
            <a:endParaRPr sz="2100"/>
          </a:p>
          <a:p>
            <a:pPr lvl="0" defTabSz="905255">
              <a:spcBef>
                <a:spcPts val="400"/>
              </a:spcBef>
              <a:defRPr sz="1800">
                <a:solidFill>
                  <a:srgbClr val="000000"/>
                </a:solidFill>
              </a:defRPr>
            </a:pPr>
            <a:r>
              <a:rPr sz="2100">
                <a:solidFill>
                  <a:srgbClr val="212745"/>
                </a:solidFill>
              </a:rPr>
              <a:t>OBS. NADA IMPEDE QUE ENTRE OS PEDIDOS QUE ESTAO ENTRANDO HAJA ALGUNS QUE FICARÃO PENDENTES POR CREDITO OU ESTOQUE.</a:t>
            </a:r>
          </a:p>
        </p:txBody>
      </p:sp>
      <p:sp>
        <p:nvSpPr>
          <p:cNvPr id="89" name="Shape 89"/>
          <p:cNvSpPr>
            <a:spLocks noGrp="1"/>
          </p:cNvSpPr>
          <p:nvPr>
            <p:ph type="sldNum" sz="quarter" idx="2"/>
          </p:nvPr>
        </p:nvSpPr>
        <p:spPr>
          <a:xfrm>
            <a:off x="3810000" y="6220140"/>
            <a:ext cx="1828800" cy="269238"/>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16"/>
            </a:lvl1pPr>
          </a:lstStyle>
          <a:p>
            <a:pPr lvl="0">
              <a:defRPr sz="1800">
                <a:solidFill>
                  <a:srgbClr val="000000"/>
                </a:solidFill>
              </a:defRPr>
            </a:pPr>
            <a:fld id="{86CB4B4D-7CA3-9044-876B-883B54F8677D}" type="slidenum">
              <a:rPr sz="1116">
                <a:solidFill>
                  <a:srgbClr val="808080"/>
                </a:solidFill>
              </a:rPr>
              <a:t>8</a:t>
            </a:fld>
            <a:endParaRPr sz="1116">
              <a:solidFill>
                <a:srgbClr val="808080"/>
              </a:solidFill>
            </a:endParaRPr>
          </a:p>
        </p:txBody>
      </p:sp>
      <p:sp>
        <p:nvSpPr>
          <p:cNvPr id="90" name="Shape 90"/>
          <p:cNvSpPr>
            <a:spLocks noGrp="1"/>
          </p:cNvSpPr>
          <p:nvPr>
            <p:ph type="title"/>
          </p:nvPr>
        </p:nvSpPr>
        <p:spPr>
          <a:xfrm>
            <a:off x="804881" y="343398"/>
            <a:ext cx="7175352" cy="708552"/>
          </a:xfrm>
          <a:prstGeom prst="rect">
            <a:avLst/>
          </a:prstGeom>
        </p:spPr>
        <p:txBody>
          <a:bodyPr lIns="0" tIns="0" rIns="0" bIns="0">
            <a:normAutofit/>
          </a:bodyPr>
          <a:lstStyle/>
          <a:p>
            <a:pPr marL="0" lvl="0" indent="0" defTabSz="816559">
              <a:buSzTx/>
              <a:buNone/>
              <a:defRPr sz="1800">
                <a:solidFill>
                  <a:srgbClr val="000000"/>
                </a:solidFill>
              </a:defRPr>
            </a:pPr>
            <a:r>
              <a:rPr sz="2068"/>
              <a:t>P</a:t>
            </a:r>
            <a:r>
              <a:rPr sz="2068">
                <a:solidFill>
                  <a:srgbClr val="111423">
                    <a:alpha val="82500"/>
                  </a:srgbClr>
                </a:solidFill>
              </a:rPr>
              <a:t>ROCEDIMENTOS MANUAIS QUE DEPENDEM DE DECISÃO HUMANA</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Shape 92"/>
          <p:cNvSpPr>
            <a:spLocks noGrp="1"/>
          </p:cNvSpPr>
          <p:nvPr>
            <p:ph type="body" idx="1"/>
          </p:nvPr>
        </p:nvSpPr>
        <p:spPr>
          <a:xfrm>
            <a:off x="172450" y="0"/>
            <a:ext cx="8971554" cy="6726681"/>
          </a:xfrm>
          <a:prstGeom prst="rect">
            <a:avLst/>
          </a:prstGeom>
        </p:spPr>
        <p:txBody>
          <a:bodyPr/>
          <a:lstStyle/>
          <a:p>
            <a:pPr marL="0" lvl="0" indent="45718">
              <a:buSzTx/>
              <a:buNone/>
              <a:defRPr sz="1800">
                <a:solidFill>
                  <a:srgbClr val="000000"/>
                </a:solidFill>
              </a:defRPr>
            </a:pPr>
            <a:r>
              <a:rPr sz="2200">
                <a:solidFill>
                  <a:srgbClr val="404040"/>
                </a:solidFill>
              </a:rPr>
              <a:t> VERIFICAÇÃO DOS PEDIDOS CONTRA OS ESTOQUES DE PRODUTOS ACABADOS NOS DEPOSITOS REGIONAIS OU NO CENTRAL.</a:t>
            </a:r>
          </a:p>
          <a:p>
            <a:pPr marL="0" lvl="1" indent="365758">
              <a:spcBef>
                <a:spcPts val="400"/>
              </a:spcBef>
              <a:buSzTx/>
              <a:buNone/>
              <a:defRPr sz="1800">
                <a:solidFill>
                  <a:srgbClr val="000000"/>
                </a:solidFill>
              </a:defRPr>
            </a:pPr>
            <a:r>
              <a:rPr sz="2000">
                <a:solidFill>
                  <a:srgbClr val="404040"/>
                </a:solidFill>
              </a:rPr>
              <a:t> NO CENTRAL, QUANDO O PEDIDO FOR PARA A REGIAO ONDE A FABRICA ESTA LOCALIZADA, O MESMO COM OS DEPOSITOS REGIONAIS.</a:t>
            </a:r>
            <a:endParaRPr sz="2000"/>
          </a:p>
          <a:p>
            <a:pPr marL="0" lvl="1" indent="365758">
              <a:spcBef>
                <a:spcPts val="400"/>
              </a:spcBef>
              <a:buSzTx/>
              <a:buNone/>
              <a:defRPr sz="1800">
                <a:solidFill>
                  <a:srgbClr val="000000"/>
                </a:solidFill>
              </a:defRPr>
            </a:pPr>
            <a:endParaRPr sz="2000"/>
          </a:p>
          <a:p>
            <a:pPr marL="0" lvl="1" indent="365758">
              <a:spcBef>
                <a:spcPts val="400"/>
              </a:spcBef>
              <a:buSzTx/>
              <a:buNone/>
              <a:defRPr sz="1800">
                <a:solidFill>
                  <a:srgbClr val="000000"/>
                </a:solidFill>
              </a:defRPr>
            </a:pPr>
            <a:r>
              <a:rPr sz="2000">
                <a:solidFill>
                  <a:srgbClr val="404040"/>
                </a:solidFill>
              </a:rPr>
              <a:t>PODE ACONTECER DE HAVER PRODUTOS NO CENTRAL E NAO NOS REGIONAIS, FICANDO O PEDIDO PENDENTE POR FALTA DE ESTOQUE, ATE QUE ESSE DEPOSITO REGIONAL SEJA ABASTECIDO.</a:t>
            </a:r>
            <a:endParaRPr sz="2000"/>
          </a:p>
          <a:p>
            <a:pPr marL="0" lvl="1" indent="365758">
              <a:spcBef>
                <a:spcPts val="400"/>
              </a:spcBef>
              <a:buSzTx/>
              <a:buNone/>
              <a:defRPr sz="1800">
                <a:solidFill>
                  <a:srgbClr val="000000"/>
                </a:solidFill>
              </a:defRPr>
            </a:pPr>
            <a:endParaRPr sz="2000"/>
          </a:p>
          <a:p>
            <a:pPr marL="0" lvl="1" indent="365758">
              <a:spcBef>
                <a:spcPts val="400"/>
              </a:spcBef>
              <a:buSzTx/>
              <a:buNone/>
              <a:defRPr sz="1800">
                <a:solidFill>
                  <a:srgbClr val="000000"/>
                </a:solidFill>
              </a:defRPr>
            </a:pPr>
            <a:r>
              <a:rPr sz="2000">
                <a:solidFill>
                  <a:srgbClr val="404040"/>
                </a:solidFill>
              </a:rPr>
              <a:t>NUM PEDIDO COM 20 ITENS, QUE SOMENTE HAJA FALTA DE UM OU DOIS ITENS, O PEDIDO PODERA SER FATURADO, FICANDO OS ITENS FALTANTES NO PENDENTE, PARA SEREM ATENDIDOS NUM PROXIMO PEDIDO DO CLIENTE. </a:t>
            </a:r>
            <a:endParaRPr sz="2000"/>
          </a:p>
          <a:p>
            <a:pPr marL="0" lvl="1" indent="365758">
              <a:spcBef>
                <a:spcPts val="400"/>
              </a:spcBef>
              <a:buSzTx/>
              <a:buNone/>
              <a:defRPr sz="1800">
                <a:solidFill>
                  <a:srgbClr val="000000"/>
                </a:solidFill>
              </a:defRPr>
            </a:pPr>
            <a:r>
              <a:rPr sz="2000">
                <a:solidFill>
                  <a:srgbClr val="404040"/>
                </a:solidFill>
              </a:rPr>
              <a:t>ESSA INFORMAÇÃO SOBRE O ACEITE DO CLIENTE DEVERA ESTAR ARQUIVADA NO CADASTRO DE CLIENTES. SE HOUVER OUTROS PENDENTES POR ESTOQUE CUJOS ESTOQUES JA FORAM ACERTADOS, ESSES PEDIDOS PODERÃO SER FATURADOS TODOS NUMA MESMA NOTA FISCAL</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Shape 94"/>
          <p:cNvSpPr>
            <a:spLocks noGrp="1"/>
          </p:cNvSpPr>
          <p:nvPr>
            <p:ph type="body" idx="1"/>
          </p:nvPr>
        </p:nvSpPr>
        <p:spPr>
          <a:xfrm>
            <a:off x="129826" y="836393"/>
            <a:ext cx="8757840" cy="5729309"/>
          </a:xfrm>
          <a:prstGeom prst="rect">
            <a:avLst/>
          </a:prstGeom>
        </p:spPr>
        <p:txBody>
          <a:bodyPr/>
          <a:lstStyle/>
          <a:p>
            <a:pPr lvl="0" defTabSz="905255">
              <a:spcBef>
                <a:spcPts val="400"/>
              </a:spcBef>
              <a:defRPr sz="1800">
                <a:solidFill>
                  <a:srgbClr val="000000"/>
                </a:solidFill>
              </a:defRPr>
            </a:pPr>
            <a:r>
              <a:rPr sz="2100">
                <a:solidFill>
                  <a:srgbClr val="212745"/>
                </a:solidFill>
              </a:rPr>
              <a:t>ESSE ARQUIVO DE PEDIDOS DO DIA PASSA POR CREDITO NOVAMENTE, DEPOIS POR ESTOQUE DE CADA DEPOSITO, FORMATANDO-SE A NOTA FISCAL PARA O CLIENTE.</a:t>
            </a:r>
            <a:endParaRPr sz="2100"/>
          </a:p>
          <a:p>
            <a:pPr lvl="0" defTabSz="905255">
              <a:spcBef>
                <a:spcPts val="400"/>
              </a:spcBef>
              <a:defRPr sz="1800">
                <a:solidFill>
                  <a:srgbClr val="000000"/>
                </a:solidFill>
              </a:defRPr>
            </a:pPr>
            <a:r>
              <a:rPr sz="2100">
                <a:solidFill>
                  <a:srgbClr val="212745"/>
                </a:solidFill>
              </a:rPr>
              <a:t>O ARQUIVO DE NOTAS FISCAIS EH CRIADO PARA CADA LOCALIDADE ONDE EXISTA UM DEPOSITO DE PRODUTOS ACABADOS E AS NOTAS SAO EMITIDAS NESSES LOCAIS. </a:t>
            </a:r>
            <a:endParaRPr sz="2100"/>
          </a:p>
          <a:p>
            <a:pPr lvl="0" defTabSz="905255">
              <a:spcBef>
                <a:spcPts val="400"/>
              </a:spcBef>
              <a:defRPr sz="1800">
                <a:solidFill>
                  <a:srgbClr val="000000"/>
                </a:solidFill>
              </a:defRPr>
            </a:pPr>
            <a:r>
              <a:rPr sz="2100">
                <a:solidFill>
                  <a:srgbClr val="212745"/>
                </a:solidFill>
              </a:rPr>
              <a:t>COM AS NOTAS JA EMITIDAS, CRIA-SE OS ARQUIVOS DE ROTAS E OS ROMANEIOS DE CARGA. </a:t>
            </a:r>
            <a:endParaRPr sz="2100"/>
          </a:p>
          <a:p>
            <a:pPr lvl="0" defTabSz="905255">
              <a:spcBef>
                <a:spcPts val="400"/>
              </a:spcBef>
              <a:defRPr sz="1800">
                <a:solidFill>
                  <a:srgbClr val="000000"/>
                </a:solidFill>
              </a:defRPr>
            </a:pPr>
            <a:r>
              <a:rPr sz="2100">
                <a:solidFill>
                  <a:srgbClr val="212745"/>
                </a:solidFill>
              </a:rPr>
              <a:t>OS ROMANEIOS SAO BASEADOS NOS CAMINHÕES INFORMADOS PELOS DEPOSITOS E QUE SERAO USADOS PARA A ENTREGA DO DIA.</a:t>
            </a:r>
            <a:endParaRPr sz="2100"/>
          </a:p>
          <a:p>
            <a:pPr lvl="0" defTabSz="905255">
              <a:spcBef>
                <a:spcPts val="400"/>
              </a:spcBef>
              <a:defRPr sz="1800">
                <a:solidFill>
                  <a:srgbClr val="000000"/>
                </a:solidFill>
              </a:defRPr>
            </a:pPr>
            <a:r>
              <a:rPr sz="2100">
                <a:solidFill>
                  <a:srgbClr val="212745"/>
                </a:solidFill>
              </a:rPr>
              <a:t>APOS A EMISSÃO DESSES RELATÓRIOS, FAZ-SE O RESUMO DO FATURAMENTO COM RELATÓRIOS PARA VENDAS, COMERCIAL E LOGISTICA.</a:t>
            </a:r>
            <a:endParaRPr sz="2100"/>
          </a:p>
          <a:p>
            <a:pPr lvl="0" defTabSz="905255">
              <a:spcBef>
                <a:spcPts val="400"/>
              </a:spcBef>
              <a:defRPr sz="1800">
                <a:solidFill>
                  <a:srgbClr val="000000"/>
                </a:solidFill>
              </a:defRPr>
            </a:pPr>
            <a:r>
              <a:rPr sz="2100">
                <a:solidFill>
                  <a:srgbClr val="212745"/>
                </a:solidFill>
              </a:rPr>
              <a:t>MESMO COM UM MAINFRAME DE ALTA CAPACIDADE O PROCESSAMENTO FICA DEMORADO PELAS INTERVENÇÕES HUMANAS. </a:t>
            </a:r>
            <a:endParaRPr sz="2100"/>
          </a:p>
          <a:p>
            <a:pPr lvl="0" defTabSz="905255">
              <a:spcBef>
                <a:spcPts val="400"/>
              </a:spcBef>
              <a:defRPr sz="1800">
                <a:solidFill>
                  <a:srgbClr val="000000"/>
                </a:solidFill>
              </a:defRPr>
            </a:pPr>
            <a:r>
              <a:rPr sz="2100">
                <a:solidFill>
                  <a:srgbClr val="212745"/>
                </a:solidFill>
              </a:rPr>
              <a:t>  </a:t>
            </a:r>
          </a:p>
        </p:txBody>
      </p:sp>
      <p:sp>
        <p:nvSpPr>
          <p:cNvPr id="95" name="Shape 95"/>
          <p:cNvSpPr>
            <a:spLocks noGrp="1"/>
          </p:cNvSpPr>
          <p:nvPr>
            <p:ph type="sldNum" sz="quarter" idx="2"/>
          </p:nvPr>
        </p:nvSpPr>
        <p:spPr>
          <a:xfrm>
            <a:off x="3810000" y="6220140"/>
            <a:ext cx="1828800" cy="269242"/>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10</a:t>
            </a:fld>
            <a:endParaRPr sz="1100">
              <a:solidFill>
                <a:srgbClr val="808080"/>
              </a:solidFill>
            </a:endParaRPr>
          </a:p>
        </p:txBody>
      </p:sp>
      <p:sp>
        <p:nvSpPr>
          <p:cNvPr id="96" name="Shape 96"/>
          <p:cNvSpPr>
            <a:spLocks noGrp="1"/>
          </p:cNvSpPr>
          <p:nvPr>
            <p:ph type="title"/>
          </p:nvPr>
        </p:nvSpPr>
        <p:spPr>
          <a:xfrm>
            <a:off x="704624" y="-17311"/>
            <a:ext cx="7175352" cy="1034879"/>
          </a:xfrm>
          <a:prstGeom prst="rect">
            <a:avLst/>
          </a:prstGeom>
        </p:spPr>
        <p:txBody>
          <a:bodyPr lIns="0" tIns="0" rIns="0" bIns="0">
            <a:normAutofit/>
          </a:bodyPr>
          <a:lstStyle>
            <a:lvl1pPr marL="0" indent="0">
              <a:buSzTx/>
              <a:buNone/>
              <a:defRPr sz="2200"/>
            </a:lvl1pPr>
          </a:lstStyle>
          <a:p>
            <a:pPr lvl="0">
              <a:defRPr sz="1800">
                <a:solidFill>
                  <a:srgbClr val="000000"/>
                </a:solidFill>
              </a:defRPr>
            </a:pPr>
            <a:r>
              <a:rPr sz="2200">
                <a:solidFill>
                  <a:srgbClr val="111423">
                    <a:alpha val="82500"/>
                  </a:srgbClr>
                </a:solidFill>
              </a:rPr>
              <a:t>PROCEDIMENTOS MANUAIS QUE DEPENDEM DE DECISÃO HUMANA</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Shape 98"/>
          <p:cNvSpPr>
            <a:spLocks noGrp="1"/>
          </p:cNvSpPr>
          <p:nvPr>
            <p:ph type="body" idx="1"/>
          </p:nvPr>
        </p:nvSpPr>
        <p:spPr>
          <a:xfrm>
            <a:off x="86223" y="65659"/>
            <a:ext cx="8971554" cy="6105127"/>
          </a:xfrm>
          <a:prstGeom prst="rect">
            <a:avLst/>
          </a:prstGeom>
        </p:spPr>
        <p:txBody>
          <a:bodyPr/>
          <a:lstStyle/>
          <a:p>
            <a:pPr marL="0" lvl="0" indent="44803" defTabSz="896111">
              <a:spcBef>
                <a:spcPts val="400"/>
              </a:spcBef>
              <a:buSzTx/>
              <a:buNone/>
              <a:defRPr sz="1800">
                <a:solidFill>
                  <a:srgbClr val="000000"/>
                </a:solidFill>
              </a:defRPr>
            </a:pPr>
            <a:r>
              <a:rPr sz="2100">
                <a:solidFill>
                  <a:srgbClr val="404040"/>
                </a:solidFill>
              </a:rPr>
              <a:t>SISTEMA DE EMISSÃO DE NOTAS FISCAIS</a:t>
            </a:r>
            <a:endParaRPr sz="2100"/>
          </a:p>
          <a:p>
            <a:pPr marL="0" lvl="1" indent="358442" defTabSz="896111">
              <a:spcBef>
                <a:spcPts val="300"/>
              </a:spcBef>
              <a:buSzTx/>
              <a:buNone/>
              <a:defRPr sz="1800">
                <a:solidFill>
                  <a:srgbClr val="000000"/>
                </a:solidFill>
              </a:defRPr>
            </a:pPr>
            <a:r>
              <a:rPr sz="1900">
                <a:solidFill>
                  <a:srgbClr val="404040"/>
                </a:solidFill>
              </a:rPr>
              <a:t>AS NOTAS SERAO EMITIDAS POR REGIAO EM SEUS RESPECTIVOS DEPÓSITOS BEM COMO OS ROMANEIOS DE CARGA PARA OS MESMOS.</a:t>
            </a:r>
            <a:endParaRPr sz="1900"/>
          </a:p>
          <a:p>
            <a:pPr marL="0" lvl="1" indent="358442" defTabSz="896111">
              <a:spcBef>
                <a:spcPts val="300"/>
              </a:spcBef>
              <a:buSzTx/>
              <a:buNone/>
              <a:defRPr sz="1800">
                <a:solidFill>
                  <a:srgbClr val="000000"/>
                </a:solidFill>
              </a:defRPr>
            </a:pPr>
            <a:endParaRPr sz="1900"/>
          </a:p>
          <a:p>
            <a:pPr marL="0" lvl="1" indent="358442" defTabSz="896111">
              <a:spcBef>
                <a:spcPts val="300"/>
              </a:spcBef>
              <a:buSzTx/>
              <a:buNone/>
              <a:defRPr sz="1800">
                <a:solidFill>
                  <a:srgbClr val="000000"/>
                </a:solidFill>
              </a:defRPr>
            </a:pPr>
            <a:r>
              <a:rPr sz="1900">
                <a:solidFill>
                  <a:srgbClr val="404040"/>
                </a:solidFill>
              </a:rPr>
              <a:t>A PRIORIDADE PARA EMISSÃO DAS NOTAS DEVE OBEDECER AOS LOCAIS COM RESTRIÇÃO DE HORARIOS.</a:t>
            </a:r>
            <a:endParaRPr sz="1900"/>
          </a:p>
          <a:p>
            <a:pPr marL="0" lvl="1" indent="358442" defTabSz="896111">
              <a:spcBef>
                <a:spcPts val="300"/>
              </a:spcBef>
              <a:buSzTx/>
              <a:buNone/>
              <a:defRPr sz="1800">
                <a:solidFill>
                  <a:srgbClr val="000000"/>
                </a:solidFill>
              </a:defRPr>
            </a:pPr>
            <a:endParaRPr sz="1900"/>
          </a:p>
          <a:p>
            <a:pPr marL="0" lvl="1" indent="358442" defTabSz="896111">
              <a:spcBef>
                <a:spcPts val="300"/>
              </a:spcBef>
              <a:buSzTx/>
              <a:buNone/>
              <a:defRPr sz="1800">
                <a:solidFill>
                  <a:srgbClr val="000000"/>
                </a:solidFill>
              </a:defRPr>
            </a:pPr>
            <a:r>
              <a:rPr sz="1900">
                <a:solidFill>
                  <a:srgbClr val="404040"/>
                </a:solidFill>
              </a:rPr>
              <a:t>PARECE LOGICO QUE EM CADA DEPOSITO EH OBRIGATÓRIO TER UMA IMPRESSORA PREPARADA, ESPERANDO PARA EMITIR AS NOTAS.</a:t>
            </a:r>
            <a:endParaRPr sz="1900"/>
          </a:p>
          <a:p>
            <a:pPr marL="0" lvl="1" indent="358442" defTabSz="896111">
              <a:spcBef>
                <a:spcPts val="300"/>
              </a:spcBef>
              <a:buSzTx/>
              <a:buNone/>
              <a:defRPr sz="1800">
                <a:solidFill>
                  <a:srgbClr val="000000"/>
                </a:solidFill>
              </a:defRPr>
            </a:pPr>
            <a:endParaRPr sz="1900"/>
          </a:p>
          <a:p>
            <a:pPr marL="0" lvl="1" indent="358442" defTabSz="896111">
              <a:spcBef>
                <a:spcPts val="300"/>
              </a:spcBef>
              <a:buSzTx/>
              <a:buNone/>
              <a:defRPr sz="1800">
                <a:solidFill>
                  <a:srgbClr val="000000"/>
                </a:solidFill>
              </a:defRPr>
            </a:pPr>
            <a:r>
              <a:rPr sz="1900">
                <a:solidFill>
                  <a:srgbClr val="404040"/>
                </a:solidFill>
              </a:rPr>
              <a:t>SE A IMPRESSÃO DAS NOTAS TEM SEU INICIO AS 3 DA MADRUGADA, ENTAO OS CAMINHÕES DEVEM ESTAR ENCOSTANDO AS 4 DA MANHA PARA INICIO DO CARREGAMENTO.</a:t>
            </a:r>
            <a:endParaRPr sz="1900"/>
          </a:p>
          <a:p>
            <a:pPr marL="0" lvl="1" indent="358442" defTabSz="896111">
              <a:spcBef>
                <a:spcPts val="300"/>
              </a:spcBef>
              <a:buSzTx/>
              <a:buNone/>
              <a:defRPr sz="1800">
                <a:solidFill>
                  <a:srgbClr val="000000"/>
                </a:solidFill>
              </a:defRPr>
            </a:pPr>
            <a:endParaRPr sz="1900"/>
          </a:p>
          <a:p>
            <a:pPr marL="0" lvl="1" indent="358442" defTabSz="896111">
              <a:spcBef>
                <a:spcPts val="300"/>
              </a:spcBef>
              <a:buSzTx/>
              <a:buNone/>
              <a:defRPr sz="1800">
                <a:solidFill>
                  <a:srgbClr val="000000"/>
                </a:solidFill>
              </a:defRPr>
            </a:pPr>
            <a:r>
              <a:rPr sz="1900">
                <a:solidFill>
                  <a:srgbClr val="404040"/>
                </a:solidFill>
              </a:rPr>
              <a:t>ISTO DEVE ESCLARECER PARA VCS COMO AS COISAS FUNCIONAM PARA QUE UM FATURAMENTO SEJA PROCESSADO. LOGICAMENTE OS OUTROS DEPARTAMENTOS, COMO FINANCEIRO, MARKETING, PRODUÇÃO, COMPRAS E RECEBIMENTOS TIVERAM SUAS PARTICIPAÇÕES ANTERIORMENTE E SEM ELES NAO HAVERIA FATURAMENTO.</a:t>
            </a:r>
          </a:p>
        </p:txBody>
      </p:sp>
    </p:spTree>
  </p:cSld>
  <p:clrMapOvr>
    <a:masterClrMapping/>
  </p:clrMapOvr>
  <p:transition spd="med"/>
</p:sld>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4E67C8"/>
      </a:accent1>
      <a:accent2>
        <a:srgbClr val="5ECCF3"/>
      </a:accent2>
      <a:accent3>
        <a:srgbClr val="A7EA52"/>
      </a:accent3>
      <a:accent4>
        <a:srgbClr val="5DCEAF"/>
      </a:accent4>
      <a:accent5>
        <a:srgbClr val="FF8021"/>
      </a:accent5>
      <a:accent6>
        <a:srgbClr val="F14124"/>
      </a:accent6>
      <a:hlink>
        <a:srgbClr val="0000FF"/>
      </a:hlink>
      <a:folHlink>
        <a:srgbClr val="FF00FF"/>
      </a:folHlink>
    </a:clrScheme>
    <a:fontScheme name="Default">
      <a:majorFont>
        <a:latin typeface="Avenir Roman"/>
        <a:ea typeface="Avenir Roman"/>
        <a:cs typeface="Avenir Roman"/>
      </a:majorFont>
      <a:minorFont>
        <a:latin typeface="Helvetica"/>
        <a:ea typeface="Helvetica"/>
        <a:cs typeface="Helvetica"/>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2984" dir="5400000" rotWithShape="0">
              <a:srgbClr val="000000">
                <a:alpha val="45000"/>
              </a:srgbClr>
            </a:outerShdw>
          </a:effectLst>
        </a:effectStyle>
        <a:effectStyle>
          <a:effectLst>
            <a:outerShdw blurRad="38100" dist="22984" dir="5400000" rotWithShape="0">
              <a:srgbClr val="000000">
                <a:alpha val="45000"/>
              </a:srgbClr>
            </a:outerShdw>
          </a:effectLst>
        </a:effectStyle>
        <a:effectStyle>
          <a:effectLst>
            <a:outerShdw blurRad="38100" dist="22984" dir="5400000" rotWithShape="0">
              <a:srgbClr val="000000">
                <a:alpha val="4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4E67C8"/>
          </a:solidFill>
          <a:prstDash val="solid"/>
          <a:bevel/>
        </a:ln>
        <a:effectLst>
          <a:outerShdw blurRad="38100" dist="22984" dir="5400000" rotWithShape="0">
            <a:srgbClr val="000000">
              <a:alpha val="45000"/>
            </a:srgbClr>
          </a:outerShdw>
        </a:effectLst>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4E67C8"/>
          </a:solidFill>
          <a:prstDash val="solid"/>
          <a:bevel/>
        </a:ln>
        <a:effectLst>
          <a:outerShdw blurRad="38100" dist="22984" dir="5400000" rotWithShape="0">
            <a:srgbClr val="000000">
              <a:alpha val="45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4E67C8"/>
      </a:accent1>
      <a:accent2>
        <a:srgbClr val="5ECCF3"/>
      </a:accent2>
      <a:accent3>
        <a:srgbClr val="A7EA52"/>
      </a:accent3>
      <a:accent4>
        <a:srgbClr val="5DCEAF"/>
      </a:accent4>
      <a:accent5>
        <a:srgbClr val="FF8021"/>
      </a:accent5>
      <a:accent6>
        <a:srgbClr val="F14124"/>
      </a:accent6>
      <a:hlink>
        <a:srgbClr val="0000FF"/>
      </a:hlink>
      <a:folHlink>
        <a:srgbClr val="FF00FF"/>
      </a:folHlink>
    </a:clrScheme>
    <a:fontScheme name="Default">
      <a:majorFont>
        <a:latin typeface="Avenir Roman"/>
        <a:ea typeface="Avenir Roman"/>
        <a:cs typeface="Avenir Roman"/>
      </a:majorFont>
      <a:minorFont>
        <a:latin typeface="Helvetica"/>
        <a:ea typeface="Helvetica"/>
        <a:cs typeface="Helvetica"/>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2984" dir="5400000" rotWithShape="0">
              <a:srgbClr val="000000">
                <a:alpha val="45000"/>
              </a:srgbClr>
            </a:outerShdw>
          </a:effectLst>
        </a:effectStyle>
        <a:effectStyle>
          <a:effectLst>
            <a:outerShdw blurRad="38100" dist="22984" dir="5400000" rotWithShape="0">
              <a:srgbClr val="000000">
                <a:alpha val="45000"/>
              </a:srgbClr>
            </a:outerShdw>
          </a:effectLst>
        </a:effectStyle>
        <a:effectStyle>
          <a:effectLst>
            <a:outerShdw blurRad="38100" dist="22984" dir="5400000" rotWithShape="0">
              <a:srgbClr val="000000">
                <a:alpha val="4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4E67C8"/>
          </a:solidFill>
          <a:prstDash val="solid"/>
          <a:bevel/>
        </a:ln>
        <a:effectLst>
          <a:outerShdw blurRad="38100" dist="22984" dir="5400000" rotWithShape="0">
            <a:srgbClr val="000000">
              <a:alpha val="45000"/>
            </a:srgbClr>
          </a:outerShdw>
        </a:effectLst>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4E67C8"/>
          </a:solidFill>
          <a:prstDash val="solid"/>
          <a:bevel/>
        </a:ln>
        <a:effectLst>
          <a:outerShdw blurRad="38100" dist="22984" dir="5400000" rotWithShape="0">
            <a:srgbClr val="000000">
              <a:alpha val="45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1232</Words>
  <Application>Microsoft Macintosh PowerPoint</Application>
  <PresentationFormat>Apresentação na tela (4:3)</PresentationFormat>
  <Paragraphs>71</Paragraphs>
  <Slides>11</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11</vt:i4>
      </vt:variant>
    </vt:vector>
  </HeadingPairs>
  <TitlesOfParts>
    <vt:vector size="16" baseType="lpstr">
      <vt:lpstr>Avenir Roman</vt:lpstr>
      <vt:lpstr>Georgia</vt:lpstr>
      <vt:lpstr>Trebuchet MS</vt:lpstr>
      <vt:lpstr>Trebuchet MS Bold</vt:lpstr>
      <vt:lpstr>Default</vt:lpstr>
      <vt:lpstr>SCHEDULAGEM</vt:lpstr>
      <vt:lpstr>Apresentação do PowerPoint</vt:lpstr>
      <vt:lpstr>Apresentação do PowerPoint</vt:lpstr>
      <vt:lpstr>Apresentação do PowerPoint</vt:lpstr>
      <vt:lpstr>PROCEDIMENTOS MANUAIS QUE DEPENDEM DE DECISÃO HUMANA</vt:lpstr>
      <vt:lpstr>PROCEDIMENTOS MANUAIS QUE DEPENDEM DE DECISÃO HUMANA</vt:lpstr>
      <vt:lpstr>PROCEDIMENTOS MANUAIS QUE DEPENDEM DE DECISÃO HUMANA</vt:lpstr>
      <vt:lpstr>PROCEDIMENTOS MANUAIS QUE DEPENDEM DE DECISÃO HUMANA</vt:lpstr>
      <vt:lpstr>Apresentação do PowerPoint</vt:lpstr>
      <vt:lpstr>PROCEDIMENTOS MANUAIS QUE DEPENDEM DE DECISÃO HUMANA</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SCHEDULAGEM</dc:title>
  <cp:lastModifiedBy>EDGARD ALEXANDRE ROMANATO</cp:lastModifiedBy>
  <cp:revision>1</cp:revision>
  <dcterms:modified xsi:type="dcterms:W3CDTF">2022-05-09T12:52:16Z</dcterms:modified>
</cp:coreProperties>
</file>