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lvl1pPr>
      <a:defRPr>
        <a:solidFill>
          <a:srgbClr val="FFFFFF"/>
        </a:solidFill>
        <a:latin typeface="+mj-lt"/>
        <a:ea typeface="+mj-ea"/>
        <a:cs typeface="+mj-cs"/>
        <a:sym typeface="Avenir Roman"/>
      </a:defRPr>
    </a:lvl1pPr>
    <a:lvl2pPr>
      <a:defRPr>
        <a:solidFill>
          <a:srgbClr val="FFFFFF"/>
        </a:solidFill>
        <a:latin typeface="+mj-lt"/>
        <a:ea typeface="+mj-ea"/>
        <a:cs typeface="+mj-cs"/>
        <a:sym typeface="Avenir Roman"/>
      </a:defRPr>
    </a:lvl2pPr>
    <a:lvl3pPr>
      <a:defRPr>
        <a:solidFill>
          <a:srgbClr val="FFFFFF"/>
        </a:solidFill>
        <a:latin typeface="+mj-lt"/>
        <a:ea typeface="+mj-ea"/>
        <a:cs typeface="+mj-cs"/>
        <a:sym typeface="Avenir Roman"/>
      </a:defRPr>
    </a:lvl3pPr>
    <a:lvl4pPr>
      <a:defRPr>
        <a:solidFill>
          <a:srgbClr val="FFFFFF"/>
        </a:solidFill>
        <a:latin typeface="+mj-lt"/>
        <a:ea typeface="+mj-ea"/>
        <a:cs typeface="+mj-cs"/>
        <a:sym typeface="Avenir Roman"/>
      </a:defRPr>
    </a:lvl4pPr>
    <a:lvl5pPr>
      <a:defRPr>
        <a:solidFill>
          <a:srgbClr val="FFFFFF"/>
        </a:solidFill>
        <a:latin typeface="+mj-lt"/>
        <a:ea typeface="+mj-ea"/>
        <a:cs typeface="+mj-cs"/>
        <a:sym typeface="Avenir Roman"/>
      </a:defRPr>
    </a:lvl5pPr>
    <a:lvl6pPr>
      <a:defRPr>
        <a:solidFill>
          <a:srgbClr val="FFFFFF"/>
        </a:solidFill>
        <a:latin typeface="+mj-lt"/>
        <a:ea typeface="+mj-ea"/>
        <a:cs typeface="+mj-cs"/>
        <a:sym typeface="Avenir Roman"/>
      </a:defRPr>
    </a:lvl6pPr>
    <a:lvl7pPr>
      <a:defRPr>
        <a:solidFill>
          <a:srgbClr val="FFFFFF"/>
        </a:solidFill>
        <a:latin typeface="+mj-lt"/>
        <a:ea typeface="+mj-ea"/>
        <a:cs typeface="+mj-cs"/>
        <a:sym typeface="Avenir Roman"/>
      </a:defRPr>
    </a:lvl7pPr>
    <a:lvl8pPr>
      <a:defRPr>
        <a:solidFill>
          <a:srgbClr val="FFFFFF"/>
        </a:solidFill>
        <a:latin typeface="+mj-lt"/>
        <a:ea typeface="+mj-ea"/>
        <a:cs typeface="+mj-cs"/>
        <a:sym typeface="Avenir Roman"/>
      </a:defRPr>
    </a:lvl8pPr>
    <a:lvl9pPr>
      <a:defRPr>
        <a:solidFill>
          <a:srgbClr val="FFFFFF"/>
        </a:solidFill>
        <a:latin typeface="+mj-lt"/>
        <a:ea typeface="+mj-ea"/>
        <a:cs typeface="+mj-cs"/>
        <a:sym typeface="Avenir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CAFFFF"/>
          </a:solidFill>
        </a:fill>
      </a:tcStyle>
    </a:wholeTbl>
    <a:band2H>
      <a:tcTxStyle/>
      <a:tcStyle>
        <a:tcBdr/>
        <a:fill>
          <a:solidFill>
            <a:srgbClr val="E6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00FFF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381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00FF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381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00FFFF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E2E2FF"/>
          </a:solidFill>
        </a:fill>
      </a:tcStyle>
    </a:wholeTbl>
    <a:band2H>
      <a:tcTxStyle/>
      <a:tcStyle>
        <a:tcBdr/>
        <a:fill>
          <a:solidFill>
            <a:srgbClr val="F1F1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AAAAF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381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AAAA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381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AAAA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F4F5CA"/>
          </a:solidFill>
        </a:fill>
      </a:tcStyle>
    </a:wholeTbl>
    <a:band2H>
      <a:tcTxStyle/>
      <a:tcStyle>
        <a:tcBdr/>
        <a:fill>
          <a:solidFill>
            <a:srgbClr val="FAFA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E2E500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381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E2E500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381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E2E500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0000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FFF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FFFFF"/>
              </a:solidFill>
              <a:prstDash val="solid"/>
              <a:bevel/>
            </a:ln>
          </a:top>
          <a:bottom>
            <a:ln w="254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bevel/>
            </a:ln>
          </a:top>
          <a:bottom>
            <a:ln w="254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FFFF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381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381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0000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solidFill>
            <a:srgbClr val="0000FF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50800" cap="flat">
              <a:solidFill>
                <a:srgbClr val="0000FF"/>
              </a:solidFill>
              <a:prstDash val="solid"/>
              <a:bevel/>
            </a:ln>
          </a:top>
          <a:bottom>
            <a:ln w="127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FF"/>
      </a:tcTxStyle>
      <a:tcStyle>
        <a:tcBdr>
          <a:left>
            <a:ln w="12700" cap="flat">
              <a:solidFill>
                <a:srgbClr val="0000FF"/>
              </a:solidFill>
              <a:prstDash val="solid"/>
              <a:bevel/>
            </a:ln>
          </a:left>
          <a:right>
            <a:ln w="12700" cap="flat">
              <a:solidFill>
                <a:srgbClr val="0000FF"/>
              </a:solidFill>
              <a:prstDash val="solid"/>
              <a:bevel/>
            </a:ln>
          </a:right>
          <a:top>
            <a:ln w="12700" cap="flat">
              <a:solidFill>
                <a:srgbClr val="0000FF"/>
              </a:solidFill>
              <a:prstDash val="solid"/>
              <a:bevel/>
            </a:ln>
          </a:top>
          <a:bottom>
            <a:ln w="25400" cap="flat">
              <a:solidFill>
                <a:srgbClr val="0000FF"/>
              </a:solidFill>
              <a:prstDash val="solid"/>
              <a:bevel/>
            </a:ln>
          </a:bottom>
          <a:insideH>
            <a:ln w="12700" cap="flat">
              <a:solidFill>
                <a:srgbClr val="0000FF"/>
              </a:solidFill>
              <a:prstDash val="solid"/>
              <a:bevel/>
            </a:ln>
          </a:insideH>
          <a:insideV>
            <a:ln w="12700" cap="flat">
              <a:solidFill>
                <a:srgbClr val="0000FF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2" d="100"/>
          <a:sy n="102" d="100"/>
        </p:scale>
        <p:origin x="18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/>
            </a:gs>
            <a:gs pos="100000">
              <a:srgbClr val="0000F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3" y="0"/>
            <a:ext cx="9131304" cy="6845302"/>
            <a:chOff x="-1" y="0"/>
            <a:chExt cx="9131302" cy="6845301"/>
          </a:xfrm>
        </p:grpSpPr>
        <p:sp>
          <p:nvSpPr>
            <p:cNvPr id="2" name="Shape 2"/>
            <p:cNvSpPr/>
            <p:nvPr/>
          </p:nvSpPr>
          <p:spPr>
            <a:xfrm>
              <a:off x="5387975" y="1585912"/>
              <a:ext cx="3743327" cy="525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50" y="21593"/>
                  </a:moveTo>
                  <a:lnTo>
                    <a:pt x="21600" y="21600"/>
                  </a:lnTo>
                  <a:lnTo>
                    <a:pt x="21600" y="9369"/>
                  </a:lnTo>
                  <a:lnTo>
                    <a:pt x="0" y="0"/>
                  </a:lnTo>
                  <a:lnTo>
                    <a:pt x="1841" y="978"/>
                  </a:lnTo>
                  <a:lnTo>
                    <a:pt x="3353" y="1819"/>
                  </a:lnTo>
                  <a:lnTo>
                    <a:pt x="5056" y="2875"/>
                  </a:lnTo>
                  <a:lnTo>
                    <a:pt x="6705" y="3990"/>
                  </a:lnTo>
                  <a:lnTo>
                    <a:pt x="9124" y="5887"/>
                  </a:lnTo>
                  <a:lnTo>
                    <a:pt x="11267" y="7902"/>
                  </a:lnTo>
                  <a:lnTo>
                    <a:pt x="12824" y="9662"/>
                  </a:lnTo>
                  <a:lnTo>
                    <a:pt x="14180" y="11481"/>
                  </a:lnTo>
                  <a:lnTo>
                    <a:pt x="15252" y="13300"/>
                  </a:lnTo>
                  <a:lnTo>
                    <a:pt x="16040" y="14963"/>
                  </a:lnTo>
                  <a:lnTo>
                    <a:pt x="16571" y="16371"/>
                  </a:lnTo>
                  <a:lnTo>
                    <a:pt x="17066" y="18112"/>
                  </a:lnTo>
                  <a:lnTo>
                    <a:pt x="17313" y="19638"/>
                  </a:lnTo>
                  <a:lnTo>
                    <a:pt x="17450" y="21593"/>
                  </a:lnTo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0000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" name="Shape 3"/>
            <p:cNvSpPr/>
            <p:nvPr/>
          </p:nvSpPr>
          <p:spPr>
            <a:xfrm>
              <a:off x="-2" y="0"/>
              <a:ext cx="8410579" cy="6845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w="12700" cap="rnd">
              <a:solidFill>
                <a:srgbClr val="3365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5" name="Shape 5"/>
          <p:cNvSpPr/>
          <p:nvPr/>
        </p:nvSpPr>
        <p:spPr>
          <a:xfrm>
            <a:off x="90486" y="6495064"/>
            <a:ext cx="1361134" cy="284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 anchor="ctr">
            <a:spAutoFit/>
          </a:bodyPr>
          <a:lstStyle>
            <a:lvl1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0">
                <a:solidFill>
                  <a:srgbClr val="FFFFFF"/>
                </a:solidFill>
              </a:rPr>
              <a:t>AO SOBERANO</a:t>
            </a:r>
          </a:p>
        </p:txBody>
      </p:sp>
      <p:sp>
        <p:nvSpPr>
          <p:cNvPr id="6" name="Shape 6"/>
          <p:cNvSpPr/>
          <p:nvPr/>
        </p:nvSpPr>
        <p:spPr>
          <a:xfrm>
            <a:off x="4294001" y="6495064"/>
            <a:ext cx="555998" cy="284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 anchor="ctr">
            <a:spAutoFit/>
          </a:bodyPr>
          <a:lstStyle>
            <a:lvl1pPr algn="ctr"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0">
                <a:solidFill>
                  <a:srgbClr val="FFFFFF"/>
                </a:solidFill>
              </a:rPr>
              <a:t>6/1/17</a:t>
            </a:r>
          </a:p>
        </p:txBody>
      </p:sp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ln w="12700">
            <a:miter lim="400000"/>
          </a:ln>
        </p:spPr>
        <p:txBody>
          <a:bodyPr lIns="44450" tIns="44450" rIns="44450" bIns="44450" anchor="ctr"/>
          <a:lstStyle/>
          <a:p>
            <a:pPr lvl="0"/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ln w="12700">
            <a:miter lim="400000"/>
          </a:ln>
        </p:spPr>
        <p:txBody>
          <a:bodyPr lIns="44450" tIns="44450" rIns="44450" bIns="44450"/>
          <a:lstStyle/>
          <a:p>
            <a:pPr lvl="0"/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1pPr>
      <a:lvl2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2pPr>
      <a:lvl3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3pPr>
      <a:lvl4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4pPr>
      <a:lvl5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5pPr>
      <a:lvl6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6pPr>
      <a:lvl7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7pPr>
      <a:lvl8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8pPr>
      <a:lvl9pPr algn="ctr">
        <a:defRPr sz="4400">
          <a:solidFill>
            <a:srgbClr val="F6BF69"/>
          </a:solidFill>
          <a:effectLst>
            <a:outerShdw blurRad="12700" dist="25400" dir="2700000" rotWithShape="0">
              <a:srgbClr val="000000"/>
            </a:outerShdw>
          </a:effectLst>
          <a:latin typeface="Arial"/>
          <a:ea typeface="Arial"/>
          <a:cs typeface="Arial"/>
          <a:sym typeface="Arial"/>
        </a:defRPr>
      </a:lvl9pPr>
    </p:titleStyle>
    <p:bodyStyle>
      <a:lvl1pPr marL="342900" indent="-342900">
        <a:spcBef>
          <a:spcPts val="700"/>
        </a:spcBef>
        <a:buClr>
          <a:srgbClr val="FAFD00"/>
        </a:buClr>
        <a:buSzPct val="75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1pPr>
      <a:lvl2pPr marL="783771" indent="-326571">
        <a:spcBef>
          <a:spcPts val="700"/>
        </a:spcBef>
        <a:buClr>
          <a:srgbClr val="FAFD00"/>
        </a:buClr>
        <a:buSzPct val="100000"/>
        <a:buFont typeface="Helvetica"/>
        <a:buChar char="–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2pPr>
      <a:lvl3pPr marL="1219200" indent="-304800">
        <a:spcBef>
          <a:spcPts val="700"/>
        </a:spcBef>
        <a:buClr>
          <a:srgbClr val="FAFD00"/>
        </a:buClr>
        <a:buSzPct val="65000"/>
        <a:buFont typeface="Helvetica"/>
        <a:buChar char="l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3pPr>
      <a:lvl4pPr marL="1737360" indent="-365760">
        <a:spcBef>
          <a:spcPts val="700"/>
        </a:spcBef>
        <a:buClr>
          <a:srgbClr val="FAFD00"/>
        </a:buClr>
        <a:buSzPct val="100000"/>
        <a:buFont typeface="Helvetica"/>
        <a:buChar char="–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4pPr>
      <a:lvl5pPr marL="2235200" indent="-406400">
        <a:spcBef>
          <a:spcPts val="700"/>
        </a:spcBef>
        <a:buClr>
          <a:srgbClr val="FAFD00"/>
        </a:buClr>
        <a:buSzPct val="100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5pPr>
      <a:lvl6pPr marL="2692400" indent="-406400">
        <a:spcBef>
          <a:spcPts val="700"/>
        </a:spcBef>
        <a:buClr>
          <a:srgbClr val="FAFD00"/>
        </a:buClr>
        <a:buSzPct val="100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6pPr>
      <a:lvl7pPr marL="3149600" indent="-406400">
        <a:spcBef>
          <a:spcPts val="700"/>
        </a:spcBef>
        <a:buClr>
          <a:srgbClr val="FAFD00"/>
        </a:buClr>
        <a:buSzPct val="100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7pPr>
      <a:lvl8pPr marL="3606800" indent="-406400">
        <a:spcBef>
          <a:spcPts val="700"/>
        </a:spcBef>
        <a:buClr>
          <a:srgbClr val="FAFD00"/>
        </a:buClr>
        <a:buSzPct val="100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8pPr>
      <a:lvl9pPr marL="4064000" indent="-406400">
        <a:spcBef>
          <a:spcPts val="700"/>
        </a:spcBef>
        <a:buClr>
          <a:srgbClr val="FAFD00"/>
        </a:buClr>
        <a:buSzPct val="100000"/>
        <a:buFont typeface="Helvetica"/>
        <a:buChar char="•"/>
        <a:defRPr sz="3200">
          <a:solidFill>
            <a:srgbClr val="FFFFFF"/>
          </a:solidFill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1pPr>
      <a:lvl2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2pPr>
      <a:lvl3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3pPr>
      <a:lvl4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4pPr>
      <a:lvl5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5pPr>
      <a:lvl6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6pPr>
      <a:lvl7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7pPr>
      <a:lvl8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8pPr>
      <a:lvl9pPr algn="r">
        <a:defRPr sz="1200">
          <a:solidFill>
            <a:schemeClr val="tx1"/>
          </a:solid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xfrm>
            <a:off x="685800" y="457198"/>
            <a:ext cx="7772400" cy="114300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defRPr sz="1800">
                <a:solidFill>
                  <a:srgbClr val="000000"/>
                </a:solidFill>
                <a:effectLst/>
              </a:defRPr>
            </a:pPr>
            <a:r>
              <a:rPr sz="4400">
                <a:solidFill>
                  <a:srgbClr val="F6BF6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AO SOBERANO</a:t>
            </a:r>
          </a:p>
        </p:txBody>
      </p:sp>
      <p:pic>
        <p:nvPicPr>
          <p:cNvPr id="19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840036" y="17208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hape 20"/>
          <p:cNvSpPr/>
          <p:nvPr/>
        </p:nvSpPr>
        <p:spPr>
          <a:xfrm>
            <a:off x="136525" y="3900487"/>
            <a:ext cx="7860904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QUEREMOS QUE FALE...</a:t>
            </a:r>
            <a:endParaRPr sz="28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QUEREMOS OUVIR...</a:t>
            </a:r>
            <a:endParaRPr sz="28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AS PALAVRAS QUE SÓ VOCÊ SABE FALAR</a:t>
            </a:r>
            <a:endParaRPr sz="28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8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O MODO QUE VOCÊ INTERPRETA AS COISAS</a:t>
            </a:r>
          </a:p>
        </p:txBody>
      </p:sp>
    </p:spTree>
  </p:cSld>
  <p:clrMapOvr>
    <a:masterClrMapping/>
  </p:clrMapOvr>
  <p:transition spd="med" advClick="0" advTm="4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297237" y="1793875"/>
            <a:ext cx="3449638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Shape 23"/>
          <p:cNvSpPr/>
          <p:nvPr/>
        </p:nvSpPr>
        <p:spPr>
          <a:xfrm>
            <a:off x="288924" y="4327525"/>
            <a:ext cx="6775501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O PRONUNCIAR DAS SUAS PALAVRAS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FAZEM COM QUE NOS SINTAMOS ÚTEIS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SUAS PALAVRAS FAZEM QUE PERSISTAMOS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EM  NOSSOS IDEAIS.</a:t>
            </a:r>
          </a:p>
        </p:txBody>
      </p:sp>
    </p:spTree>
  </p:cSld>
  <p:clrMapOvr>
    <a:masterClrMapping/>
  </p:clrMapOvr>
  <p:transition spd="slow" advClick="0" advTm="4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8400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Shape 26"/>
          <p:cNvSpPr/>
          <p:nvPr/>
        </p:nvSpPr>
        <p:spPr>
          <a:xfrm>
            <a:off x="517525" y="4251325"/>
            <a:ext cx="7193707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ESSAS PALAVRAS SÃO COMPREENDIDAS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PELO NOSSO LADO ADULTO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SUA PESSOA...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NOS PASSA SERIEDADE, EXIGÊNCIA E AMIZADE</a:t>
            </a:r>
          </a:p>
        </p:txBody>
      </p:sp>
    </p:spTree>
  </p:cSld>
  <p:clrMapOvr>
    <a:masterClrMapping/>
  </p:clrMapOvr>
  <p:transition spd="slow" advClick="0" advTm="4000">
    <p:cover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6876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hape 29"/>
          <p:cNvSpPr/>
          <p:nvPr/>
        </p:nvSpPr>
        <p:spPr>
          <a:xfrm>
            <a:off x="441325" y="4251325"/>
            <a:ext cx="7203976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SERIEDADE NO TRABALHO E NOS MOMENTOS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IMPORTANTES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EXIGÊNCIAS PELAS COISAS EXATAS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AMIZADE PELOS QUE O CERCAM</a:t>
            </a:r>
          </a:p>
        </p:txBody>
      </p:sp>
    </p:spTree>
  </p:cSld>
  <p:clrMapOvr>
    <a:masterClrMapping/>
  </p:clrMapOvr>
  <p:transition spd="slow" advClick="0" advTm="4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6114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32"/>
          <p:cNvSpPr/>
          <p:nvPr/>
        </p:nvSpPr>
        <p:spPr>
          <a:xfrm>
            <a:off x="365125" y="3946525"/>
            <a:ext cx="7739906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VOCÊ ESTÁ MARCADO EM NOSSAS VIDAS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É MAIS UM PARÁGRAFO DE NOSSA HISTÓRIA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CARREGAREMOS ISSO POR MUITO, MUITO TEMPO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POIS A SUA PESSOA NOS MARCOU DEMAIS</a:t>
            </a:r>
          </a:p>
        </p:txBody>
      </p:sp>
    </p:spTree>
  </p:cSld>
  <p:clrMapOvr>
    <a:masterClrMapping/>
  </p:clrMapOvr>
  <p:transition spd="slow" advClick="0" advTm="4000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6876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hape 35"/>
          <p:cNvSpPr/>
          <p:nvPr/>
        </p:nvSpPr>
        <p:spPr>
          <a:xfrm>
            <a:off x="669925" y="3946525"/>
            <a:ext cx="5510461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PELA SUA PESSOA...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FOMOS TRATADOS COMO ADULTOS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PARA VOCÊ...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NOSSAS IDÉIAS FORAM EXPOSTAS</a:t>
            </a:r>
          </a:p>
        </p:txBody>
      </p:sp>
    </p:spTree>
  </p:cSld>
  <p:clrMapOvr>
    <a:masterClrMapping/>
  </p:clrMapOvr>
  <p:transition spd="slow" advClick="0" advTm="4000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638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Shape 38"/>
          <p:cNvSpPr/>
          <p:nvPr/>
        </p:nvSpPr>
        <p:spPr>
          <a:xfrm>
            <a:off x="441325" y="3870325"/>
            <a:ext cx="7384802" cy="193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NUMA MESA CHEIA DE SUGESTÕES  E FUTURAS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PERGUNTAS E RESPOSTAS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FOI MARAVILHOSO TE CONHECER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SAIBA QUE VOCÊ OCUPA UM IMENSO LUGAR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EM NOSSOS CORAÇÕES.</a:t>
            </a:r>
          </a:p>
        </p:txBody>
      </p:sp>
    </p:spTree>
  </p:cSld>
  <p:clrMapOvr>
    <a:masterClrMapping/>
  </p:clrMapOvr>
  <p:transition spd="slow" advClick="0" advTm="4000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9162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hape 41"/>
          <p:cNvSpPr/>
          <p:nvPr/>
        </p:nvSpPr>
        <p:spPr>
          <a:xfrm>
            <a:off x="593724" y="3870325"/>
            <a:ext cx="6814494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POIS VOCÊ NOS PREPAROU PARA O MUNDO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COM VOCÊ SABEMOS O QUE É O VALOR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APRENDEMOS A VALORIZAR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 SER VALORIZADO</a:t>
            </a:r>
          </a:p>
        </p:txBody>
      </p:sp>
    </p:spTree>
  </p:cSld>
  <p:clrMapOvr>
    <a:masterClrMapping/>
  </p:clrMapOvr>
  <p:transition spd="slow" advClick="0" advTm="4000"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638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Shape 44"/>
          <p:cNvSpPr/>
          <p:nvPr/>
        </p:nvSpPr>
        <p:spPr>
          <a:xfrm>
            <a:off x="517524" y="4175125"/>
            <a:ext cx="6469659" cy="119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COMPREENDER E SER COMPREENDIDO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QUERER E SER QUERIDO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OUVIR E SER OUVIDO</a:t>
            </a:r>
          </a:p>
        </p:txBody>
      </p:sp>
    </p:spTree>
  </p:cSld>
  <p:clrMapOvr>
    <a:masterClrMapping/>
  </p:clrMapOvr>
  <p:transition spd="slow" advClick="0" advTm="4000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8400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Shape 47"/>
          <p:cNvSpPr/>
          <p:nvPr/>
        </p:nvSpPr>
        <p:spPr>
          <a:xfrm>
            <a:off x="441325" y="3794124"/>
            <a:ext cx="7272884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PALAVRA “VOCÊ” QUE FOI USADA EM ALGUNS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PARÁGRAFOS, NÃO QUER DIZER FALTA DE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RESPEITO, NÃO A INTERPRETE ASSIM.</a:t>
            </a:r>
          </a:p>
        </p:txBody>
      </p:sp>
    </p:spTree>
  </p:cSld>
  <p:clrMapOvr>
    <a:masterClrMapping/>
  </p:clrMapOvr>
  <p:transition spd="slow" advClick="0" advTm="4000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9924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hape 50"/>
          <p:cNvSpPr/>
          <p:nvPr/>
        </p:nvSpPr>
        <p:spPr>
          <a:xfrm>
            <a:off x="288924" y="3870325"/>
            <a:ext cx="571301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24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VAMOS BRINCAR DE FAZ-DE-CONTA...</a:t>
            </a:r>
          </a:p>
        </p:txBody>
      </p:sp>
    </p:spTree>
  </p:cSld>
  <p:clrMapOvr>
    <a:masterClrMapping/>
  </p:clrMapOvr>
  <p:transition spd="slow" advClick="0" advTm="4000">
    <p:blind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840036" y="17970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Shape 53"/>
          <p:cNvSpPr/>
          <p:nvPr/>
        </p:nvSpPr>
        <p:spPr>
          <a:xfrm>
            <a:off x="288924" y="3946525"/>
            <a:ext cx="6911530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ENTÃO FAZ-DE-CONTA QUE A PALAVRA VOCÊ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É UMA FORMA DE DIZERMOS...</a:t>
            </a:r>
          </a:p>
        </p:txBody>
      </p:sp>
    </p:spTree>
  </p:cSld>
  <p:clrMapOvr>
    <a:masterClrMapping/>
  </p:clrMapOvr>
  <p:transition spd="slow" advClick="0" advTm="4000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840036" y="1809750"/>
            <a:ext cx="3449639" cy="5000625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Shape 56"/>
          <p:cNvSpPr/>
          <p:nvPr/>
        </p:nvSpPr>
        <p:spPr>
          <a:xfrm>
            <a:off x="5241924" y="5256212"/>
            <a:ext cx="317587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36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OS COBAIAS !</a:t>
            </a:r>
          </a:p>
        </p:txBody>
      </p:sp>
      <p:sp>
        <p:nvSpPr>
          <p:cNvPr id="57" name="Shape 57"/>
          <p:cNvSpPr/>
          <p:nvPr/>
        </p:nvSpPr>
        <p:spPr>
          <a:xfrm>
            <a:off x="441325" y="669925"/>
            <a:ext cx="5340450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4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ADORAMOS VOCÊ </a:t>
            </a: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!</a:t>
            </a:r>
          </a:p>
        </p:txBody>
      </p:sp>
    </p:spTree>
  </p:cSld>
  <p:clrMapOvr>
    <a:masterClrMapping/>
  </p:clrMapOvr>
  <p:transition spd="slow" advClick="0" advTm="4000">
    <p:cover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71775" y="1779586"/>
            <a:ext cx="3570288" cy="3522664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hape 60"/>
          <p:cNvSpPr/>
          <p:nvPr/>
        </p:nvSpPr>
        <p:spPr>
          <a:xfrm>
            <a:off x="288925" y="746124"/>
            <a:ext cx="2303959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ALESSANDRA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GEOVANE</a:t>
            </a:r>
          </a:p>
        </p:txBody>
      </p:sp>
      <p:sp>
        <p:nvSpPr>
          <p:cNvPr id="61" name="Shape 61"/>
          <p:cNvSpPr/>
          <p:nvPr/>
        </p:nvSpPr>
        <p:spPr>
          <a:xfrm>
            <a:off x="6080124" y="4937125"/>
            <a:ext cx="1693765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GRAZIELA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JUCEIR</a:t>
            </a:r>
          </a:p>
        </p:txBody>
      </p:sp>
      <p:sp>
        <p:nvSpPr>
          <p:cNvPr id="62" name="Shape 62"/>
          <p:cNvSpPr/>
          <p:nvPr/>
        </p:nvSpPr>
        <p:spPr>
          <a:xfrm>
            <a:off x="6003924" y="822325"/>
            <a:ext cx="1727549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LUCRÉCIA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LÍBIA</a:t>
            </a:r>
          </a:p>
        </p:txBody>
      </p:sp>
      <p:sp>
        <p:nvSpPr>
          <p:cNvPr id="63" name="Shape 63"/>
          <p:cNvSpPr/>
          <p:nvPr/>
        </p:nvSpPr>
        <p:spPr>
          <a:xfrm>
            <a:off x="212724" y="4860925"/>
            <a:ext cx="1473499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MANOEL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PATRÍCIA</a:t>
            </a:r>
          </a:p>
        </p:txBody>
      </p:sp>
      <p:sp>
        <p:nvSpPr>
          <p:cNvPr id="64" name="Shape 64"/>
          <p:cNvSpPr/>
          <p:nvPr/>
        </p:nvSpPr>
        <p:spPr>
          <a:xfrm>
            <a:off x="3108324" y="6232525"/>
            <a:ext cx="1366641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24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VALÉRIA</a:t>
            </a:r>
          </a:p>
        </p:txBody>
      </p:sp>
      <p:sp>
        <p:nvSpPr>
          <p:cNvPr id="65" name="Shape 65"/>
          <p:cNvSpPr/>
          <p:nvPr/>
        </p:nvSpPr>
        <p:spPr>
          <a:xfrm>
            <a:off x="3336924" y="5622925"/>
            <a:ext cx="1078658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24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PAULA</a:t>
            </a:r>
          </a:p>
        </p:txBody>
      </p:sp>
    </p:spTree>
  </p:cSld>
  <p:clrMapOvr>
    <a:masterClrMapping/>
  </p:clrMapOvr>
  <p:transition spd="slow" advClick="0" advTm="4000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309687" y="338136"/>
            <a:ext cx="6480177" cy="6392864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hape 68"/>
          <p:cNvSpPr/>
          <p:nvPr/>
        </p:nvSpPr>
        <p:spPr>
          <a:xfrm>
            <a:off x="2803524" y="2208211"/>
            <a:ext cx="177815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36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600">
                <a:solidFill>
                  <a:srgbClr val="FFFFFF"/>
                </a:solidFill>
              </a:rPr>
              <a:t>MAGDA</a:t>
            </a:r>
          </a:p>
        </p:txBody>
      </p:sp>
      <p:sp>
        <p:nvSpPr>
          <p:cNvPr id="69" name="Shape 69"/>
          <p:cNvSpPr/>
          <p:nvPr/>
        </p:nvSpPr>
        <p:spPr>
          <a:xfrm>
            <a:off x="4251325" y="3322637"/>
            <a:ext cx="178831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32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VALÉRIA</a:t>
            </a:r>
          </a:p>
        </p:txBody>
      </p:sp>
      <p:sp>
        <p:nvSpPr>
          <p:cNvPr id="70" name="Shape 70"/>
          <p:cNvSpPr/>
          <p:nvPr/>
        </p:nvSpPr>
        <p:spPr>
          <a:xfrm>
            <a:off x="3108325" y="4465637"/>
            <a:ext cx="184031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32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EDGARD</a:t>
            </a:r>
          </a:p>
        </p:txBody>
      </p:sp>
    </p:spTree>
  </p:cSld>
  <p:clrMapOvr>
    <a:masterClrMapping/>
  </p:clrMapOvr>
  <p:transition advClick="0" advTm="4000"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1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308100" y="212725"/>
            <a:ext cx="6497638" cy="6656389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Shape 73"/>
          <p:cNvSpPr/>
          <p:nvPr/>
        </p:nvSpPr>
        <p:spPr>
          <a:xfrm>
            <a:off x="1812925" y="2460625"/>
            <a:ext cx="5043178" cy="17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AMIGOS PARA</a:t>
            </a:r>
            <a:endParaRPr sz="5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5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     SEMPRE !</a:t>
            </a:r>
          </a:p>
        </p:txBody>
      </p:sp>
    </p:spTree>
  </p:cSld>
  <p:clrMapOvr>
    <a:masterClrMapping/>
  </p:clrMapOvr>
  <p:transition spd="slow" advClick="0" advTm="4000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1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06437" y="242886"/>
            <a:ext cx="7683501" cy="6577015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Shape 76"/>
          <p:cNvSpPr/>
          <p:nvPr/>
        </p:nvSpPr>
        <p:spPr>
          <a:xfrm>
            <a:off x="974723" y="1431924"/>
            <a:ext cx="5437239" cy="524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SEM       DATA       PARA,          QUE  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ESSAS       PALAVRAS       SEJAM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 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                  LEMBRADAS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A          TODO          TEMPO !</a:t>
            </a: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endParaRPr sz="2400">
              <a:latin typeface="Arial MT Black"/>
              <a:ea typeface="Arial MT Black"/>
              <a:cs typeface="Arial MT Black"/>
              <a:sym typeface="Arial MT Black"/>
            </a:endParaRPr>
          </a:p>
          <a:p>
            <a:pPr lvl="0">
              <a:defRPr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latin typeface="Arial MT Black"/>
                <a:ea typeface="Arial MT Black"/>
                <a:cs typeface="Arial MT Black"/>
                <a:sym typeface="Arial MT Black"/>
              </a:rPr>
              <a:t>                         TURMA DA TARDE !</a:t>
            </a:r>
          </a:p>
        </p:txBody>
      </p:sp>
    </p:spTree>
  </p:cSld>
  <p:clrMapOvr>
    <a:masterClrMapping/>
  </p:clrMapOvr>
  <p:transition spd="slow"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1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941511" y="44450"/>
            <a:ext cx="4467228" cy="6842125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79"/>
          <p:cNvSpPr/>
          <p:nvPr/>
        </p:nvSpPr>
        <p:spPr>
          <a:xfrm>
            <a:off x="6613525" y="5135562"/>
            <a:ext cx="1836936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4450" tIns="44450" rIns="44450" bIns="44450">
            <a:spAutoFit/>
          </a:bodyPr>
          <a:lstStyle>
            <a:lvl1pPr>
              <a:defRPr sz="6000">
                <a:latin typeface="Arial MT Black"/>
                <a:ea typeface="Arial MT Black"/>
                <a:cs typeface="Arial MT Black"/>
                <a:sym typeface="Arial MT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000">
                <a:solidFill>
                  <a:srgbClr val="FFFFFF"/>
                </a:solidFill>
              </a:rPr>
              <a:t>FIM !</a:t>
            </a:r>
          </a:p>
        </p:txBody>
      </p:sp>
    </p:spTree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FFFF"/>
      </a:accent1>
      <a:accent2>
        <a:srgbClr val="FAFD00"/>
      </a:accent2>
      <a:accent3>
        <a:srgbClr val="AAAAFF"/>
      </a:accent3>
      <a:accent4>
        <a:srgbClr val="DADADA"/>
      </a:accent4>
      <a:accent5>
        <a:srgbClr val="AAFFFF"/>
      </a:accent5>
      <a:accent6>
        <a:srgbClr val="E2E500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FF"/>
        </a:solidFill>
        <a:ln w="25400" cap="flat">
          <a:solidFill>
            <a:srgbClr val="00FFFF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FFFF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FFFF"/>
      </a:accent1>
      <a:accent2>
        <a:srgbClr val="FAFD00"/>
      </a:accent2>
      <a:accent3>
        <a:srgbClr val="AAAAFF"/>
      </a:accent3>
      <a:accent4>
        <a:srgbClr val="DADADA"/>
      </a:accent4>
      <a:accent5>
        <a:srgbClr val="AAFFFF"/>
      </a:accent5>
      <a:accent6>
        <a:srgbClr val="E2E500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FF"/>
        </a:solidFill>
        <a:ln w="25400" cap="flat">
          <a:solidFill>
            <a:srgbClr val="00FFFF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FFFF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Macintosh PowerPoint</Application>
  <PresentationFormat>Apresentação na tela (4:3)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Arial MT Black</vt:lpstr>
      <vt:lpstr>Avenir Roman</vt:lpstr>
      <vt:lpstr>Helvetica</vt:lpstr>
      <vt:lpstr>Times New Roman</vt:lpstr>
      <vt:lpstr>Default</vt:lpstr>
      <vt:lpstr>AO SOBERANO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 SOBERANO</dc:title>
  <cp:lastModifiedBy>EDGARD ALEXANDRE ROMANATO</cp:lastModifiedBy>
  <cp:revision>1</cp:revision>
  <dcterms:modified xsi:type="dcterms:W3CDTF">2022-06-13T13:34:38Z</dcterms:modified>
</cp:coreProperties>
</file>