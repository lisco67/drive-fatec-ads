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62" r:id="rId4"/>
    <p:sldId id="256" r:id="rId5"/>
    <p:sldId id="257" r:id="rId6"/>
    <p:sldId id="258" r:id="rId7"/>
    <p:sldId id="260" r:id="rId8"/>
    <p:sldId id="261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é Benedito Leandro" initials="JBL" lastIdx="1" clrIdx="0">
    <p:extLst>
      <p:ext uri="{19B8F6BF-5375-455C-9EA6-DF929625EA0E}">
        <p15:presenceInfo xmlns:p15="http://schemas.microsoft.com/office/powerpoint/2012/main" userId="231829674_tp_dropbox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F9B90-32A0-C14D-BF7C-553D187E3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1AC1C4-DCFF-3A4A-AE53-BDA0B7BC7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A5185-337D-B446-AFC2-8E2D9AF5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5B649E-9278-D744-AF46-ED8A0FB8C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65175C-0CBE-CF49-8998-37A5750B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80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839F1-3C19-8744-A6F1-0A97D251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BBC367-EB15-7240-A9A7-2CAD35F7F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9846F5-2D92-FD4D-9626-573913D6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EDC559-7158-7A40-9272-0F723E10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4D9B29-70EF-4D4B-BBCC-2A7477E5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457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6BFD0-36E3-174F-B02D-53B0A2CB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78861C-2002-7A4C-AD7A-EA19A304F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374D9B-6AF7-8E42-8209-CE5BB5EC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41A459-A229-0643-91D3-1FE96F49B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4FFA41-D369-8946-B92F-51D22134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444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3C750-35BA-B849-80FE-D94FC63D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BA91B7-3B12-F94F-8849-C70D977AC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8622B0-3D0E-764B-A1D2-FAE3FDE54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8B9288-F011-BC4C-880B-7B6F3090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31A071-99F2-2347-8AB2-3C83C672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6EBF54-F4A0-D547-A128-6F568692E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78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2EEE-D80B-CA48-8ACB-8C2705577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CB0726-CF3C-FB48-BD7B-07BC51581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2FE46D-5667-6744-B526-6E457888A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13933BC-DE01-4446-B6E7-D1CA62F5F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7DE70C-FEEC-3043-AC39-249530E1B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F314B7B-B874-E74D-9BD8-A58326E4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4E420E1-E3A3-6849-B730-70E4A23B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40850A3-BD2A-404A-94E6-5FB5D5C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86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E2833-E262-4E4A-A17C-0DB3291A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8C1760-6106-3448-B6F2-87608AC6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79DC41-6A33-7546-BDFC-57084A19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9A0240C-6BEA-714B-BABC-038F401D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44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878AE47-3EB7-DE44-B6BF-8F8A1351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8827E2-F480-7A44-B663-CC8D71DF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0133BE-8325-4343-84DF-5ECE2A45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73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2E351-45D0-4C44-90E8-F2D084F2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9C07A4-5A25-714A-AF59-1BA7D60EF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AAC26-8CFB-BC4A-866D-204AA8F72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19948E-1ED8-A34D-BD2C-DEF2AE2E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C43EAC-05F0-F446-93F6-49419977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682539-09F9-BA45-A249-2E8E21B7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918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4FCF2-2B99-5C4E-BF27-89046E629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EAF14B0-0350-4940-B0FE-BFF2B994E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C800ED-2FCD-3B48-9CCF-8968852D0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DB6A99-1544-8042-BB98-E418C20C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646B1D-7672-A24A-940E-6B17A24A1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370DE7-8006-0E49-B14A-59845D5CD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288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B0D09-39E8-8749-9E94-200438CA8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D347C5-0C90-7948-BE46-59ECFF234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92390E-EE86-3743-8927-0CDC37BF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90932D-95FE-D042-A6CA-8270A2DC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9ABC5D-04D2-474E-A59A-C986AB3F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691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65A904-60A7-5A46-BE5B-6E923203F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23E84A-A1FB-5B40-89FD-FDD6C3DE7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35CD6-9F94-8E48-A329-AE153A312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170E35-1081-9240-9E69-D542F51D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747056-21A3-904E-BCF4-169C3130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278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61EB4D1-4CA3-F040-A5EA-C5E79F4AB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34DCC0-47FB-904C-A86C-C42323EDA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9F9DED-4D21-0842-A834-7E732CB30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43FAF-39FA-D645-9B98-88AD1E8A4A6D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DCDA14-D5B5-794A-8122-8CABA868F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88E786-79B5-E14E-BA6D-5ABB5C437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C5D45-9B1D-EA45-8FE5-83CFCBF46F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58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FF2AF-9DA7-D64A-B200-EEADAA6D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Tipos de empreendedores </a:t>
            </a:r>
          </a:p>
        </p:txBody>
      </p:sp>
    </p:spTree>
    <p:extLst>
      <p:ext uri="{BB962C8B-B14F-4D97-AF65-F5344CB8AC3E}">
        <p14:creationId xmlns:p14="http://schemas.microsoft.com/office/powerpoint/2010/main" val="78952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74" y="89209"/>
            <a:ext cx="9268128" cy="6958361"/>
          </a:xfrm>
        </p:spPr>
      </p:pic>
    </p:spTree>
    <p:extLst>
      <p:ext uri="{BB962C8B-B14F-4D97-AF65-F5344CB8AC3E}">
        <p14:creationId xmlns:p14="http://schemas.microsoft.com/office/powerpoint/2010/main" val="133448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69" y="161905"/>
            <a:ext cx="11904169" cy="6696095"/>
          </a:xfrm>
        </p:spPr>
      </p:pic>
    </p:spTree>
    <p:extLst>
      <p:ext uri="{BB962C8B-B14F-4D97-AF65-F5344CB8AC3E}">
        <p14:creationId xmlns:p14="http://schemas.microsoft.com/office/powerpoint/2010/main" val="3066713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BD4C6255-F5E8-C24F-9EE3-6EE193770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09" y="211666"/>
            <a:ext cx="11478381" cy="643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2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7A3ACD01-4BAF-A745-A4C4-DBE559D50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" y="0"/>
            <a:ext cx="11974285" cy="659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48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B5068188-0D2C-F741-99F5-7AFCABBDE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278" y="181428"/>
            <a:ext cx="8066675" cy="649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3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2D9EFED2-41D2-3D4B-84BF-9E5561FF5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33" y="170259"/>
            <a:ext cx="10652897" cy="651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2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D0C8C894-BCAA-D945-B377-051C9F991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18" y="266095"/>
            <a:ext cx="11680163" cy="613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99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251" y="1048215"/>
            <a:ext cx="12236251" cy="5217215"/>
          </a:xfrm>
        </p:spPr>
      </p:pic>
    </p:spTree>
    <p:extLst>
      <p:ext uri="{BB962C8B-B14F-4D97-AF65-F5344CB8AC3E}">
        <p14:creationId xmlns:p14="http://schemas.microsoft.com/office/powerpoint/2010/main" val="203872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AD28A-673A-D943-92FD-95689E4C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Processo empreendedor de negócios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9" y="1690688"/>
            <a:ext cx="11733873" cy="3393975"/>
          </a:xfrm>
        </p:spPr>
      </p:pic>
    </p:spTree>
    <p:extLst>
      <p:ext uri="{BB962C8B-B14F-4D97-AF65-F5344CB8AC3E}">
        <p14:creationId xmlns:p14="http://schemas.microsoft.com/office/powerpoint/2010/main" val="4288055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6945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Tipos de empreendedores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Processo empreendedor de negócios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aula</cp:lastModifiedBy>
  <cp:revision>5</cp:revision>
  <dcterms:modified xsi:type="dcterms:W3CDTF">2018-08-28T10:46:59Z</dcterms:modified>
</cp:coreProperties>
</file>