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4"/>
  </p:sldMasterIdLst>
  <p:sldIdLst>
    <p:sldId id="256" r:id="rId5"/>
    <p:sldId id="257" r:id="rId6"/>
    <p:sldId id="258" r:id="rId7"/>
    <p:sldId id="271" r:id="rId8"/>
    <p:sldId id="259" r:id="rId9"/>
    <p:sldId id="274" r:id="rId10"/>
    <p:sldId id="260" r:id="rId11"/>
    <p:sldId id="275" r:id="rId12"/>
    <p:sldId id="261" r:id="rId13"/>
    <p:sldId id="262" r:id="rId14"/>
    <p:sldId id="276" r:id="rId15"/>
    <p:sldId id="278" r:id="rId16"/>
    <p:sldId id="277" r:id="rId17"/>
    <p:sldId id="263" r:id="rId18"/>
    <p:sldId id="270" r:id="rId19"/>
    <p:sldId id="267" r:id="rId20"/>
    <p:sldId id="268" r:id="rId21"/>
    <p:sldId id="269" r:id="rId22"/>
    <p:sldId id="264" r:id="rId23"/>
    <p:sldId id="272" r:id="rId24"/>
    <p:sldId id="273" r:id="rId25"/>
    <p:sldId id="266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9707C5-5A63-4E86-B941-56BA2153521E}" v="42" dt="2020-06-09T05:05:44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LEANDRO" userId="bfea5a1e-277c-4a0f-9682-19b0a5101103" providerId="ADAL" clId="{5A9707C5-5A63-4E86-B941-56BA2153521E}"/>
    <pc:docChg chg="undo custSel addSld delSld modSld modMainMaster">
      <pc:chgData name="JOSE LEANDRO" userId="bfea5a1e-277c-4a0f-9682-19b0a5101103" providerId="ADAL" clId="{5A9707C5-5A63-4E86-B941-56BA2153521E}" dt="2020-06-09T10:55:27.089" v="3898" actId="20577"/>
      <pc:docMkLst>
        <pc:docMk/>
      </pc:docMkLst>
      <pc:sldChg chg="modSp mod setBg">
        <pc:chgData name="JOSE LEANDRO" userId="bfea5a1e-277c-4a0f-9682-19b0a5101103" providerId="ADAL" clId="{5A9707C5-5A63-4E86-B941-56BA2153521E}" dt="2020-06-09T10:55:27.089" v="3898" actId="20577"/>
        <pc:sldMkLst>
          <pc:docMk/>
          <pc:sldMk cId="1496343808" sldId="256"/>
        </pc:sldMkLst>
        <pc:spChg chg="mod">
          <ac:chgData name="JOSE LEANDRO" userId="bfea5a1e-277c-4a0f-9682-19b0a5101103" providerId="ADAL" clId="{5A9707C5-5A63-4E86-B941-56BA2153521E}" dt="2020-06-09T10:55:27.089" v="3898" actId="20577"/>
          <ac:spMkLst>
            <pc:docMk/>
            <pc:sldMk cId="1496343808" sldId="256"/>
            <ac:spMk id="5" creationId="{009B70A5-334A-49F1-9BD5-9C9D96A271DE}"/>
          </ac:spMkLst>
        </pc:spChg>
        <pc:spChg chg="mod">
          <ac:chgData name="JOSE LEANDRO" userId="bfea5a1e-277c-4a0f-9682-19b0a5101103" providerId="ADAL" clId="{5A9707C5-5A63-4E86-B941-56BA2153521E}" dt="2020-06-09T03:05:13.725" v="196" actId="255"/>
          <ac:spMkLst>
            <pc:docMk/>
            <pc:sldMk cId="1496343808" sldId="256"/>
            <ac:spMk id="6" creationId="{FC68DE7D-DA91-4EB7-8144-680615210BA0}"/>
          </ac:spMkLst>
        </pc:spChg>
      </pc:sldChg>
      <pc:sldChg chg="addSp delSp modSp add mod">
        <pc:chgData name="JOSE LEANDRO" userId="bfea5a1e-277c-4a0f-9682-19b0a5101103" providerId="ADAL" clId="{5A9707C5-5A63-4E86-B941-56BA2153521E}" dt="2020-06-09T03:43:34.091" v="338" actId="14100"/>
        <pc:sldMkLst>
          <pc:docMk/>
          <pc:sldMk cId="2530224833" sldId="257"/>
        </pc:sldMkLst>
        <pc:spChg chg="add mod">
          <ac:chgData name="JOSE LEANDRO" userId="bfea5a1e-277c-4a0f-9682-19b0a5101103" providerId="ADAL" clId="{5A9707C5-5A63-4E86-B941-56BA2153521E}" dt="2020-06-09T03:07:08.829" v="200" actId="14100"/>
          <ac:spMkLst>
            <pc:docMk/>
            <pc:sldMk cId="2530224833" sldId="257"/>
            <ac:spMk id="3" creationId="{AD7C5D2A-26FB-4B17-940E-FD31A0323DD4}"/>
          </ac:spMkLst>
        </pc:spChg>
        <pc:spChg chg="del">
          <ac:chgData name="JOSE LEANDRO" userId="bfea5a1e-277c-4a0f-9682-19b0a5101103" providerId="ADAL" clId="{5A9707C5-5A63-4E86-B941-56BA2153521E}" dt="2020-06-09T03:06:44.589" v="197" actId="478"/>
          <ac:spMkLst>
            <pc:docMk/>
            <pc:sldMk cId="2530224833" sldId="257"/>
            <ac:spMk id="5" creationId="{009B70A5-334A-49F1-9BD5-9C9D96A271DE}"/>
          </ac:spMkLst>
        </pc:spChg>
        <pc:spChg chg="del mod">
          <ac:chgData name="JOSE LEANDRO" userId="bfea5a1e-277c-4a0f-9682-19b0a5101103" providerId="ADAL" clId="{5A9707C5-5A63-4E86-B941-56BA2153521E}" dt="2020-06-09T03:39:16.803" v="322" actId="931"/>
          <ac:spMkLst>
            <pc:docMk/>
            <pc:sldMk cId="2530224833" sldId="257"/>
            <ac:spMk id="6" creationId="{FC68DE7D-DA91-4EB7-8144-680615210BA0}"/>
          </ac:spMkLst>
        </pc:spChg>
        <pc:spChg chg="add del mod">
          <ac:chgData name="JOSE LEANDRO" userId="bfea5a1e-277c-4a0f-9682-19b0a5101103" providerId="ADAL" clId="{5A9707C5-5A63-4E86-B941-56BA2153521E}" dt="2020-06-09T03:43:15.315" v="332" actId="931"/>
          <ac:spMkLst>
            <pc:docMk/>
            <pc:sldMk cId="2530224833" sldId="257"/>
            <ac:spMk id="9" creationId="{29DE76D5-F664-40BC-A42F-C73E7B9DDD20}"/>
          </ac:spMkLst>
        </pc:spChg>
        <pc:picChg chg="add del mod">
          <ac:chgData name="JOSE LEANDRO" userId="bfea5a1e-277c-4a0f-9682-19b0a5101103" providerId="ADAL" clId="{5A9707C5-5A63-4E86-B941-56BA2153521E}" dt="2020-06-09T03:43:10.223" v="331" actId="478"/>
          <ac:picMkLst>
            <pc:docMk/>
            <pc:sldMk cId="2530224833" sldId="257"/>
            <ac:picMk id="7" creationId="{9202EAEB-F57D-4FA1-86E7-B0EA7FDD6024}"/>
          </ac:picMkLst>
        </pc:picChg>
        <pc:picChg chg="add mod">
          <ac:chgData name="JOSE LEANDRO" userId="bfea5a1e-277c-4a0f-9682-19b0a5101103" providerId="ADAL" clId="{5A9707C5-5A63-4E86-B941-56BA2153521E}" dt="2020-06-09T03:43:34.091" v="338" actId="14100"/>
          <ac:picMkLst>
            <pc:docMk/>
            <pc:sldMk cId="2530224833" sldId="257"/>
            <ac:picMk id="11" creationId="{87EC1927-CFE4-4BB7-A1FB-063F9C669EC8}"/>
          </ac:picMkLst>
        </pc:picChg>
      </pc:sldChg>
      <pc:sldChg chg="new del">
        <pc:chgData name="JOSE LEANDRO" userId="bfea5a1e-277c-4a0f-9682-19b0a5101103" providerId="ADAL" clId="{5A9707C5-5A63-4E86-B941-56BA2153521E}" dt="2020-06-09T02:53:04.754" v="133" actId="47"/>
        <pc:sldMkLst>
          <pc:docMk/>
          <pc:sldMk cId="4121449752" sldId="257"/>
        </pc:sldMkLst>
      </pc:sldChg>
      <pc:sldChg chg="modSp add mod">
        <pc:chgData name="JOSE LEANDRO" userId="bfea5a1e-277c-4a0f-9682-19b0a5101103" providerId="ADAL" clId="{5A9707C5-5A63-4E86-B941-56BA2153521E}" dt="2020-06-09T03:59:02.366" v="698" actId="20577"/>
        <pc:sldMkLst>
          <pc:docMk/>
          <pc:sldMk cId="2522701601" sldId="258"/>
        </pc:sldMkLst>
        <pc:spChg chg="mod">
          <ac:chgData name="JOSE LEANDRO" userId="bfea5a1e-277c-4a0f-9682-19b0a5101103" providerId="ADAL" clId="{5A9707C5-5A63-4E86-B941-56BA2153521E}" dt="2020-06-09T03:50:06.170" v="350"/>
          <ac:spMkLst>
            <pc:docMk/>
            <pc:sldMk cId="2522701601" sldId="258"/>
            <ac:spMk id="3" creationId="{AD7C5D2A-26FB-4B17-940E-FD31A0323DD4}"/>
          </ac:spMkLst>
        </pc:spChg>
        <pc:spChg chg="mod">
          <ac:chgData name="JOSE LEANDRO" userId="bfea5a1e-277c-4a0f-9682-19b0a5101103" providerId="ADAL" clId="{5A9707C5-5A63-4E86-B941-56BA2153521E}" dt="2020-06-09T03:59:02.366" v="698" actId="20577"/>
          <ac:spMkLst>
            <pc:docMk/>
            <pc:sldMk cId="2522701601" sldId="258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18:22.234" v="2054" actId="20577"/>
        <pc:sldMkLst>
          <pc:docMk/>
          <pc:sldMk cId="152165941" sldId="259"/>
        </pc:sldMkLst>
        <pc:spChg chg="mod">
          <ac:chgData name="JOSE LEANDRO" userId="bfea5a1e-277c-4a0f-9682-19b0a5101103" providerId="ADAL" clId="{5A9707C5-5A63-4E86-B941-56BA2153521E}" dt="2020-06-09T03:09:12.422" v="226" actId="27636"/>
          <ac:spMkLst>
            <pc:docMk/>
            <pc:sldMk cId="152165941" sldId="259"/>
            <ac:spMk id="3" creationId="{AD7C5D2A-26FB-4B17-940E-FD31A0323DD4}"/>
          </ac:spMkLst>
        </pc:spChg>
        <pc:spChg chg="mod">
          <ac:chgData name="JOSE LEANDRO" userId="bfea5a1e-277c-4a0f-9682-19b0a5101103" providerId="ADAL" clId="{5A9707C5-5A63-4E86-B941-56BA2153521E}" dt="2020-06-09T04:18:22.234" v="2054" actId="20577"/>
          <ac:spMkLst>
            <pc:docMk/>
            <pc:sldMk cId="152165941" sldId="259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32:14.926" v="2575" actId="14100"/>
        <pc:sldMkLst>
          <pc:docMk/>
          <pc:sldMk cId="197022516" sldId="260"/>
        </pc:sldMkLst>
        <pc:spChg chg="mod">
          <ac:chgData name="JOSE LEANDRO" userId="bfea5a1e-277c-4a0f-9682-19b0a5101103" providerId="ADAL" clId="{5A9707C5-5A63-4E86-B941-56BA2153521E}" dt="2020-06-09T03:09:30.850" v="232" actId="20577"/>
          <ac:spMkLst>
            <pc:docMk/>
            <pc:sldMk cId="197022516" sldId="260"/>
            <ac:spMk id="3" creationId="{AD7C5D2A-26FB-4B17-940E-FD31A0323DD4}"/>
          </ac:spMkLst>
        </pc:spChg>
        <pc:spChg chg="mod">
          <ac:chgData name="JOSE LEANDRO" userId="bfea5a1e-277c-4a0f-9682-19b0a5101103" providerId="ADAL" clId="{5A9707C5-5A63-4E86-B941-56BA2153521E}" dt="2020-06-09T04:32:14.926" v="2575" actId="14100"/>
          <ac:spMkLst>
            <pc:docMk/>
            <pc:sldMk cId="197022516" sldId="260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38:25.345" v="2728" actId="115"/>
        <pc:sldMkLst>
          <pc:docMk/>
          <pc:sldMk cId="2605980053" sldId="261"/>
        </pc:sldMkLst>
        <pc:spChg chg="mod">
          <ac:chgData name="JOSE LEANDRO" userId="bfea5a1e-277c-4a0f-9682-19b0a5101103" providerId="ADAL" clId="{5A9707C5-5A63-4E86-B941-56BA2153521E}" dt="2020-06-09T03:09:52.204" v="240" actId="27636"/>
          <ac:spMkLst>
            <pc:docMk/>
            <pc:sldMk cId="2605980053" sldId="261"/>
            <ac:spMk id="3" creationId="{AD7C5D2A-26FB-4B17-940E-FD31A0323DD4}"/>
          </ac:spMkLst>
        </pc:spChg>
        <pc:spChg chg="mod">
          <ac:chgData name="JOSE LEANDRO" userId="bfea5a1e-277c-4a0f-9682-19b0a5101103" providerId="ADAL" clId="{5A9707C5-5A63-4E86-B941-56BA2153521E}" dt="2020-06-09T04:38:25.345" v="2728" actId="115"/>
          <ac:spMkLst>
            <pc:docMk/>
            <pc:sldMk cId="2605980053" sldId="261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43:29.854" v="2936" actId="20577"/>
        <pc:sldMkLst>
          <pc:docMk/>
          <pc:sldMk cId="2382008906" sldId="262"/>
        </pc:sldMkLst>
        <pc:spChg chg="mod">
          <ac:chgData name="JOSE LEANDRO" userId="bfea5a1e-277c-4a0f-9682-19b0a5101103" providerId="ADAL" clId="{5A9707C5-5A63-4E86-B941-56BA2153521E}" dt="2020-06-09T03:10:10.184" v="247" actId="20577"/>
          <ac:spMkLst>
            <pc:docMk/>
            <pc:sldMk cId="2382008906" sldId="262"/>
            <ac:spMk id="3" creationId="{AD7C5D2A-26FB-4B17-940E-FD31A0323DD4}"/>
          </ac:spMkLst>
        </pc:spChg>
        <pc:spChg chg="mod">
          <ac:chgData name="JOSE LEANDRO" userId="bfea5a1e-277c-4a0f-9682-19b0a5101103" providerId="ADAL" clId="{5A9707C5-5A63-4E86-B941-56BA2153521E}" dt="2020-06-09T04:43:29.854" v="2936" actId="20577"/>
          <ac:spMkLst>
            <pc:docMk/>
            <pc:sldMk cId="2382008906" sldId="262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5:13:20.745" v="3897" actId="20577"/>
        <pc:sldMkLst>
          <pc:docMk/>
          <pc:sldMk cId="1241612679" sldId="263"/>
        </pc:sldMkLst>
        <pc:spChg chg="mod">
          <ac:chgData name="JOSE LEANDRO" userId="bfea5a1e-277c-4a0f-9682-19b0a5101103" providerId="ADAL" clId="{5A9707C5-5A63-4E86-B941-56BA2153521E}" dt="2020-06-09T03:10:20.551" v="249"/>
          <ac:spMkLst>
            <pc:docMk/>
            <pc:sldMk cId="1241612679" sldId="263"/>
            <ac:spMk id="3" creationId="{AD7C5D2A-26FB-4B17-940E-FD31A0323DD4}"/>
          </ac:spMkLst>
        </pc:spChg>
        <pc:spChg chg="mod">
          <ac:chgData name="JOSE LEANDRO" userId="bfea5a1e-277c-4a0f-9682-19b0a5101103" providerId="ADAL" clId="{5A9707C5-5A63-4E86-B941-56BA2153521E}" dt="2020-06-09T05:13:20.745" v="3897" actId="20577"/>
          <ac:spMkLst>
            <pc:docMk/>
            <pc:sldMk cId="1241612679" sldId="263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05:32.688" v="807" actId="255"/>
        <pc:sldMkLst>
          <pc:docMk/>
          <pc:sldMk cId="2990298032" sldId="264"/>
        </pc:sldMkLst>
        <pc:spChg chg="mod">
          <ac:chgData name="JOSE LEANDRO" userId="bfea5a1e-277c-4a0f-9682-19b0a5101103" providerId="ADAL" clId="{5A9707C5-5A63-4E86-B941-56BA2153521E}" dt="2020-06-09T04:03:45.615" v="799" actId="122"/>
          <ac:spMkLst>
            <pc:docMk/>
            <pc:sldMk cId="2990298032" sldId="264"/>
            <ac:spMk id="3" creationId="{AD7C5D2A-26FB-4B17-940E-FD31A0323DD4}"/>
          </ac:spMkLst>
        </pc:spChg>
        <pc:spChg chg="mod">
          <ac:chgData name="JOSE LEANDRO" userId="bfea5a1e-277c-4a0f-9682-19b0a5101103" providerId="ADAL" clId="{5A9707C5-5A63-4E86-B941-56BA2153521E}" dt="2020-06-09T04:05:32.688" v="807" actId="255"/>
          <ac:spMkLst>
            <pc:docMk/>
            <pc:sldMk cId="2990298032" sldId="264"/>
            <ac:spMk id="6" creationId="{FC68DE7D-DA91-4EB7-8144-680615210BA0}"/>
          </ac:spMkLst>
        </pc:spChg>
      </pc:sldChg>
      <pc:sldChg chg="modSp add del mod">
        <pc:chgData name="JOSE LEANDRO" userId="bfea5a1e-277c-4a0f-9682-19b0a5101103" providerId="ADAL" clId="{5A9707C5-5A63-4E86-B941-56BA2153521E}" dt="2020-06-09T04:07:08.586" v="1190" actId="47"/>
        <pc:sldMkLst>
          <pc:docMk/>
          <pc:sldMk cId="3010014727" sldId="265"/>
        </pc:sldMkLst>
        <pc:spChg chg="mod">
          <ac:chgData name="JOSE LEANDRO" userId="bfea5a1e-277c-4a0f-9682-19b0a5101103" providerId="ADAL" clId="{5A9707C5-5A63-4E86-B941-56BA2153521E}" dt="2020-06-09T03:11:24.160" v="251" actId="20577"/>
          <ac:spMkLst>
            <pc:docMk/>
            <pc:sldMk cId="3010014727" sldId="265"/>
            <ac:spMk id="3" creationId="{AD7C5D2A-26FB-4B17-940E-FD31A0323DD4}"/>
          </ac:spMkLst>
        </pc:spChg>
      </pc:sldChg>
      <pc:sldChg chg="delSp modSp add mod">
        <pc:chgData name="JOSE LEANDRO" userId="bfea5a1e-277c-4a0f-9682-19b0a5101103" providerId="ADAL" clId="{5A9707C5-5A63-4E86-B941-56BA2153521E}" dt="2020-06-09T03:22:11.081" v="314" actId="122"/>
        <pc:sldMkLst>
          <pc:docMk/>
          <pc:sldMk cId="3163409039" sldId="266"/>
        </pc:sldMkLst>
        <pc:spChg chg="del mod">
          <ac:chgData name="JOSE LEANDRO" userId="bfea5a1e-277c-4a0f-9682-19b0a5101103" providerId="ADAL" clId="{5A9707C5-5A63-4E86-B941-56BA2153521E}" dt="2020-06-09T03:21:59.356" v="309" actId="478"/>
          <ac:spMkLst>
            <pc:docMk/>
            <pc:sldMk cId="3163409039" sldId="266"/>
            <ac:spMk id="3" creationId="{AD7C5D2A-26FB-4B17-940E-FD31A0323DD4}"/>
          </ac:spMkLst>
        </pc:spChg>
        <pc:spChg chg="mod">
          <ac:chgData name="JOSE LEANDRO" userId="bfea5a1e-277c-4a0f-9682-19b0a5101103" providerId="ADAL" clId="{5A9707C5-5A63-4E86-B941-56BA2153521E}" dt="2020-06-09T03:22:11.081" v="314" actId="122"/>
          <ac:spMkLst>
            <pc:docMk/>
            <pc:sldMk cId="3163409039" sldId="266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00:44.087" v="732" actId="6549"/>
        <pc:sldMkLst>
          <pc:docMk/>
          <pc:sldMk cId="4279179410" sldId="267"/>
        </pc:sldMkLst>
        <pc:spChg chg="mod">
          <ac:chgData name="JOSE LEANDRO" userId="bfea5a1e-277c-4a0f-9682-19b0a5101103" providerId="ADAL" clId="{5A9707C5-5A63-4E86-B941-56BA2153521E}" dt="2020-06-09T03:18:50.145" v="278" actId="27636"/>
          <ac:spMkLst>
            <pc:docMk/>
            <pc:sldMk cId="4279179410" sldId="267"/>
            <ac:spMk id="3" creationId="{AD7C5D2A-26FB-4B17-940E-FD31A0323DD4}"/>
          </ac:spMkLst>
        </pc:spChg>
        <pc:spChg chg="mod">
          <ac:chgData name="JOSE LEANDRO" userId="bfea5a1e-277c-4a0f-9682-19b0a5101103" providerId="ADAL" clId="{5A9707C5-5A63-4E86-B941-56BA2153521E}" dt="2020-06-09T04:00:44.087" v="732" actId="6549"/>
          <ac:spMkLst>
            <pc:docMk/>
            <pc:sldMk cId="4279179410" sldId="267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01:30.951" v="772" actId="20577"/>
        <pc:sldMkLst>
          <pc:docMk/>
          <pc:sldMk cId="239196432" sldId="268"/>
        </pc:sldMkLst>
        <pc:spChg chg="mod">
          <ac:chgData name="JOSE LEANDRO" userId="bfea5a1e-277c-4a0f-9682-19b0a5101103" providerId="ADAL" clId="{5A9707C5-5A63-4E86-B941-56BA2153521E}" dt="2020-06-09T04:01:30.951" v="772" actId="20577"/>
          <ac:spMkLst>
            <pc:docMk/>
            <pc:sldMk cId="239196432" sldId="268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02:54.102" v="773" actId="20577"/>
        <pc:sldMkLst>
          <pc:docMk/>
          <pc:sldMk cId="2080905545" sldId="269"/>
        </pc:sldMkLst>
        <pc:spChg chg="mod">
          <ac:chgData name="JOSE LEANDRO" userId="bfea5a1e-277c-4a0f-9682-19b0a5101103" providerId="ADAL" clId="{5A9707C5-5A63-4E86-B941-56BA2153521E}" dt="2020-06-09T04:02:54.102" v="773" actId="20577"/>
          <ac:spMkLst>
            <pc:docMk/>
            <pc:sldMk cId="2080905545" sldId="269"/>
            <ac:spMk id="6" creationId="{FC68DE7D-DA91-4EB7-8144-680615210BA0}"/>
          </ac:spMkLst>
        </pc:spChg>
      </pc:sldChg>
      <pc:sldChg chg="addSp delSp modSp add mod">
        <pc:chgData name="JOSE LEANDRO" userId="bfea5a1e-277c-4a0f-9682-19b0a5101103" providerId="ADAL" clId="{5A9707C5-5A63-4E86-B941-56BA2153521E}" dt="2020-06-09T03:45:02.406" v="346" actId="14100"/>
        <pc:sldMkLst>
          <pc:docMk/>
          <pc:sldMk cId="2128606766" sldId="270"/>
        </pc:sldMkLst>
        <pc:spChg chg="del">
          <ac:chgData name="JOSE LEANDRO" userId="bfea5a1e-277c-4a0f-9682-19b0a5101103" providerId="ADAL" clId="{5A9707C5-5A63-4E86-B941-56BA2153521E}" dt="2020-06-09T03:44:42.970" v="340" actId="931"/>
          <ac:spMkLst>
            <pc:docMk/>
            <pc:sldMk cId="2128606766" sldId="270"/>
            <ac:spMk id="6" creationId="{FC68DE7D-DA91-4EB7-8144-680615210BA0}"/>
          </ac:spMkLst>
        </pc:spChg>
        <pc:picChg chg="add mod">
          <ac:chgData name="JOSE LEANDRO" userId="bfea5a1e-277c-4a0f-9682-19b0a5101103" providerId="ADAL" clId="{5A9707C5-5A63-4E86-B941-56BA2153521E}" dt="2020-06-09T03:45:02.406" v="346" actId="14100"/>
          <ac:picMkLst>
            <pc:docMk/>
            <pc:sldMk cId="2128606766" sldId="270"/>
            <ac:picMk id="4" creationId="{3B6EAEAF-094A-444D-AE27-8A884A32F49D}"/>
          </ac:picMkLst>
        </pc:picChg>
      </pc:sldChg>
      <pc:sldChg chg="modSp add mod">
        <pc:chgData name="JOSE LEANDRO" userId="bfea5a1e-277c-4a0f-9682-19b0a5101103" providerId="ADAL" clId="{5A9707C5-5A63-4E86-B941-56BA2153521E}" dt="2020-06-09T04:14:12.394" v="1640" actId="20577"/>
        <pc:sldMkLst>
          <pc:docMk/>
          <pc:sldMk cId="561933270" sldId="271"/>
        </pc:sldMkLst>
        <pc:spChg chg="mod">
          <ac:chgData name="JOSE LEANDRO" userId="bfea5a1e-277c-4a0f-9682-19b0a5101103" providerId="ADAL" clId="{5A9707C5-5A63-4E86-B941-56BA2153521E}" dt="2020-06-09T04:14:12.394" v="1640" actId="20577"/>
          <ac:spMkLst>
            <pc:docMk/>
            <pc:sldMk cId="561933270" sldId="271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06:47.011" v="1188" actId="6549"/>
        <pc:sldMkLst>
          <pc:docMk/>
          <pc:sldMk cId="530823353" sldId="272"/>
        </pc:sldMkLst>
        <pc:spChg chg="mod">
          <ac:chgData name="JOSE LEANDRO" userId="bfea5a1e-277c-4a0f-9682-19b0a5101103" providerId="ADAL" clId="{5A9707C5-5A63-4E86-B941-56BA2153521E}" dt="2020-06-09T04:06:47.011" v="1188" actId="6549"/>
          <ac:spMkLst>
            <pc:docMk/>
            <pc:sldMk cId="530823353" sldId="272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06:54.243" v="1189" actId="20577"/>
        <pc:sldMkLst>
          <pc:docMk/>
          <pc:sldMk cId="1550905827" sldId="273"/>
        </pc:sldMkLst>
        <pc:spChg chg="mod">
          <ac:chgData name="JOSE LEANDRO" userId="bfea5a1e-277c-4a0f-9682-19b0a5101103" providerId="ADAL" clId="{5A9707C5-5A63-4E86-B941-56BA2153521E}" dt="2020-06-09T04:06:54.243" v="1189" actId="20577"/>
          <ac:spMkLst>
            <pc:docMk/>
            <pc:sldMk cId="1550905827" sldId="273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20:20.044" v="2125" actId="20577"/>
        <pc:sldMkLst>
          <pc:docMk/>
          <pc:sldMk cId="1160073169" sldId="274"/>
        </pc:sldMkLst>
        <pc:spChg chg="mod">
          <ac:chgData name="JOSE LEANDRO" userId="bfea5a1e-277c-4a0f-9682-19b0a5101103" providerId="ADAL" clId="{5A9707C5-5A63-4E86-B941-56BA2153521E}" dt="2020-06-09T04:20:20.044" v="2125" actId="20577"/>
          <ac:spMkLst>
            <pc:docMk/>
            <pc:sldMk cId="1160073169" sldId="274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4:32:00.446" v="2572" actId="255"/>
        <pc:sldMkLst>
          <pc:docMk/>
          <pc:sldMk cId="2257032337" sldId="275"/>
        </pc:sldMkLst>
        <pc:spChg chg="mod">
          <ac:chgData name="JOSE LEANDRO" userId="bfea5a1e-277c-4a0f-9682-19b0a5101103" providerId="ADAL" clId="{5A9707C5-5A63-4E86-B941-56BA2153521E}" dt="2020-06-09T04:32:00.446" v="2572" actId="255"/>
          <ac:spMkLst>
            <pc:docMk/>
            <pc:sldMk cId="2257032337" sldId="275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5:04:22.722" v="3561" actId="255"/>
        <pc:sldMkLst>
          <pc:docMk/>
          <pc:sldMk cId="21532113" sldId="276"/>
        </pc:sldMkLst>
        <pc:spChg chg="mod">
          <ac:chgData name="JOSE LEANDRO" userId="bfea5a1e-277c-4a0f-9682-19b0a5101103" providerId="ADAL" clId="{5A9707C5-5A63-4E86-B941-56BA2153521E}" dt="2020-06-09T05:04:22.722" v="3561" actId="255"/>
          <ac:spMkLst>
            <pc:docMk/>
            <pc:sldMk cId="21532113" sldId="276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5:02:30.782" v="3552" actId="20577"/>
        <pc:sldMkLst>
          <pc:docMk/>
          <pc:sldMk cId="2078281103" sldId="277"/>
        </pc:sldMkLst>
        <pc:spChg chg="mod">
          <ac:chgData name="JOSE LEANDRO" userId="bfea5a1e-277c-4a0f-9682-19b0a5101103" providerId="ADAL" clId="{5A9707C5-5A63-4E86-B941-56BA2153521E}" dt="2020-06-09T05:02:30.782" v="3552" actId="20577"/>
          <ac:spMkLst>
            <pc:docMk/>
            <pc:sldMk cId="2078281103" sldId="277"/>
            <ac:spMk id="6" creationId="{FC68DE7D-DA91-4EB7-8144-680615210BA0}"/>
          </ac:spMkLst>
        </pc:spChg>
      </pc:sldChg>
      <pc:sldChg chg="modSp add mod">
        <pc:chgData name="JOSE LEANDRO" userId="bfea5a1e-277c-4a0f-9682-19b0a5101103" providerId="ADAL" clId="{5A9707C5-5A63-4E86-B941-56BA2153521E}" dt="2020-06-09T05:04:12.875" v="3560" actId="255"/>
        <pc:sldMkLst>
          <pc:docMk/>
          <pc:sldMk cId="1347154909" sldId="278"/>
        </pc:sldMkLst>
        <pc:spChg chg="mod">
          <ac:chgData name="JOSE LEANDRO" userId="bfea5a1e-277c-4a0f-9682-19b0a5101103" providerId="ADAL" clId="{5A9707C5-5A63-4E86-B941-56BA2153521E}" dt="2020-06-09T05:04:12.875" v="3560" actId="255"/>
          <ac:spMkLst>
            <pc:docMk/>
            <pc:sldMk cId="1347154909" sldId="278"/>
            <ac:spMk id="6" creationId="{FC68DE7D-DA91-4EB7-8144-680615210BA0}"/>
          </ac:spMkLst>
        </pc:spChg>
      </pc:sldChg>
      <pc:sldMasterChg chg="setBg modSldLayout">
        <pc:chgData name="JOSE LEANDRO" userId="bfea5a1e-277c-4a0f-9682-19b0a5101103" providerId="ADAL" clId="{5A9707C5-5A63-4E86-B941-56BA2153521E}" dt="2020-06-09T02:52:45.956" v="132"/>
        <pc:sldMasterMkLst>
          <pc:docMk/>
          <pc:sldMasterMk cId="628837386" sldId="2147483731"/>
        </pc:sldMasterMkLst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1490325561" sldId="2147483720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4183049884" sldId="2147483721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2180338006" sldId="2147483722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2148258562" sldId="2147483723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4013386037" sldId="2147483724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1815394769" sldId="2147483725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586461953" sldId="2147483726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2075595141" sldId="2147483727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646648959" sldId="2147483728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2307831093" sldId="2147483729"/>
          </pc:sldLayoutMkLst>
        </pc:sldLayoutChg>
        <pc:sldLayoutChg chg="setBg">
          <pc:chgData name="JOSE LEANDRO" userId="bfea5a1e-277c-4a0f-9682-19b0a5101103" providerId="ADAL" clId="{5A9707C5-5A63-4E86-B941-56BA2153521E}" dt="2020-06-09T02:52:45.956" v="132"/>
          <pc:sldLayoutMkLst>
            <pc:docMk/>
            <pc:sldMasterMk cId="628837386" sldId="2147483731"/>
            <pc:sldLayoutMk cId="2605336008" sldId="214748373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6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59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64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3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336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386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2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04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33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25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9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83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24" r:id="rId6"/>
    <p:sldLayoutId id="2147483720" r:id="rId7"/>
    <p:sldLayoutId id="2147483721" r:id="rId8"/>
    <p:sldLayoutId id="2147483722" r:id="rId9"/>
    <p:sldLayoutId id="2147483723" r:id="rId10"/>
    <p:sldLayoutId id="214748372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009B70A5-334A-49F1-9BD5-9C9D96A27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5" y="136955"/>
            <a:ext cx="11363328" cy="1450757"/>
          </a:xfrm>
        </p:spPr>
        <p:txBody>
          <a:bodyPr>
            <a:no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ALENCASTRO, M. S. C. </a:t>
            </a:r>
            <a:r>
              <a:rPr lang="pt-BR" sz="3200" b="1" i="0" dirty="0">
                <a:solidFill>
                  <a:schemeClr val="bg1"/>
                </a:solidFill>
                <a:effectLst/>
                <a:latin typeface="Segoe UI Web"/>
              </a:rPr>
              <a:t>Ética empresarial na prática. </a:t>
            </a:r>
            <a:r>
              <a:rPr lang="pt-BR" sz="3200" dirty="0">
                <a:solidFill>
                  <a:schemeClr val="bg1"/>
                </a:solidFill>
              </a:rPr>
              <a:t>Cap. 3. Princípios éticos aplicáveis às atividades empresariais. </a:t>
            </a:r>
            <a:r>
              <a:rPr lang="pt-BR" sz="3200" b="0" i="0" dirty="0">
                <a:solidFill>
                  <a:schemeClr val="bg1"/>
                </a:solidFill>
                <a:effectLst/>
                <a:latin typeface="Segoe UI Web"/>
              </a:rPr>
              <a:t>p. 82 a 119.</a:t>
            </a:r>
            <a:endParaRPr lang="pt-BR" sz="3200" dirty="0">
              <a:solidFill>
                <a:schemeClr val="bg1"/>
              </a:solidFill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5" y="1724657"/>
            <a:ext cx="11515725" cy="484674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3.1 A empresa e as suas obrigações</a:t>
            </a:r>
          </a:p>
          <a:p>
            <a:pPr algn="l"/>
            <a:r>
              <a:rPr lang="pt-BR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3.2 A ética no trato com os concorrentes</a:t>
            </a:r>
          </a:p>
          <a:p>
            <a:pPr algn="l"/>
            <a:r>
              <a:rPr lang="pt-BR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3.3 Relações com clientes</a:t>
            </a:r>
          </a:p>
          <a:p>
            <a:pPr algn="l"/>
            <a:r>
              <a:rPr lang="pt-BR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3.4 Obrigações para com os empregados</a:t>
            </a:r>
          </a:p>
          <a:p>
            <a:pPr algn="l"/>
            <a:r>
              <a:rPr lang="pt-BR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3.5 A ética em vendas e negociação</a:t>
            </a:r>
          </a:p>
          <a:p>
            <a:pPr algn="l"/>
            <a:r>
              <a:rPr lang="pt-BR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3.6 Relações humanas e ética no trabalho</a:t>
            </a:r>
          </a:p>
          <a:p>
            <a:pPr algn="l"/>
            <a:r>
              <a:rPr lang="pt-BR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3.7 O papel da liderança</a:t>
            </a:r>
          </a:p>
          <a:p>
            <a:endParaRPr lang="pt-B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343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/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3.1 A empresa e as suas obrigações</a:t>
            </a:r>
            <a:endParaRPr lang="pt-BR" dirty="0"/>
          </a:p>
        </p:txBody>
      </p:sp>
      <p:pic>
        <p:nvPicPr>
          <p:cNvPr id="11" name="Espaço Reservado para Conteúdo 10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87EC1927-CFE4-4BB7-A1FB-063F9C669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457" y="1119294"/>
            <a:ext cx="9309566" cy="5738695"/>
          </a:xfrm>
        </p:spPr>
      </p:pic>
    </p:spTree>
    <p:extLst>
      <p:ext uri="{BB962C8B-B14F-4D97-AF65-F5344CB8AC3E}">
        <p14:creationId xmlns:p14="http://schemas.microsoft.com/office/powerpoint/2010/main" val="253022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 fontScale="77500" lnSpcReduction="20000"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STAKEHOLDERS</a:t>
            </a:r>
          </a:p>
          <a:p>
            <a:r>
              <a:rPr lang="pt-BR" sz="2800" dirty="0">
                <a:solidFill>
                  <a:schemeClr val="bg1"/>
                </a:solidFill>
              </a:rPr>
              <a:t>“PODEM afetar, ou ser afetados , por uma organização ao realizar seus objetivos” (IPS).</a:t>
            </a:r>
          </a:p>
          <a:p>
            <a:r>
              <a:rPr lang="pt-BR" sz="2800" dirty="0">
                <a:solidFill>
                  <a:schemeClr val="bg1"/>
                </a:solidFill>
              </a:rPr>
              <a:t>“Identificam-se com os interesses de uma organização à medida em que esta se identifica com o interesse deles” (DONALDSON; PRESTON, 1995, p. 67-68).</a:t>
            </a:r>
          </a:p>
          <a:p>
            <a:r>
              <a:rPr lang="pt-BR" sz="2800" dirty="0">
                <a:solidFill>
                  <a:schemeClr val="bg1"/>
                </a:solidFill>
              </a:rPr>
              <a:t> Empregados, fornecedores, consumidores, comunidade envolvida e sociedade.</a:t>
            </a:r>
          </a:p>
          <a:p>
            <a:r>
              <a:rPr lang="pt-BR" sz="2800" dirty="0">
                <a:solidFill>
                  <a:schemeClr val="bg1"/>
                </a:solidFill>
              </a:rPr>
              <a:t>Empresa = uma rede de relações de stakeholders que exercem vigilância sobre seu comportamento.</a:t>
            </a:r>
          </a:p>
          <a:p>
            <a:r>
              <a:rPr lang="pt-BR" sz="2800" dirty="0">
                <a:solidFill>
                  <a:schemeClr val="bg1"/>
                </a:solidFill>
              </a:rPr>
              <a:t>Administrar é administrar para stakeholders.</a:t>
            </a:r>
          </a:p>
          <a:p>
            <a:r>
              <a:rPr lang="pt-BR" sz="2800" dirty="0">
                <a:solidFill>
                  <a:schemeClr val="bg1"/>
                </a:solidFill>
              </a:rPr>
              <a:t>Autonomia da empresa pode ser ignorada por juízes para punir pessoas criminosas.</a:t>
            </a:r>
          </a:p>
          <a:p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3.1 A empresa e as suas obrigações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270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concorrência deve acontecer dentro de regras, de modo que não se transforme em algo predatório.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Evitar a concorrência desleal; cartéis ou trustes;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Evitar causar a falsa demanda;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Coibir a espionagem industrial;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Coibir a Difamação do concorrente;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Coibir o Aliciamento de funcionários;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Coibir a Concorrência parasitária; imitação de tudo que o concorrente faz.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3.2 A ética no trato com os concorrentes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193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 lnSpcReduction="10000"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enganar para não ser alvo de propaganda negativa; 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Atuar sempre no âmbito da lei;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Manter a qualidade do produto;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Evitar produtos que oferecem perigo à saúde e à segurança das pessoas ou ao meio ambiente;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Oferecer atendimento que observe os melhores padrões comerciais (cortesia e boa vontade);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Respeitar a liberdade de escolha do cliente.</a:t>
            </a:r>
          </a:p>
          <a:p>
            <a:pPr marL="0" indent="0">
              <a:buNone/>
            </a:pPr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3.3 Relações com clientes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16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Respeitar o código de defesa do consumidor – Lei 8078 de 1990;</a:t>
            </a:r>
          </a:p>
          <a:p>
            <a:pPr marL="0" indent="0">
              <a:buNone/>
            </a:pPr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3.3 Relações com clientes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007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822634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Cumprir as obrigações legais para com os empegados não basta!</a:t>
            </a:r>
          </a:p>
          <a:p>
            <a:r>
              <a:rPr lang="pt-BR" sz="2800" dirty="0">
                <a:solidFill>
                  <a:schemeClr val="bg1"/>
                </a:solidFill>
              </a:rPr>
              <a:t>Mas descumprir é muito pior para todos.</a:t>
            </a:r>
          </a:p>
          <a:p>
            <a:r>
              <a:rPr lang="pt-BR" sz="2800" dirty="0">
                <a:solidFill>
                  <a:schemeClr val="bg1"/>
                </a:solidFill>
              </a:rPr>
              <a:t>Garantir liberdade dos funcionários;</a:t>
            </a:r>
          </a:p>
          <a:p>
            <a:r>
              <a:rPr lang="pt-BR" sz="2800" dirty="0">
                <a:solidFill>
                  <a:schemeClr val="bg1"/>
                </a:solidFill>
              </a:rPr>
              <a:t>Coibir assédio moral e assédio sexual;</a:t>
            </a:r>
          </a:p>
          <a:p>
            <a:r>
              <a:rPr lang="pt-BR" sz="2800" dirty="0">
                <a:solidFill>
                  <a:schemeClr val="bg1"/>
                </a:solidFill>
              </a:rPr>
              <a:t>Garantir saúde e seguranças dos empregados;</a:t>
            </a:r>
          </a:p>
          <a:p>
            <a:r>
              <a:rPr lang="pt-BR" sz="2800" dirty="0">
                <a:solidFill>
                  <a:schemeClr val="bg1"/>
                </a:solidFill>
              </a:rPr>
              <a:t>Não permitir preconceitos ou discriminações;</a:t>
            </a:r>
          </a:p>
          <a:p>
            <a:r>
              <a:rPr lang="pt-BR" sz="2800" dirty="0">
                <a:solidFill>
                  <a:schemeClr val="bg1"/>
                </a:solidFill>
              </a:rPr>
              <a:t>Tolerância Zero!!!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 fontScale="90000"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3.4 Obrigações para com os empregados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02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Solução:</a:t>
            </a:r>
          </a:p>
          <a:p>
            <a:r>
              <a:rPr lang="pt-BR" sz="2800" dirty="0">
                <a:solidFill>
                  <a:schemeClr val="bg1"/>
                </a:solidFill>
              </a:rPr>
              <a:t>Treinamento e conscientização.</a:t>
            </a:r>
          </a:p>
          <a:p>
            <a:r>
              <a:rPr lang="pt-BR" sz="2800" dirty="0">
                <a:solidFill>
                  <a:schemeClr val="bg1"/>
                </a:solidFill>
              </a:rPr>
              <a:t>Elaboração do Código de conduta organizacional. (código de ética interno).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endParaRPr lang="pt-BR" sz="28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 fontScale="90000"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3.4 Obrigações para com os empregados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7032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Nunca praticar o dito popular: “uma mão lava a outra”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Suborno; Venda paralela, etc.</a:t>
            </a:r>
          </a:p>
          <a:p>
            <a:r>
              <a:rPr lang="pt-BR" sz="24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Práticas desejáveis:</a:t>
            </a:r>
          </a:p>
          <a:p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oto Serif CJK SC"/>
                <a:cs typeface="Arial" panose="020B0604020202020204" pitchFamily="34" charset="0"/>
              </a:rPr>
              <a:t>Ser previsível e coerente;</a:t>
            </a:r>
          </a:p>
          <a:p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oto Serif CJK SC"/>
                <a:cs typeface="Arial" panose="020B0604020202020204" pitchFamily="34" charset="0"/>
              </a:rPr>
              <a:t>ser claro e transparente;</a:t>
            </a:r>
          </a:p>
          <a:p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oto Serif CJK SC"/>
                <a:cs typeface="Arial" panose="020B0604020202020204" pitchFamily="34" charset="0"/>
              </a:rPr>
              <a:t>honrar suas promessas;</a:t>
            </a:r>
          </a:p>
          <a:p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oto Serif CJK SC"/>
                <a:cs typeface="Arial" panose="020B0604020202020204" pitchFamily="34" charset="0"/>
              </a:rPr>
              <a:t>ser honesto.</a:t>
            </a:r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3.5 A ética em vendas e negociação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5980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empresa deve ser o local  harmônico de realizações profissionais;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Autoconhecimento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Bagagem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Múltiplas influências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Jamais fazer aos outros o que não gostaríamos que fizessem para nós.</a:t>
            </a:r>
          </a:p>
          <a:p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 fontScale="90000"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3.6 Relações humanas e ética no trabalho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2008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se proteger de chantagens e  dos </a:t>
            </a: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sociopatas?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que fazer então para se defender?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primeiro passo é não se transformar numa pessoa assim, tentando usar as mesmas armas que ela para a sobrevivência na organização, pois isso seria profundamente antiético e prejudicial ao bom clima organizacional.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Algumas medidas simples podem ser adotadas, por exemplo: </a:t>
            </a:r>
          </a:p>
          <a:p>
            <a:pPr marL="0" indent="0">
              <a:buNone/>
            </a:pPr>
            <a:endParaRPr lang="pt-BR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 fontScale="90000"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3.6 Relações humanas e ética no trabalho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3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(a) manter a calma, a diplomacia, o direcionamento adequado em suas condutas, mesmo diante de provocações;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(b) não fazer nada de errado para não ser objeto de chantagem;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(c) manter cautela no que diz ou faz, quando diante desse tipo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pessoa;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(d) pedir conselhos a pessoas sensatas e mais experientes e ajuda profissional se existir na empresa;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(e) documentar-se, pois em situações extremas, como no caso de assédio, pode ser muito útil; (f) dividir as angústias com amigos, familiares e colegas de trabalho em quem confie muito.</a:t>
            </a:r>
          </a:p>
          <a:p>
            <a:endParaRPr lang="pt-B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 fontScale="90000"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3.6 Relações humanas e ética no trabalho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7154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o sucesso em qualquer carreira associe: Lealdade, responsabilidade e iniciativa (</a:t>
            </a:r>
            <a:r>
              <a:rPr lang="pt-B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Moller</a:t>
            </a:r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1996)</a:t>
            </a:r>
          </a:p>
          <a:p>
            <a:r>
              <a:rPr lang="pt-B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“O mundo do trabalho mobiliza em muito nossas energias, pois passamos grande parte do tempo envolvidos em atividades profissionais. A busca do equilíbrio e o cultivo de relações humanas saudáveis no dia a dia profissional são, portanto, uma forma de melhorar nossa qualidade de vida e também de contribuir para um ambiente de trabalho mais saudável.” (p.107)</a:t>
            </a:r>
          </a:p>
          <a:p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 fontScale="90000"/>
          </a:bodyPr>
          <a:lstStyle/>
          <a:p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3.6 Relações humanas e ética no trabalho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8281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O líder é exemplo. Ele determina o tom moral na organização.</a:t>
            </a:r>
          </a:p>
          <a:p>
            <a:r>
              <a:rPr lang="pt-BR" sz="2400" dirty="0">
                <a:solidFill>
                  <a:schemeClr val="bg1"/>
                </a:solidFill>
              </a:rPr>
              <a:t>4 tipos de lideranças éticas de William </a:t>
            </a:r>
            <a:r>
              <a:rPr lang="pt-BR" sz="2400" dirty="0" err="1">
                <a:solidFill>
                  <a:schemeClr val="bg1"/>
                </a:solidFill>
              </a:rPr>
              <a:t>Hitt</a:t>
            </a:r>
            <a:r>
              <a:rPr lang="pt-BR" sz="2400" dirty="0">
                <a:solidFill>
                  <a:schemeClr val="bg1"/>
                </a:solidFill>
              </a:rPr>
              <a:t>:</a:t>
            </a:r>
          </a:p>
          <a:p>
            <a:r>
              <a:rPr lang="pt-BR" sz="2400" dirty="0">
                <a:solidFill>
                  <a:schemeClr val="bg1"/>
                </a:solidFill>
              </a:rPr>
              <a:t>O manipulador, o administrador burocrático; o administrador profissional; o transformador.</a:t>
            </a:r>
          </a:p>
          <a:p>
            <a:r>
              <a:rPr lang="pt-BR" sz="2400" dirty="0">
                <a:solidFill>
                  <a:schemeClr val="bg1"/>
                </a:solidFill>
              </a:rPr>
              <a:t>O que se deseja nas organizações mais avançadas quanto à responsabilidade ética é o líder transformador.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/>
          <a:lstStyle/>
          <a:p>
            <a:pPr algn="l"/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3.7 O papel da liderança</a:t>
            </a:r>
          </a:p>
        </p:txBody>
      </p:sp>
    </p:spTree>
    <p:extLst>
      <p:ext uri="{BB962C8B-B14F-4D97-AF65-F5344CB8AC3E}">
        <p14:creationId xmlns:p14="http://schemas.microsoft.com/office/powerpoint/2010/main" val="1241612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pic>
        <p:nvPicPr>
          <p:cNvPr id="4" name="Espaço Reservado para Conteúdo 3" descr="Uma imagem contendo screenshot, preto, ônibus, branco&#10;&#10;Descrição gerada automaticamente">
            <a:extLst>
              <a:ext uri="{FF2B5EF4-FFF2-40B4-BE49-F238E27FC236}">
                <a16:creationId xmlns:a16="http://schemas.microsoft.com/office/drawing/2014/main" id="{3B6EAEAF-094A-444D-AE27-8A884A32F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07" y="1207795"/>
            <a:ext cx="11045368" cy="5584481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/>
          <a:lstStyle/>
          <a:p>
            <a:pPr algn="l"/>
            <a:r>
              <a:rPr lang="pt-BR" sz="4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3.7 O papel da liderança</a:t>
            </a:r>
          </a:p>
        </p:txBody>
      </p:sp>
    </p:spTree>
    <p:extLst>
      <p:ext uri="{BB962C8B-B14F-4D97-AF65-F5344CB8AC3E}">
        <p14:creationId xmlns:p14="http://schemas.microsoft.com/office/powerpoint/2010/main" val="2128606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 </a:t>
            </a: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Respeitar o ser humano e crer nas suas possibilidades, que são imensas.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 - Confiar no grupo mais do que em si mesmo.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III </a:t>
            </a: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Evitar críticas a qualquer pessoa em público, procurando elogiar, diante do grupo, os aspectos positivos de cada um.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 - Estar sempre dando o exemplo, em vez de ficar criticando o tempo todo.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 - Evitar dar ordens, procurando a cooperação de cada um.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/>
          </a:bodyPr>
          <a:lstStyle/>
          <a:p>
            <a:r>
              <a:rPr lang="pt-BR" sz="4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dez mandamentos do líder</a:t>
            </a:r>
            <a:endParaRPr lang="pt-BR" sz="4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79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4" y="1119294"/>
            <a:ext cx="11458575" cy="545210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 - Dar a cada um o seu lugar, levando em consideração os seus gostos, interesses e aptidões pessoais.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VII - Evitar tomar, mesmo de maneira provisória, a iniciativa de uma responsabilidade que pertença a outrem, mesmo pensando que faria melhor; no caso de chefes que lhe são subordinados, evitar passar por cima deles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VIII - Consultar os membros do grupo antes de tomar uma resolução importante, que envolva interesses comuns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/>
          </a:bodyPr>
          <a:lstStyle/>
          <a:p>
            <a:r>
              <a:rPr lang="pt-BR" sz="4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dez mandamentos do líder</a:t>
            </a:r>
            <a:endParaRPr lang="pt-BR" sz="4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96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4" y="1119294"/>
            <a:ext cx="11458575" cy="545210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IX - Antes de agir, explicar aos membros do grupo o que vai fazer e por que.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pt-BR" sz="2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 - Evitar tomar parte nas discussões quanto presidir uma reunião; guardar neutralidade absoluta, fazendo registrar, imparcialmente as decisões do grupo.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>
            <a:normAutofit/>
          </a:bodyPr>
          <a:lstStyle/>
          <a:p>
            <a:r>
              <a:rPr lang="pt-BR" sz="4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dez mandamentos do líder</a:t>
            </a:r>
            <a:endParaRPr lang="pt-BR" sz="4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905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Neste capítulo vimos que os stakeholders (empregados, consumidores, fornecedores, comunidade etc.) identificam-se com os interesses de uma empresa, na medida em que esta se identifica com os seus interesses.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empresa seria então uma rede de relações com esses stakeholders, que exerceriam uma espécie de vigilância sobre o seu comportamento.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Outro ponto interessante sobre as obrigações das empresas pode ser visto pelo lado jurídico, pois em caso de fraudes e abusos, um juiz pode ignorar a autonomia que a organização goza como pessoa jurídica e punir as pessoas físicas (sócios) responsáveis por ela.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SÍNTESE</a:t>
            </a:r>
          </a:p>
        </p:txBody>
      </p:sp>
    </p:spTree>
    <p:extLst>
      <p:ext uri="{BB962C8B-B14F-4D97-AF65-F5344CB8AC3E}">
        <p14:creationId xmlns:p14="http://schemas.microsoft.com/office/powerpoint/2010/main" val="2990298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Para com seus empregados, a empresa, além de cumprir a lei, deve preservar a sua liberdade, não permitir abusos e assédios (moral e sexual), garantir a saúde e a segurança no ambiente de trabalho e não permitir que preconceitos ou discriminações possam interferir no dia a dia organizacional.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Daí a importância da liderança na manutenção de um bom "clima" ético, pois cabe a ele – o líder - disseminar os valores éticos a partir dos quais a organização atua na sociedade.</a:t>
            </a:r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SÍNTESE</a:t>
            </a:r>
          </a:p>
        </p:txBody>
      </p:sp>
    </p:spTree>
    <p:extLst>
      <p:ext uri="{BB962C8B-B14F-4D97-AF65-F5344CB8AC3E}">
        <p14:creationId xmlns:p14="http://schemas.microsoft.com/office/powerpoint/2010/main" val="530823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Para com os clientes a conduta ética é imprescindível, pois nenhum cliente cria vínculos com uma empresa que tentou ludibriá-lo. O cliente, quando descobre que foi enganado, vira as costas para a organização e faz "propaganda negativa" contra ela. </a:t>
            </a:r>
          </a:p>
          <a:p>
            <a:r>
              <a:rPr lang="pt-BR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Isso é particularmente importante nas atividades de vendas, nas quais os interesses dos consumidores são garantidos por lei.</a:t>
            </a:r>
            <a:endParaRPr lang="pt-B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D7C5D2A-26FB-4B17-940E-FD31A032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2690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SÍNTESE</a:t>
            </a:r>
          </a:p>
        </p:txBody>
      </p:sp>
    </p:spTree>
    <p:extLst>
      <p:ext uri="{BB962C8B-B14F-4D97-AF65-F5344CB8AC3E}">
        <p14:creationId xmlns:p14="http://schemas.microsoft.com/office/powerpoint/2010/main" val="1550905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69918816-BC5F-4D91-AC75-A9FE48C95F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68DE7D-DA91-4EB7-8144-68061521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405888"/>
            <a:ext cx="11272838" cy="4463205"/>
          </a:xfrm>
        </p:spPr>
        <p:txBody>
          <a:bodyPr>
            <a:norm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 SEMANA</a:t>
            </a:r>
          </a:p>
        </p:txBody>
      </p:sp>
    </p:spTree>
    <p:extLst>
      <p:ext uri="{BB962C8B-B14F-4D97-AF65-F5344CB8AC3E}">
        <p14:creationId xmlns:p14="http://schemas.microsoft.com/office/powerpoint/2010/main" val="31634090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Violet2">
      <a:dk1>
        <a:srgbClr val="000000"/>
      </a:dk1>
      <a:lt1>
        <a:srgbClr val="FFFFFF"/>
      </a:lt1>
      <a:dk2>
        <a:srgbClr val="341833"/>
      </a:dk2>
      <a:lt2>
        <a:srgbClr val="F4F1F4"/>
      </a:lt2>
      <a:accent1>
        <a:srgbClr val="A84BA6"/>
      </a:accent1>
      <a:accent2>
        <a:srgbClr val="9B57D3"/>
      </a:accent2>
      <a:accent3>
        <a:srgbClr val="755DD9"/>
      </a:accent3>
      <a:accent4>
        <a:srgbClr val="6D65BB"/>
      </a:accent4>
      <a:accent5>
        <a:srgbClr val="45A5ED"/>
      </a:accent5>
      <a:accent6>
        <a:srgbClr val="5982DB"/>
      </a:accent6>
      <a:hlink>
        <a:srgbClr val="3887FF"/>
      </a:hlink>
      <a:folHlink>
        <a:srgbClr val="676799"/>
      </a:folHlink>
    </a:clrScheme>
    <a:fontScheme name="Retrospect">
      <a:majorFont>
        <a:latin typeface="Arial Nova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03CC294B2AAC4882102D025E84F7D6" ma:contentTypeVersion="12" ma:contentTypeDescription="Create a new document." ma:contentTypeScope="" ma:versionID="dc5a66abf9f43d451c076a618d2833ee">
  <xsd:schema xmlns:xsd="http://www.w3.org/2001/XMLSchema" xmlns:xs="http://www.w3.org/2001/XMLSchema" xmlns:p="http://schemas.microsoft.com/office/2006/metadata/properties" xmlns:ns3="627530b6-0a00-4376-866c-b2a21390247c" xmlns:ns4="f956645a-f24a-4c5a-bba2-846f064dfe4c" targetNamespace="http://schemas.microsoft.com/office/2006/metadata/properties" ma:root="true" ma:fieldsID="c077a8aa0bcac943cfe3106d1d78c430" ns3:_="" ns4:_="">
    <xsd:import namespace="627530b6-0a00-4376-866c-b2a21390247c"/>
    <xsd:import namespace="f956645a-f24a-4c5a-bba2-846f064dfe4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7530b6-0a00-4376-866c-b2a21390247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56645a-f24a-4c5a-bba2-846f064dfe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0276A55-34A5-476D-8463-359397313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7530b6-0a00-4376-866c-b2a21390247c"/>
    <ds:schemaRef ds:uri="f956645a-f24a-4c5a-bba2-846f064dfe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1826E3-30CF-4AE8-8E5A-427FFD35D5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4F733C-8E64-420B-8692-74BB249FC1E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1338</Words>
  <Application>Microsoft Office PowerPoint</Application>
  <PresentationFormat>Widescreen</PresentationFormat>
  <Paragraphs>113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Arial</vt:lpstr>
      <vt:lpstr>Arial Nova</vt:lpstr>
      <vt:lpstr>Arial Nova Light</vt:lpstr>
      <vt:lpstr>Calibri</vt:lpstr>
      <vt:lpstr>Segoe UI Web</vt:lpstr>
      <vt:lpstr>RetrospectVTI</vt:lpstr>
      <vt:lpstr>ALENCASTRO, M. S. C. Ética empresarial na prática. Cap. 3. Princípios éticos aplicáveis às atividades empresariais. p. 82 a 119.</vt:lpstr>
      <vt:lpstr>3.1 A empresa e as suas obrigações</vt:lpstr>
      <vt:lpstr>3.1 A empresa e as suas obrigações</vt:lpstr>
      <vt:lpstr>3.2 A ética no trato com os concorrentes</vt:lpstr>
      <vt:lpstr>3.3 Relações com clientes</vt:lpstr>
      <vt:lpstr>3.3 Relações com clientes</vt:lpstr>
      <vt:lpstr>3.4 Obrigações para com os empregados</vt:lpstr>
      <vt:lpstr>3.4 Obrigações para com os empregados</vt:lpstr>
      <vt:lpstr>3.5 A ética em vendas e negociação</vt:lpstr>
      <vt:lpstr>3.6 Relações humanas e ética no trabalho</vt:lpstr>
      <vt:lpstr>3.6 Relações humanas e ética no trabalho</vt:lpstr>
      <vt:lpstr>3.6 Relações humanas e ética no trabalho</vt:lpstr>
      <vt:lpstr>3.6 Relações humanas e ética no trabalho</vt:lpstr>
      <vt:lpstr>3.7 O papel da liderança</vt:lpstr>
      <vt:lpstr>3.7 O papel da liderança</vt:lpstr>
      <vt:lpstr>Os dez mandamentos do líder</vt:lpstr>
      <vt:lpstr>Os dez mandamentos do líder</vt:lpstr>
      <vt:lpstr>Os dez mandamentos do líder</vt:lpstr>
      <vt:lpstr>SÍNTESE</vt:lpstr>
      <vt:lpstr>SÍNTESE</vt:lpstr>
      <vt:lpstr>SÍNTESE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JOSE LEANDRO</dc:creator>
  <cp:lastModifiedBy>JOSE LEANDRO</cp:lastModifiedBy>
  <cp:revision>1</cp:revision>
  <dcterms:created xsi:type="dcterms:W3CDTF">2020-06-08T13:25:26Z</dcterms:created>
  <dcterms:modified xsi:type="dcterms:W3CDTF">2020-06-09T10:55:53Z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0x0101007703CC294B2AAC4882102D025E84F7D6</vt:lpwstr>
  </property>
</Properties>
</file>