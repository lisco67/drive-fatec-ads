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5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6" r:id="rId9"/>
    <p:sldId id="267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1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LEANDRO" userId="bfea5a1e-277c-4a0f-9682-19b0a5101103" providerId="ADAL" clId="{201E9C41-4664-4D19-8252-C11103111433}"/>
    <pc:docChg chg="modSld">
      <pc:chgData name="JOSE LEANDRO" userId="bfea5a1e-277c-4a0f-9682-19b0a5101103" providerId="ADAL" clId="{201E9C41-4664-4D19-8252-C11103111433}" dt="2021-05-14T13:21:30.890" v="3" actId="20577"/>
      <pc:docMkLst>
        <pc:docMk/>
      </pc:docMkLst>
      <pc:sldChg chg="modSp mod">
        <pc:chgData name="JOSE LEANDRO" userId="bfea5a1e-277c-4a0f-9682-19b0a5101103" providerId="ADAL" clId="{201E9C41-4664-4D19-8252-C11103111433}" dt="2021-05-14T13:21:30.890" v="3" actId="20577"/>
        <pc:sldMkLst>
          <pc:docMk/>
          <pc:sldMk cId="322482262" sldId="256"/>
        </pc:sldMkLst>
        <pc:spChg chg="mod">
          <ac:chgData name="JOSE LEANDRO" userId="bfea5a1e-277c-4a0f-9682-19b0a5101103" providerId="ADAL" clId="{201E9C41-4664-4D19-8252-C11103111433}" dt="2021-05-14T13:21:30.890" v="3" actId="20577"/>
          <ac:spMkLst>
            <pc:docMk/>
            <pc:sldMk cId="322482262" sldId="256"/>
            <ac:spMk id="4" creationId="{AF1F8BCB-EB28-4651-8C8B-6F0F05BAF0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5/14/2021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610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954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56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98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419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53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591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904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542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113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9809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8946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9425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9819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6878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6551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331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0640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EED235C-070D-4BF6-884C-1B703DC848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AF1F8BCB-EB28-4651-8C8B-6F0F05BAF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5" y="1122363"/>
            <a:ext cx="8791575" cy="2387600"/>
          </a:xfrm>
        </p:spPr>
        <p:txBody>
          <a:bodyPr>
            <a:noAutofit/>
          </a:bodyPr>
          <a:lstStyle/>
          <a:p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ALENCASTRO, M. S. C. </a:t>
            </a:r>
            <a:r>
              <a:rPr lang="pt-BR" sz="3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Ética empresarial na prática.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Cap. 4. RESPONSABILIDADE SOCIAL. </a:t>
            </a:r>
            <a:r>
              <a:rPr lang="pt-BR" sz="3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p. 126 em diante</a:t>
            </a: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82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F7C68A-BB99-4BAF-BE44-C172D8B1B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6944" y="107638"/>
            <a:ext cx="9905999" cy="35417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4.1 – Um pouco da história sobre Responsabilidade Social</a:t>
            </a:r>
          </a:p>
          <a:p>
            <a:pPr marL="0" indent="0">
              <a:buNone/>
            </a:pPr>
            <a:r>
              <a:rPr lang="pt-BR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4.2 – Conceitos</a:t>
            </a:r>
          </a:p>
          <a:p>
            <a:pPr marL="0" indent="0">
              <a:buNone/>
            </a:pPr>
            <a:r>
              <a:rPr lang="pt-BR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4.3 – Responsabilidade Social e Desenvolvimento Sustentável</a:t>
            </a:r>
          </a:p>
          <a:p>
            <a:pPr marL="0" indent="0">
              <a:buNone/>
            </a:pPr>
            <a:r>
              <a:rPr lang="pt-BR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4.4 – Ética e Responsabilidade Social</a:t>
            </a:r>
          </a:p>
          <a:p>
            <a:pPr marL="0" indent="0">
              <a:buNone/>
            </a:pPr>
            <a:r>
              <a:rPr lang="pt-BR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4.5 – A prática da responsabilidade Social</a:t>
            </a:r>
          </a:p>
          <a:p>
            <a:pPr marL="0" indent="0">
              <a:buNone/>
            </a:pPr>
            <a:r>
              <a:rPr lang="pt-BR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4.6 – Normas e indicadores de responsabilidade social.</a:t>
            </a:r>
          </a:p>
          <a:p>
            <a:pPr marL="0" indent="0">
              <a:buNone/>
            </a:pP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463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F7C68A-BB99-4BAF-BE44-C172D8B1B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6944" y="107638"/>
            <a:ext cx="9905999" cy="35417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4.1 – Um pouco da história sobre Responsabilidade Social</a:t>
            </a:r>
          </a:p>
          <a:p>
            <a:pPr marL="0" indent="0">
              <a:buNone/>
            </a:pP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872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F7C68A-BB99-4BAF-BE44-C172D8B1B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6944" y="107638"/>
            <a:ext cx="9905999" cy="35417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4.2 – Conceitos</a:t>
            </a:r>
          </a:p>
          <a:p>
            <a:pPr marL="0" indent="0">
              <a:buNone/>
            </a:pP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139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F7C68A-BB99-4BAF-BE44-C172D8B1B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6944" y="107638"/>
            <a:ext cx="9905999" cy="6942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4.2 – Conceitos</a:t>
            </a:r>
          </a:p>
        </p:txBody>
      </p:sp>
      <p:pic>
        <p:nvPicPr>
          <p:cNvPr id="7" name="Imagem 6" descr="Uma imagem contendo Texto&#10;&#10;Descrição gerada automaticamente">
            <a:extLst>
              <a:ext uri="{FF2B5EF4-FFF2-40B4-BE49-F238E27FC236}">
                <a16:creationId xmlns:a16="http://schemas.microsoft.com/office/drawing/2014/main" id="{30FEA0DE-774D-4AD2-AE9D-466CA81F1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66999" y="-676469"/>
            <a:ext cx="6858000" cy="821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68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F7C68A-BB99-4BAF-BE44-C172D8B1B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6944" y="107638"/>
            <a:ext cx="9905999" cy="6942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4.2 – Conceitos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B86456A-DAAA-4F32-AE29-2EFF9DFB12F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71248" y="633046"/>
            <a:ext cx="9017390" cy="583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443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F7C68A-BB99-4BAF-BE44-C172D8B1B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6944" y="107638"/>
            <a:ext cx="9905999" cy="35417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4.3 – Responsabilidade Social e Desenvolvimento Sustentável</a:t>
            </a:r>
          </a:p>
          <a:p>
            <a:pPr marL="0" indent="0">
              <a:buNone/>
            </a:pP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717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F7C68A-BB99-4BAF-BE44-C172D8B1B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6944" y="107638"/>
            <a:ext cx="9905999" cy="35417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4.3 – Responsabilidade Social e Desenvolvimento Sustentável</a:t>
            </a:r>
          </a:p>
          <a:p>
            <a:pPr marL="0" indent="0">
              <a:buNone/>
            </a:pP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m 3" descr="Diagrama, Diagrama de Venn&#10;&#10;Descrição gerada automaticamente">
            <a:extLst>
              <a:ext uri="{FF2B5EF4-FFF2-40B4-BE49-F238E27FC236}">
                <a16:creationId xmlns:a16="http://schemas.microsoft.com/office/drawing/2014/main" id="{A6DFA73A-E3CE-4DBE-96C4-E49F5D061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520" y="1272209"/>
            <a:ext cx="6184960" cy="558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829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F7C68A-BB99-4BAF-BE44-C172D8B1B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6944" y="107638"/>
            <a:ext cx="9905999" cy="35417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4.3 – Responsabilidade Social e Desenvolvimento Sustentável</a:t>
            </a:r>
          </a:p>
          <a:p>
            <a:pPr marL="0" indent="0">
              <a:buNone/>
            </a:pP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 descr="Diagrama&#10;&#10;Descrição gerada automaticamente">
            <a:extLst>
              <a:ext uri="{FF2B5EF4-FFF2-40B4-BE49-F238E27FC236}">
                <a16:creationId xmlns:a16="http://schemas.microsoft.com/office/drawing/2014/main" id="{C6EA3C7B-FED8-4EC5-9CF3-99099057B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811"/>
            <a:ext cx="12192000" cy="655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915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F7C68A-BB99-4BAF-BE44-C172D8B1B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6944" y="107638"/>
            <a:ext cx="9905999" cy="35417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4.4 – Ética e Responsabilidade Social</a:t>
            </a:r>
          </a:p>
          <a:p>
            <a:pPr marL="0" indent="0">
              <a:buNone/>
            </a:pP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540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F7C68A-BB99-4BAF-BE44-C172D8B1B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6944" y="107638"/>
            <a:ext cx="9905999" cy="35417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4.5 – A prática da responsabilidade Social</a:t>
            </a:r>
          </a:p>
          <a:p>
            <a:pPr marL="0" indent="0">
              <a:buNone/>
            </a:pP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323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F7C68A-BB99-4BAF-BE44-C172D8B1B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6944" y="107638"/>
            <a:ext cx="9905999" cy="35417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4.6 – Normas e indicadores de responsabilidade social.</a:t>
            </a:r>
          </a:p>
          <a:p>
            <a:pPr marL="0" indent="0">
              <a:buNone/>
            </a:pP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2747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Azul Quente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88</TotalTime>
  <Words>127</Words>
  <Application>Microsoft Office PowerPoint</Application>
  <PresentationFormat>Widescreen</PresentationFormat>
  <Paragraphs>17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Tw Cen MT</vt:lpstr>
      <vt:lpstr>Circuito</vt:lpstr>
      <vt:lpstr>ALENCASTRO, M. S. C. Ética empresarial na prática. Cap. 4. RESPONSABILIDADE SOCIAL. p. 126 em diante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ALENCASTRO, M. S. C. Ética empresarial na prática. Cap. 4. RESPONSABILIDADE SOCIAL. p. 126 em diante</dc:title>
  <dc:creator>JOSE LEANDRO</dc:creator>
  <cp:lastModifiedBy>José Benedito Leandro</cp:lastModifiedBy>
  <cp:revision>4</cp:revision>
  <dcterms:created xsi:type="dcterms:W3CDTF">2020-11-14T14:03:45Z</dcterms:created>
  <dcterms:modified xsi:type="dcterms:W3CDTF">2021-05-14T13:21:59Z</dcterms:modified>
</cp:coreProperties>
</file>