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1" d="100"/>
          <a:sy n="71" d="100"/>
        </p:scale>
        <p:origin x="4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146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738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294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848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5064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2175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509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7257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12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8958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4924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20936-A8EE-4270-AE0B-020358FC9C12}" type="datetimeFigureOut">
              <a:rPr lang="pt-BR" smtClean="0"/>
              <a:t>19/05/2017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1F446-6E3D-4D85-95F7-076A7E74CC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65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ebrae.com.br/sites/PortalSebrae/ead/gestao-da-inovacao-inovar-para-competir,3c544bbfa8c98510VgnVCM1000004c00210aRCRD" TargetMode="External"/><Relationship Id="rId2" Type="http://schemas.openxmlformats.org/officeDocument/2006/relationships/hyperlink" Target="http://ead.sebraesp.com.br/cursos/1/62/Inovacao-e-Tecnologia/Criatividad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adsenaies.com.br/cursos-senai/propriedade-intelectual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SOCIEDADE E TECNOLOGIA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PROF. JOSÉ BENEDITO LEANDRO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38874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EMENTA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599873"/>
            <a:ext cx="10515600" cy="4351338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3600" dirty="0"/>
              <a:t>Comunicação e Informação – conceitos e implicações no mundo contemporâneo; Da Cultura de Massa à Cultura Digital – novas formas de socialização da informação e novos desafios na comunicação. Tecnologia e Sociedade - Problemas humanos e sociais referentes à utilização da tecnologia da informação e da computação: aspectos humanos da segurança e privacidade das informações e aspectos econômicos e éticos da utilização dos computadores.</a:t>
            </a:r>
          </a:p>
          <a:p>
            <a:pPr marL="0" indent="0" algn="just">
              <a:buNone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224029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OBJETIVO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600" dirty="0"/>
              <a:t>Refletir sobre os impactos da Tecnologia da Informação na Sociedade Contemporânea</a:t>
            </a:r>
            <a:r>
              <a:rPr lang="pt-BR" sz="3600" dirty="0" smtClean="0"/>
              <a:t>.</a:t>
            </a:r>
          </a:p>
          <a:p>
            <a:pPr marL="0" indent="0">
              <a:buNone/>
            </a:pPr>
            <a:endParaRPr lang="pt-BR" sz="3600" dirty="0"/>
          </a:p>
          <a:p>
            <a:pPr marL="0" indent="0">
              <a:buNone/>
            </a:pPr>
            <a:r>
              <a:rPr lang="pt-BR" sz="3600" dirty="0" smtClean="0"/>
              <a:t>Discutir a importância da criatividade e da inovação no mundo atual, para os indivíduos e para as organizações.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181881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CONTEÚDOS CHAVES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352658"/>
            <a:ext cx="10515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smtClean="0"/>
              <a:t>CULTURA</a:t>
            </a:r>
          </a:p>
          <a:p>
            <a:pPr marL="0" indent="0">
              <a:buNone/>
            </a:pPr>
            <a:r>
              <a:rPr lang="pt-BR" dirty="0" smtClean="0"/>
              <a:t>CRIATIVIDADE</a:t>
            </a:r>
          </a:p>
          <a:p>
            <a:pPr marL="0" indent="0">
              <a:buNone/>
            </a:pPr>
            <a:r>
              <a:rPr lang="pt-BR" dirty="0" smtClean="0"/>
              <a:t>TECNOLOGIA</a:t>
            </a:r>
          </a:p>
          <a:p>
            <a:pPr marL="0" indent="0">
              <a:buNone/>
            </a:pPr>
            <a:r>
              <a:rPr lang="pt-BR" dirty="0" smtClean="0"/>
              <a:t>INOVAÇÃO</a:t>
            </a:r>
          </a:p>
          <a:p>
            <a:pPr marL="0" indent="0">
              <a:buNone/>
            </a:pPr>
            <a:r>
              <a:rPr lang="pt-BR" dirty="0" smtClean="0"/>
              <a:t>INOVAÇÃO TECNOLÓGICA</a:t>
            </a:r>
          </a:p>
          <a:p>
            <a:pPr marL="0" indent="0">
              <a:buNone/>
            </a:pPr>
            <a:r>
              <a:rPr lang="pt-BR" dirty="0" smtClean="0"/>
              <a:t>SOCIEDADE INFORMÁTICA</a:t>
            </a:r>
          </a:p>
          <a:p>
            <a:pPr marL="0" indent="0">
              <a:buNone/>
            </a:pPr>
            <a:r>
              <a:rPr lang="pt-BR" dirty="0" smtClean="0"/>
              <a:t>CIDADANIA DIGITAL</a:t>
            </a:r>
          </a:p>
          <a:p>
            <a:pPr marL="0" indent="0">
              <a:buNone/>
            </a:pPr>
            <a:r>
              <a:rPr lang="pt-BR" dirty="0" smtClean="0"/>
              <a:t>RESPONSABILIDADE SOCIAL</a:t>
            </a:r>
          </a:p>
          <a:p>
            <a:pPr marL="0" indent="0">
              <a:buNone/>
            </a:pPr>
            <a:r>
              <a:rPr lang="pt-BR" dirty="0" smtClean="0"/>
              <a:t>PROPRIEDADE INTELECTUAL</a:t>
            </a:r>
          </a:p>
          <a:p>
            <a:pPr marL="0" indent="0">
              <a:buNone/>
            </a:pPr>
            <a:r>
              <a:rPr lang="pt-BR" dirty="0" smtClean="0"/>
              <a:t>GESTÃO DA INOVAÇÃO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36118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25321" y="120426"/>
            <a:ext cx="10515600" cy="1325563"/>
          </a:xfrm>
        </p:spPr>
        <p:txBody>
          <a:bodyPr/>
          <a:lstStyle/>
          <a:p>
            <a:pPr algn="ctr"/>
            <a:r>
              <a:rPr lang="pt-BR" b="1" dirty="0" smtClean="0"/>
              <a:t>Sites para cursos </a:t>
            </a:r>
            <a:r>
              <a:rPr lang="pt-BR" b="1" dirty="0" err="1" smtClean="0"/>
              <a:t>on</a:t>
            </a:r>
            <a:r>
              <a:rPr lang="pt-BR" b="1" dirty="0" smtClean="0"/>
              <a:t> </a:t>
            </a:r>
            <a:r>
              <a:rPr lang="pt-BR" b="1" dirty="0" err="1" smtClean="0"/>
              <a:t>line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44699" y="1455314"/>
            <a:ext cx="11745532" cy="47216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/>
              <a:t>Primeiro curso </a:t>
            </a:r>
            <a:r>
              <a:rPr lang="pt-BR" dirty="0" smtClean="0"/>
              <a:t>CRIATIVIDADE (Vale 1,0 na nota 1):</a:t>
            </a:r>
            <a:endParaRPr lang="pt-BR" dirty="0"/>
          </a:p>
          <a:p>
            <a:pPr marL="0" indent="0">
              <a:buNone/>
            </a:pPr>
            <a:r>
              <a:rPr lang="pt-BR" dirty="0">
                <a:hlinkClick r:id="rId2"/>
              </a:rPr>
              <a:t>http://www.sebrae.com.br/sites/PortalSebrae/ead/criatividade,872d662493ba8510VgnVCM1000004c00210aRCRD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Segundo </a:t>
            </a:r>
            <a:r>
              <a:rPr lang="pt-BR" dirty="0"/>
              <a:t>curso GESTÃO DA </a:t>
            </a:r>
            <a:r>
              <a:rPr lang="pt-BR" dirty="0" smtClean="0"/>
              <a:t>INOVAÇÃO </a:t>
            </a:r>
            <a:r>
              <a:rPr lang="pt-BR" dirty="0"/>
              <a:t>(Vale 1,0 na nota </a:t>
            </a:r>
            <a:r>
              <a:rPr lang="pt-BR" dirty="0" smtClean="0"/>
              <a:t>2):</a:t>
            </a:r>
          </a:p>
          <a:p>
            <a:pPr marL="0" indent="0">
              <a:buNone/>
            </a:pPr>
            <a:r>
              <a:rPr lang="pt-BR" dirty="0" smtClean="0">
                <a:hlinkClick r:id="rId3"/>
              </a:rPr>
              <a:t>http</a:t>
            </a:r>
            <a:r>
              <a:rPr lang="pt-BR" dirty="0">
                <a:hlinkClick r:id="rId3"/>
              </a:rPr>
              <a:t>://</a:t>
            </a:r>
            <a:r>
              <a:rPr lang="pt-BR" dirty="0" smtClean="0">
                <a:hlinkClick r:id="rId3"/>
              </a:rPr>
              <a:t>www.sebrae.com.br/sites/PortalSebrae/ead/gestao-da-inovacao-inovar-para-competir,3c544bbfa8c98510VgnVCM1000004c00210aRCRD</a:t>
            </a:r>
            <a:r>
              <a:rPr lang="pt-BR" dirty="0" smtClean="0"/>
              <a:t> </a:t>
            </a: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Terceiro </a:t>
            </a:r>
            <a:r>
              <a:rPr lang="pt-BR" dirty="0"/>
              <a:t>curso PROPRIEDADE </a:t>
            </a:r>
            <a:r>
              <a:rPr lang="pt-BR" dirty="0" smtClean="0"/>
              <a:t>INTELECTUAL </a:t>
            </a:r>
            <a:r>
              <a:rPr lang="pt-BR" dirty="0"/>
              <a:t>(Vale 1,0 na nota </a:t>
            </a:r>
            <a:r>
              <a:rPr lang="pt-BR" dirty="0" smtClean="0"/>
              <a:t>2):</a:t>
            </a:r>
          </a:p>
          <a:p>
            <a:pPr marL="0" indent="0">
              <a:buNone/>
            </a:pPr>
            <a:r>
              <a:rPr lang="pt-BR" dirty="0">
                <a:hlinkClick r:id="rId4"/>
              </a:rPr>
              <a:t>https://eadsenaies.com.br/cursos-senai/propriedade-intelectual</a:t>
            </a:r>
            <a:r>
              <a:rPr lang="pt-BR" dirty="0" smtClean="0">
                <a:hlinkClick r:id="rId4"/>
              </a:rPr>
              <a:t>/</a:t>
            </a:r>
            <a:r>
              <a:rPr lang="pt-BR" dirty="0" smtClean="0"/>
              <a:t>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07591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 smtClean="0"/>
              <a:t>Datas de provas e trabalhos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 smtClean="0">
                <a:solidFill>
                  <a:srgbClr val="FF0000"/>
                </a:solidFill>
              </a:rPr>
              <a:t>Prova 1 dia 6 de abril de 2017</a:t>
            </a:r>
          </a:p>
          <a:p>
            <a:pPr marL="0" indent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b="1" dirty="0" smtClean="0">
                <a:solidFill>
                  <a:srgbClr val="FF0000"/>
                </a:solidFill>
              </a:rPr>
              <a:t>Prova 2 dia 8 de junho de 2017</a:t>
            </a:r>
          </a:p>
          <a:p>
            <a:pPr marL="0" indent="0">
              <a:buNone/>
            </a:pPr>
            <a:endParaRPr lang="pt-B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pt-BR" b="1" dirty="0" smtClean="0">
                <a:solidFill>
                  <a:srgbClr val="FF0000"/>
                </a:solidFill>
              </a:rPr>
              <a:t>Prova 3 dia 22 de junho de 2017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206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206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SOCIEDADE E TECNOLOGIA</vt:lpstr>
      <vt:lpstr>EMENTA</vt:lpstr>
      <vt:lpstr>OBJETIVO</vt:lpstr>
      <vt:lpstr>CONTEÚDOS CHAVES</vt:lpstr>
      <vt:lpstr>Sites para cursos on line</vt:lpstr>
      <vt:lpstr>Datas de provas e trabalhos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SOCIEDADE E TECNOLOGIA</dc:title>
  <dc:creator>Docente Fatec</dc:creator>
  <cp:lastModifiedBy>José Benedito Leandro</cp:lastModifiedBy>
  <cp:revision>17</cp:revision>
  <dcterms:created xsi:type="dcterms:W3CDTF">2015-02-13T12:56:50Z</dcterms:created>
  <dcterms:modified xsi:type="dcterms:W3CDTF">2017-05-19T14:16:14Z</dcterms:modified>
</cp:coreProperties>
</file>