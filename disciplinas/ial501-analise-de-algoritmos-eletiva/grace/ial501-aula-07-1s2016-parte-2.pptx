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53" r:id="rId1"/>
  </p:sldMasterIdLst>
  <p:notesMasterIdLst>
    <p:notesMasterId r:id="rId6"/>
  </p:notesMasterIdLst>
  <p:sldIdLst>
    <p:sldId id="256" r:id="rId2"/>
    <p:sldId id="410" r:id="rId3"/>
    <p:sldId id="411" r:id="rId4"/>
    <p:sldId id="412" r:id="rId5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CCECFF"/>
    <a:srgbClr val="99CCFF"/>
    <a:srgbClr val="F2F2F2"/>
    <a:srgbClr val="CC33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372" y="-1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A6320F-141A-46AE-8126-341904F1DA0F}" type="datetimeFigureOut">
              <a:rPr lang="pt-BR" smtClean="0"/>
              <a:pPr/>
              <a:t>08/04/2016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76384-1A77-499B-BCFA-1110740A63C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tângulo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etângulo de cantos arredondados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BC75EB2C-B4B3-46F1-800B-C03E60F0855B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etângulo de cantos arredondados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Retângulo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C7DDA84F-88F9-43CD-B0D1-51757FA09C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48BF960-11F1-48D5-B890-5F8A51F3F6E2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8CE3E87-951E-4C83-B656-2861251D95D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BD8F0A-0135-4488-AEFF-ACE671CBCE1A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CF8199-9CBA-4AF3-9536-9885347AFD8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etângulo de cantos arredondados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C886E6-453B-4D2F-9E7C-86BC71910629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pPr>
              <a:defRPr/>
            </a:pPr>
            <a:fld id="{14D24FA8-B6CD-410D-B3E2-A90294CAFD21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11" name="Retângulo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tângulo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009AE5-E3CB-4DB1-BF75-5ED1789E49B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34F7AAF-3EFB-4D85-B248-B4A55AAE39D3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etângulo de cantos arredondados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2A2DFB1C-B4BE-49DA-ADAE-D8991734F765}" type="slidenum">
              <a:rPr lang="pt-BR" altLang="en-US" smtClean="0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4" r:id="rId1"/>
    <p:sldLayoutId id="2147483955" r:id="rId2"/>
    <p:sldLayoutId id="2147483956" r:id="rId3"/>
    <p:sldLayoutId id="2147483957" r:id="rId4"/>
    <p:sldLayoutId id="2147483958" r:id="rId5"/>
    <p:sldLayoutId id="2147483959" r:id="rId6"/>
    <p:sldLayoutId id="2147483960" r:id="rId7"/>
    <p:sldLayoutId id="2147483961" r:id="rId8"/>
    <p:sldLayoutId id="2147483962" r:id="rId9"/>
    <p:sldLayoutId id="2147483963" r:id="rId10"/>
    <p:sldLayoutId id="2147483964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5438" y="3227040"/>
            <a:ext cx="8495034" cy="2362200"/>
          </a:xfrm>
        </p:spPr>
        <p:txBody>
          <a:bodyPr/>
          <a:lstStyle/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Aula 07 </a:t>
            </a:r>
          </a:p>
          <a:p>
            <a:pPr eaLnBrk="1" hangingPunct="1"/>
            <a:r>
              <a:rPr lang="pt-BR" b="1" dirty="0" smtClean="0">
                <a:solidFill>
                  <a:schemeClr val="tx2">
                    <a:lumMod val="75000"/>
                  </a:schemeClr>
                </a:solidFill>
              </a:rPr>
              <a:t>Grace Borges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pt-BR" b="1" dirty="0" smtClean="0"/>
              <a:t>Análise de Algoritmos</a:t>
            </a:r>
            <a:br>
              <a:rPr lang="pt-BR" b="1" dirty="0" smtClean="0"/>
            </a:br>
            <a:r>
              <a:rPr lang="pt-BR" b="1" dirty="0" smtClean="0"/>
              <a:t>IAL 501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0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5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18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Utilizando a técnica de divisão e conquista elabore um algoritmos que verifica se um número inteiro x está em um vetor ordenado v[ ], conhecido como busca binária</a:t>
            </a:r>
            <a:r>
              <a:rPr lang="pt-BR" dirty="0" smtClean="0"/>
              <a:t>.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Atividade 19. Faça a análise da eficiência do seu algoritmo.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20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Altere seu algoritmo de modo a devolver o índice da posição em que o elemento se encontra no vetor. Caso x não esteja no vetor, devolver -1.</a:t>
            </a:r>
          </a:p>
          <a:p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Atividade 21. É possível escrever uma versão iterativa (não recursiva) para Busca binária de maneira a manter a mesma eficiência da solução recursiva? Codifique sua solução e faça a análise.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Atividade 22</a:t>
            </a:r>
            <a:endParaRPr lang="pt-BR" dirty="0"/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41DDD5-AC12-4839-8732-7468EF49DE0A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 busca linear verifica se um item x está em um vetor v[ ] examinando cada posição do vetor desde v[0] até v[n-1], ou até encontrar x. </a:t>
            </a:r>
          </a:p>
          <a:p>
            <a:r>
              <a:rPr lang="pt-BR" dirty="0" smtClean="0"/>
              <a:t>Qual a eficiência desse algoritmo? </a:t>
            </a:r>
            <a:endParaRPr lang="pt-BR" smtClean="0"/>
          </a:p>
          <a:p>
            <a:r>
              <a:rPr lang="pt-BR" smtClean="0"/>
              <a:t>Em </a:t>
            </a:r>
            <a:r>
              <a:rPr lang="pt-BR" dirty="0" smtClean="0"/>
              <a:t>que situação essa busca é indicada ao invés da Busca Binária? </a:t>
            </a:r>
            <a:endParaRPr lang="pt-BR" dirty="0" smtClean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trimônio Líquido">
  <a:themeElements>
    <a:clrScheme name="Patrimônio Líquido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trimônio Líquido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trimônio Líquido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2900</TotalTime>
  <Words>174</Words>
  <Application>Microsoft Office PowerPoint</Application>
  <PresentationFormat>Apresentação na tela (4:3)</PresentationFormat>
  <Paragraphs>21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Patrimônio Líquido</vt:lpstr>
      <vt:lpstr>Análise de Algoritmos IAL 501</vt:lpstr>
      <vt:lpstr>Atividade 18</vt:lpstr>
      <vt:lpstr>Atividade 20</vt:lpstr>
      <vt:lpstr>Atividade 22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Inteligência Artificial</dc:title>
  <dc:creator>Grace Anne</dc:creator>
  <cp:lastModifiedBy>Grace Borges</cp:lastModifiedBy>
  <cp:revision>215</cp:revision>
  <dcterms:created xsi:type="dcterms:W3CDTF">2011-02-25T18:12:46Z</dcterms:created>
  <dcterms:modified xsi:type="dcterms:W3CDTF">2016-04-09T00:24:01Z</dcterms:modified>
</cp:coreProperties>
</file>