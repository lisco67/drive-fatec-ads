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y="6858000" cx="12192000"/>
  <p:notesSz cx="6858000" cy="9144000"/>
  <p:embeddedFontLst>
    <p:embeddedFont>
      <p:font typeface="Arial Narrow"/>
      <p:regular r:id="rId29"/>
      <p:bold r:id="rId30"/>
      <p:italic r:id="rId31"/>
      <p:boldItalic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font" Target="fonts/ArialNarrow-regular.fntdata"/><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ArialNarrow-italic.fntdata"/><Relationship Id="rId30" Type="http://schemas.openxmlformats.org/officeDocument/2006/relationships/font" Target="fonts/ArialNarrow-bold.fntdata"/><Relationship Id="rId11" Type="http://schemas.openxmlformats.org/officeDocument/2006/relationships/slide" Target="slides/slide7.xml"/><Relationship Id="rId10" Type="http://schemas.openxmlformats.org/officeDocument/2006/relationships/slide" Target="slides/slide6.xml"/><Relationship Id="rId32" Type="http://schemas.openxmlformats.org/officeDocument/2006/relationships/font" Target="fonts/ArialNarrow-boldItalic.fntdata"/><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2" name="Google Shape;14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6" name="Google Shape;14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3" name="Google Shape;153;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8" name="Google Shape;15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9" name="Google Shape;179;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4" name="Google Shape;18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9" name="Google Shape;18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4" name="Google Shape;194;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7" name="Google Shape;20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2" name="Google Shape;212;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7" name="Google Shape;21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32" name="Google Shape;23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0" name="Google Shape;240;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6" name="Google Shape;25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3" name="Google Shape;263;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0" name="Google Shape;27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1" name="Google Shape;281;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2" name="Google Shape;292;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8" name="Google Shape;298;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4" name="Google Shape;304;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0" name="Google Shape;310;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6" name="Google Shape;316;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6" name="Google Shape;326;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1" name="Google Shape;331;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type="title">
  <p:cSld name="TITLE">
    <p:bg>
      <p:bgPr>
        <a:blipFill>
          <a:blip r:embed="rId2">
            <a:alphaModFix/>
          </a:blip>
          <a:stretch>
            <a:fillRect/>
          </a:stretch>
        </a:blipFill>
      </p:bgPr>
    </p:bg>
    <p:spTree>
      <p:nvGrpSpPr>
        <p:cNvPr id="11" name="Shape 11"/>
        <p:cNvGrpSpPr/>
        <p:nvPr/>
      </p:nvGrpSpPr>
      <p:grpSpPr>
        <a:xfrm>
          <a:off x="0" y="0"/>
          <a:ext cx="0" cy="0"/>
          <a:chOff x="0" y="0"/>
          <a:chExt cx="0" cy="0"/>
        </a:xfrm>
      </p:grpSpPr>
      <p:pic>
        <p:nvPicPr>
          <p:cNvPr descr="Celestia-R1---OverlayTitleHD.png" id="12" name="Google Shape;12;p2"/>
          <p:cNvPicPr preferRelativeResize="0"/>
          <p:nvPr/>
        </p:nvPicPr>
        <p:blipFill rotWithShape="1">
          <a:blip r:embed="rId3">
            <a:alphaModFix/>
          </a:blip>
          <a:srcRect b="0" l="0" r="0" t="0"/>
          <a:stretch/>
        </p:blipFill>
        <p:spPr>
          <a:xfrm>
            <a:off x="0" y="0"/>
            <a:ext cx="12188825" cy="6856214"/>
          </a:xfrm>
          <a:prstGeom prst="rect">
            <a:avLst/>
          </a:prstGeom>
          <a:noFill/>
          <a:ln>
            <a:noFill/>
          </a:ln>
        </p:spPr>
      </p:pic>
      <p:sp>
        <p:nvSpPr>
          <p:cNvPr id="13" name="Google Shape;13;p2"/>
          <p:cNvSpPr txBox="1"/>
          <p:nvPr>
            <p:ph type="ctrTitle"/>
          </p:nvPr>
        </p:nvSpPr>
        <p:spPr>
          <a:xfrm>
            <a:off x="3962399" y="1964267"/>
            <a:ext cx="7197726" cy="2421464"/>
          </a:xfrm>
          <a:prstGeom prst="rect">
            <a:avLst/>
          </a:prstGeom>
          <a:noFill/>
          <a:ln>
            <a:noFill/>
          </a:ln>
        </p:spPr>
        <p:txBody>
          <a:bodyPr anchorCtr="0" anchor="b" bIns="45700" lIns="91425" spcFirstLastPara="1" rIns="91425" wrap="square" tIns="45700">
            <a:normAutofit/>
          </a:bodyPr>
          <a:lstStyle>
            <a:lvl1pPr lvl="0" algn="r">
              <a:lnSpc>
                <a:spcPct val="100000"/>
              </a:lnSpc>
              <a:spcBef>
                <a:spcPts val="0"/>
              </a:spcBef>
              <a:spcAft>
                <a:spcPts val="0"/>
              </a:spcAft>
              <a:buClr>
                <a:schemeClr val="lt1"/>
              </a:buClr>
              <a:buSzPts val="4800"/>
              <a:buFont typeface="Calibri"/>
              <a:buNone/>
              <a:defRPr sz="48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 type="subTitle"/>
          </p:nvPr>
        </p:nvSpPr>
        <p:spPr>
          <a:xfrm>
            <a:off x="3962399" y="4385732"/>
            <a:ext cx="7197726" cy="1405467"/>
          </a:xfrm>
          <a:prstGeom prst="rect">
            <a:avLst/>
          </a:prstGeom>
          <a:noFill/>
          <a:ln>
            <a:noFill/>
          </a:ln>
        </p:spPr>
        <p:txBody>
          <a:bodyPr anchorCtr="0" anchor="t" bIns="45700" lIns="91425" spcFirstLastPara="1" rIns="91425" wrap="square" tIns="45700">
            <a:normAutofit/>
          </a:bodyPr>
          <a:lstStyle>
            <a:lvl1pPr lvl="0" algn="r">
              <a:lnSpc>
                <a:spcPct val="100000"/>
              </a:lnSpc>
              <a:spcBef>
                <a:spcPts val="0"/>
              </a:spcBef>
              <a:spcAft>
                <a:spcPts val="0"/>
              </a:spcAft>
              <a:buSzPts val="1800"/>
              <a:buNone/>
              <a:defRPr sz="1800" cap="none">
                <a:solidFill>
                  <a:schemeClr val="lt1"/>
                </a:solidFill>
              </a:defRPr>
            </a:lvl1pPr>
            <a:lvl2pPr lvl="1" algn="ctr">
              <a:lnSpc>
                <a:spcPct val="100000"/>
              </a:lnSpc>
              <a:spcBef>
                <a:spcPts val="1000"/>
              </a:spcBef>
              <a:spcAft>
                <a:spcPts val="0"/>
              </a:spcAft>
              <a:buSzPts val="1600"/>
              <a:buNone/>
              <a:defRPr>
                <a:solidFill>
                  <a:schemeClr val="lt1"/>
                </a:solidFill>
              </a:defRPr>
            </a:lvl2pPr>
            <a:lvl3pPr lvl="2" algn="ctr">
              <a:lnSpc>
                <a:spcPct val="100000"/>
              </a:lnSpc>
              <a:spcBef>
                <a:spcPts val="1000"/>
              </a:spcBef>
              <a:spcAft>
                <a:spcPts val="0"/>
              </a:spcAft>
              <a:buSzPts val="1400"/>
              <a:buNone/>
              <a:defRPr>
                <a:solidFill>
                  <a:schemeClr val="lt1"/>
                </a:solidFill>
              </a:defRPr>
            </a:lvl3pPr>
            <a:lvl4pPr lvl="3" algn="ctr">
              <a:lnSpc>
                <a:spcPct val="100000"/>
              </a:lnSpc>
              <a:spcBef>
                <a:spcPts val="1000"/>
              </a:spcBef>
              <a:spcAft>
                <a:spcPts val="0"/>
              </a:spcAft>
              <a:buSzPts val="1200"/>
              <a:buNone/>
              <a:defRPr>
                <a:solidFill>
                  <a:schemeClr val="lt1"/>
                </a:solidFill>
              </a:defRPr>
            </a:lvl4pPr>
            <a:lvl5pPr lvl="4" algn="ctr">
              <a:lnSpc>
                <a:spcPct val="100000"/>
              </a:lnSpc>
              <a:spcBef>
                <a:spcPts val="1000"/>
              </a:spcBef>
              <a:spcAft>
                <a:spcPts val="0"/>
              </a:spcAft>
              <a:buSzPts val="1200"/>
              <a:buNone/>
              <a:defRPr>
                <a:solidFill>
                  <a:schemeClr val="lt1"/>
                </a:solidFill>
              </a:defRPr>
            </a:lvl5pPr>
            <a:lvl6pPr lvl="5" algn="ctr">
              <a:lnSpc>
                <a:spcPct val="100000"/>
              </a:lnSpc>
              <a:spcBef>
                <a:spcPts val="1000"/>
              </a:spcBef>
              <a:spcAft>
                <a:spcPts val="0"/>
              </a:spcAft>
              <a:buSzPts val="1200"/>
              <a:buNone/>
              <a:defRPr>
                <a:solidFill>
                  <a:schemeClr val="lt1"/>
                </a:solidFill>
              </a:defRPr>
            </a:lvl6pPr>
            <a:lvl7pPr lvl="6" algn="ctr">
              <a:lnSpc>
                <a:spcPct val="100000"/>
              </a:lnSpc>
              <a:spcBef>
                <a:spcPts val="1000"/>
              </a:spcBef>
              <a:spcAft>
                <a:spcPts val="0"/>
              </a:spcAft>
              <a:buSzPts val="1200"/>
              <a:buNone/>
              <a:defRPr>
                <a:solidFill>
                  <a:schemeClr val="lt1"/>
                </a:solidFill>
              </a:defRPr>
            </a:lvl7pPr>
            <a:lvl8pPr lvl="7" algn="ctr">
              <a:lnSpc>
                <a:spcPct val="100000"/>
              </a:lnSpc>
              <a:spcBef>
                <a:spcPts val="1000"/>
              </a:spcBef>
              <a:spcAft>
                <a:spcPts val="0"/>
              </a:spcAft>
              <a:buSzPts val="1200"/>
              <a:buNone/>
              <a:defRPr>
                <a:solidFill>
                  <a:schemeClr val="lt1"/>
                </a:solidFill>
              </a:defRPr>
            </a:lvl8pPr>
            <a:lvl9pPr lvl="8" algn="ctr">
              <a:lnSpc>
                <a:spcPct val="100000"/>
              </a:lnSpc>
              <a:spcBef>
                <a:spcPts val="1000"/>
              </a:spcBef>
              <a:spcAft>
                <a:spcPts val="1000"/>
              </a:spcAft>
              <a:buSzPts val="1200"/>
              <a:buNone/>
              <a:defRPr>
                <a:solidFill>
                  <a:schemeClr val="lt1"/>
                </a:solidFill>
              </a:defRPr>
            </a:lvl9pPr>
          </a:lstStyle>
          <a:p/>
        </p:txBody>
      </p:sp>
      <p:sp>
        <p:nvSpPr>
          <p:cNvPr id="15" name="Google Shape;15;p2"/>
          <p:cNvSpPr txBox="1"/>
          <p:nvPr>
            <p:ph idx="10" type="dt"/>
          </p:nvPr>
        </p:nvSpPr>
        <p:spPr>
          <a:xfrm>
            <a:off x="8932558"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
          <p:cNvSpPr txBox="1"/>
          <p:nvPr>
            <p:ph idx="11" type="ftr"/>
          </p:nvPr>
        </p:nvSpPr>
        <p:spPr>
          <a:xfrm>
            <a:off x="3962399" y="5870575"/>
            <a:ext cx="4893958"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2" type="sldNum"/>
          </p:nvPr>
        </p:nvSpPr>
        <p:spPr>
          <a:xfrm>
            <a:off x="10608958"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m Branco" type="blank">
  <p:cSld name="BLANK">
    <p:spTree>
      <p:nvGrpSpPr>
        <p:cNvPr id="18" name="Shape 18"/>
        <p:cNvGrpSpPr/>
        <p:nvPr/>
      </p:nvGrpSpPr>
      <p:grpSpPr>
        <a:xfrm>
          <a:off x="0" y="0"/>
          <a:ext cx="0" cy="0"/>
          <a:chOff x="0" y="0"/>
          <a:chExt cx="0" cy="0"/>
        </a:xfrm>
      </p:grpSpPr>
      <p:pic>
        <p:nvPicPr>
          <p:cNvPr descr="Celestia-R1---OverlayContentHD.png" id="19" name="Google Shape;19;p3"/>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20" name="Google Shape;20;p3"/>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3"/>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3"/>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Conteúdo" type="obj">
  <p:cSld name="OBJECT">
    <p:spTree>
      <p:nvGrpSpPr>
        <p:cNvPr id="23" name="Shape 23"/>
        <p:cNvGrpSpPr/>
        <p:nvPr/>
      </p:nvGrpSpPr>
      <p:grpSpPr>
        <a:xfrm>
          <a:off x="0" y="0"/>
          <a:ext cx="0" cy="0"/>
          <a:chOff x="0" y="0"/>
          <a:chExt cx="0" cy="0"/>
        </a:xfrm>
      </p:grpSpPr>
      <p:pic>
        <p:nvPicPr>
          <p:cNvPr descr="Celestia-R1---OverlayContentHD.png" id="24" name="Google Shape;24;p4"/>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25" name="Google Shape;25;p4"/>
          <p:cNvSpPr txBox="1"/>
          <p:nvPr>
            <p:ph type="title"/>
          </p:nvPr>
        </p:nvSpPr>
        <p:spPr>
          <a:xfrm>
            <a:off x="685801" y="609600"/>
            <a:ext cx="10131425" cy="1456267"/>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 type="body"/>
          </p:nvPr>
        </p:nvSpPr>
        <p:spPr>
          <a:xfrm>
            <a:off x="685801" y="2142067"/>
            <a:ext cx="10131425" cy="3649133"/>
          </a:xfrm>
          <a:prstGeom prst="rect">
            <a:avLst/>
          </a:prstGeom>
          <a:noFill/>
          <a:ln>
            <a:noFill/>
          </a:ln>
        </p:spPr>
        <p:txBody>
          <a:bodyPr anchorCtr="0" anchor="ctr"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27" name="Google Shape;27;p4"/>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4"/>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beçalho da Seção" type="secHead">
  <p:cSld name="SECTION_HEADER">
    <p:spTree>
      <p:nvGrpSpPr>
        <p:cNvPr id="30" name="Shape 30"/>
        <p:cNvGrpSpPr/>
        <p:nvPr/>
      </p:nvGrpSpPr>
      <p:grpSpPr>
        <a:xfrm>
          <a:off x="0" y="0"/>
          <a:ext cx="0" cy="0"/>
          <a:chOff x="0" y="0"/>
          <a:chExt cx="0" cy="0"/>
        </a:xfrm>
      </p:grpSpPr>
      <p:pic>
        <p:nvPicPr>
          <p:cNvPr descr="Celestia-R1---OverlayContentHD.png" id="31" name="Google Shape;31;p5"/>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32" name="Google Shape;32;p5"/>
          <p:cNvSpPr txBox="1"/>
          <p:nvPr>
            <p:ph type="title"/>
          </p:nvPr>
        </p:nvSpPr>
        <p:spPr>
          <a:xfrm>
            <a:off x="685800" y="3308581"/>
            <a:ext cx="10131427" cy="14688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4000"/>
              <a:buFont typeface="Calibri"/>
              <a:buNone/>
              <a:defRPr b="0"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5"/>
          <p:cNvSpPr txBox="1"/>
          <p:nvPr>
            <p:ph idx="1" type="body"/>
          </p:nvPr>
        </p:nvSpPr>
        <p:spPr>
          <a:xfrm>
            <a:off x="685799" y="4777381"/>
            <a:ext cx="10131428" cy="8604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000"/>
              <a:buNone/>
              <a:defRPr sz="2000" cap="none">
                <a:solidFill>
                  <a:schemeClr val="lt1"/>
                </a:solidFill>
              </a:defRPr>
            </a:lvl1pPr>
            <a:lvl2pPr indent="-228600" lvl="1" marL="914400" algn="l">
              <a:lnSpc>
                <a:spcPct val="100000"/>
              </a:lnSpc>
              <a:spcBef>
                <a:spcPts val="1000"/>
              </a:spcBef>
              <a:spcAft>
                <a:spcPts val="0"/>
              </a:spcAft>
              <a:buSzPts val="1800"/>
              <a:buNone/>
              <a:defRPr sz="1800">
                <a:solidFill>
                  <a:schemeClr val="lt1"/>
                </a:solidFill>
              </a:defRPr>
            </a:lvl2pPr>
            <a:lvl3pPr indent="-228600" lvl="2" marL="1371600" algn="l">
              <a:lnSpc>
                <a:spcPct val="100000"/>
              </a:lnSpc>
              <a:spcBef>
                <a:spcPts val="1000"/>
              </a:spcBef>
              <a:spcAft>
                <a:spcPts val="0"/>
              </a:spcAft>
              <a:buSzPts val="1600"/>
              <a:buNone/>
              <a:defRPr sz="1600">
                <a:solidFill>
                  <a:schemeClr val="lt1"/>
                </a:solidFill>
              </a:defRPr>
            </a:lvl3pPr>
            <a:lvl4pPr indent="-228600" lvl="3" marL="1828800" algn="l">
              <a:lnSpc>
                <a:spcPct val="100000"/>
              </a:lnSpc>
              <a:spcBef>
                <a:spcPts val="1000"/>
              </a:spcBef>
              <a:spcAft>
                <a:spcPts val="0"/>
              </a:spcAft>
              <a:buSzPts val="1400"/>
              <a:buNone/>
              <a:defRPr sz="1400">
                <a:solidFill>
                  <a:schemeClr val="lt1"/>
                </a:solidFill>
              </a:defRPr>
            </a:lvl4pPr>
            <a:lvl5pPr indent="-228600" lvl="4" marL="2286000" algn="l">
              <a:lnSpc>
                <a:spcPct val="100000"/>
              </a:lnSpc>
              <a:spcBef>
                <a:spcPts val="1000"/>
              </a:spcBef>
              <a:spcAft>
                <a:spcPts val="0"/>
              </a:spcAft>
              <a:buSzPts val="1400"/>
              <a:buNone/>
              <a:defRPr sz="1400">
                <a:solidFill>
                  <a:schemeClr val="lt1"/>
                </a:solidFill>
              </a:defRPr>
            </a:lvl5pPr>
            <a:lvl6pPr indent="-228600" lvl="5" marL="2743200" algn="l">
              <a:lnSpc>
                <a:spcPct val="100000"/>
              </a:lnSpc>
              <a:spcBef>
                <a:spcPts val="1000"/>
              </a:spcBef>
              <a:spcAft>
                <a:spcPts val="0"/>
              </a:spcAft>
              <a:buSzPts val="1400"/>
              <a:buNone/>
              <a:defRPr sz="1400">
                <a:solidFill>
                  <a:schemeClr val="lt1"/>
                </a:solidFill>
              </a:defRPr>
            </a:lvl6pPr>
            <a:lvl7pPr indent="-228600" lvl="6" marL="3200400" algn="l">
              <a:lnSpc>
                <a:spcPct val="100000"/>
              </a:lnSpc>
              <a:spcBef>
                <a:spcPts val="1000"/>
              </a:spcBef>
              <a:spcAft>
                <a:spcPts val="0"/>
              </a:spcAft>
              <a:buSzPts val="1400"/>
              <a:buNone/>
              <a:defRPr sz="1400">
                <a:solidFill>
                  <a:schemeClr val="lt1"/>
                </a:solidFill>
              </a:defRPr>
            </a:lvl7pPr>
            <a:lvl8pPr indent="-228600" lvl="7" marL="3657600" algn="l">
              <a:lnSpc>
                <a:spcPct val="100000"/>
              </a:lnSpc>
              <a:spcBef>
                <a:spcPts val="1000"/>
              </a:spcBef>
              <a:spcAft>
                <a:spcPts val="0"/>
              </a:spcAft>
              <a:buSzPts val="1400"/>
              <a:buNone/>
              <a:defRPr sz="1400">
                <a:solidFill>
                  <a:schemeClr val="lt1"/>
                </a:solidFill>
              </a:defRPr>
            </a:lvl8pPr>
            <a:lvl9pPr indent="-228600" lvl="8" marL="4114800" algn="l">
              <a:lnSpc>
                <a:spcPct val="100000"/>
              </a:lnSpc>
              <a:spcBef>
                <a:spcPts val="1000"/>
              </a:spcBef>
              <a:spcAft>
                <a:spcPts val="1000"/>
              </a:spcAft>
              <a:buSzPts val="1400"/>
              <a:buNone/>
              <a:defRPr sz="1400">
                <a:solidFill>
                  <a:schemeClr val="lt1"/>
                </a:solidFill>
              </a:defRPr>
            </a:lvl9pPr>
          </a:lstStyle>
          <a:p/>
        </p:txBody>
      </p:sp>
      <p:sp>
        <p:nvSpPr>
          <p:cNvPr id="34" name="Google Shape;34;p5"/>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5"/>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as Partes de Conteúdo" type="twoObj">
  <p:cSld name="TWO_OBJECTS">
    <p:spTree>
      <p:nvGrpSpPr>
        <p:cNvPr id="37" name="Shape 37"/>
        <p:cNvGrpSpPr/>
        <p:nvPr/>
      </p:nvGrpSpPr>
      <p:grpSpPr>
        <a:xfrm>
          <a:off x="0" y="0"/>
          <a:ext cx="0" cy="0"/>
          <a:chOff x="0" y="0"/>
          <a:chExt cx="0" cy="0"/>
        </a:xfrm>
      </p:grpSpPr>
      <p:pic>
        <p:nvPicPr>
          <p:cNvPr descr="Celestia-R1---OverlayContentHD.png" id="38" name="Google Shape;38;p6"/>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39" name="Google Shape;39;p6"/>
          <p:cNvSpPr txBox="1"/>
          <p:nvPr>
            <p:ph type="title"/>
          </p:nvPr>
        </p:nvSpPr>
        <p:spPr>
          <a:xfrm>
            <a:off x="685801" y="609600"/>
            <a:ext cx="10131425" cy="1456267"/>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6"/>
          <p:cNvSpPr txBox="1"/>
          <p:nvPr>
            <p:ph idx="1" type="body"/>
          </p:nvPr>
        </p:nvSpPr>
        <p:spPr>
          <a:xfrm>
            <a:off x="685802" y="2142067"/>
            <a:ext cx="4995334" cy="3649134"/>
          </a:xfrm>
          <a:prstGeom prst="rect">
            <a:avLst/>
          </a:prstGeom>
          <a:noFill/>
          <a:ln>
            <a:noFill/>
          </a:ln>
        </p:spPr>
        <p:txBody>
          <a:bodyPr anchorCtr="0" anchor="ctr"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41" name="Google Shape;41;p6"/>
          <p:cNvSpPr txBox="1"/>
          <p:nvPr>
            <p:ph idx="2" type="body"/>
          </p:nvPr>
        </p:nvSpPr>
        <p:spPr>
          <a:xfrm>
            <a:off x="5821895" y="2142067"/>
            <a:ext cx="4995332" cy="3649133"/>
          </a:xfrm>
          <a:prstGeom prst="rect">
            <a:avLst/>
          </a:prstGeom>
          <a:noFill/>
          <a:ln>
            <a:noFill/>
          </a:ln>
        </p:spPr>
        <p:txBody>
          <a:bodyPr anchorCtr="0" anchor="ctr"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42" name="Google Shape;42;p6"/>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ção" type="twoTxTwoObj">
  <p:cSld name="TWO_OBJECTS_WITH_TEXT">
    <p:spTree>
      <p:nvGrpSpPr>
        <p:cNvPr id="45" name="Shape 45"/>
        <p:cNvGrpSpPr/>
        <p:nvPr/>
      </p:nvGrpSpPr>
      <p:grpSpPr>
        <a:xfrm>
          <a:off x="0" y="0"/>
          <a:ext cx="0" cy="0"/>
          <a:chOff x="0" y="0"/>
          <a:chExt cx="0" cy="0"/>
        </a:xfrm>
      </p:grpSpPr>
      <p:sp>
        <p:nvSpPr>
          <p:cNvPr id="46" name="Google Shape;46;p7"/>
          <p:cNvSpPr txBox="1"/>
          <p:nvPr>
            <p:ph type="title"/>
          </p:nvPr>
        </p:nvSpPr>
        <p:spPr>
          <a:xfrm>
            <a:off x="685801" y="609600"/>
            <a:ext cx="10131425" cy="1456267"/>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6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 type="body"/>
          </p:nvPr>
        </p:nvSpPr>
        <p:spPr>
          <a:xfrm>
            <a:off x="973670" y="2218267"/>
            <a:ext cx="4709054" cy="576262"/>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0"/>
              </a:spcBef>
              <a:spcAft>
                <a:spcPts val="0"/>
              </a:spcAft>
              <a:buSzPts val="2800"/>
              <a:buNone/>
              <a:defRPr b="0" sz="2800"/>
            </a:lvl1pPr>
            <a:lvl2pPr indent="-228600" lvl="1" marL="914400" algn="l">
              <a:lnSpc>
                <a:spcPct val="100000"/>
              </a:lnSpc>
              <a:spcBef>
                <a:spcPts val="1000"/>
              </a:spcBef>
              <a:spcAft>
                <a:spcPts val="0"/>
              </a:spcAft>
              <a:buSzPts val="2000"/>
              <a:buNone/>
              <a:defRPr b="1" sz="2000"/>
            </a:lvl2pPr>
            <a:lvl3pPr indent="-228600" lvl="2" marL="1371600" algn="l">
              <a:lnSpc>
                <a:spcPct val="100000"/>
              </a:lnSpc>
              <a:spcBef>
                <a:spcPts val="1000"/>
              </a:spcBef>
              <a:spcAft>
                <a:spcPts val="0"/>
              </a:spcAft>
              <a:buSzPts val="1800"/>
              <a:buNone/>
              <a:defRPr b="1" sz="1800"/>
            </a:lvl3pPr>
            <a:lvl4pPr indent="-228600" lvl="3" marL="1828800" algn="l">
              <a:lnSpc>
                <a:spcPct val="100000"/>
              </a:lnSpc>
              <a:spcBef>
                <a:spcPts val="1000"/>
              </a:spcBef>
              <a:spcAft>
                <a:spcPts val="0"/>
              </a:spcAft>
              <a:buSzPts val="1600"/>
              <a:buNone/>
              <a:defRPr b="1" sz="1600"/>
            </a:lvl4pPr>
            <a:lvl5pPr indent="-228600" lvl="4" marL="2286000" algn="l">
              <a:lnSpc>
                <a:spcPct val="100000"/>
              </a:lnSpc>
              <a:spcBef>
                <a:spcPts val="1000"/>
              </a:spcBef>
              <a:spcAft>
                <a:spcPts val="0"/>
              </a:spcAft>
              <a:buSzPts val="1600"/>
              <a:buNone/>
              <a:defRPr b="1" sz="1600"/>
            </a:lvl5pPr>
            <a:lvl6pPr indent="-228600" lvl="5" marL="2743200" algn="l">
              <a:lnSpc>
                <a:spcPct val="100000"/>
              </a:lnSpc>
              <a:spcBef>
                <a:spcPts val="1000"/>
              </a:spcBef>
              <a:spcAft>
                <a:spcPts val="0"/>
              </a:spcAft>
              <a:buSzPts val="1600"/>
              <a:buNone/>
              <a:defRPr b="1" sz="1600"/>
            </a:lvl6pPr>
            <a:lvl7pPr indent="-228600" lvl="6" marL="3200400" algn="l">
              <a:lnSpc>
                <a:spcPct val="100000"/>
              </a:lnSpc>
              <a:spcBef>
                <a:spcPts val="1000"/>
              </a:spcBef>
              <a:spcAft>
                <a:spcPts val="0"/>
              </a:spcAft>
              <a:buSzPts val="1600"/>
              <a:buNone/>
              <a:defRPr b="1" sz="1600"/>
            </a:lvl7pPr>
            <a:lvl8pPr indent="-228600" lvl="7" marL="3657600" algn="l">
              <a:lnSpc>
                <a:spcPct val="100000"/>
              </a:lnSpc>
              <a:spcBef>
                <a:spcPts val="1000"/>
              </a:spcBef>
              <a:spcAft>
                <a:spcPts val="0"/>
              </a:spcAft>
              <a:buSzPts val="1600"/>
              <a:buNone/>
              <a:defRPr b="1" sz="1600"/>
            </a:lvl8pPr>
            <a:lvl9pPr indent="-228600" lvl="8" marL="4114800" algn="l">
              <a:lnSpc>
                <a:spcPct val="100000"/>
              </a:lnSpc>
              <a:spcBef>
                <a:spcPts val="1000"/>
              </a:spcBef>
              <a:spcAft>
                <a:spcPts val="1000"/>
              </a:spcAft>
              <a:buSzPts val="1600"/>
              <a:buNone/>
              <a:defRPr b="1" sz="1600"/>
            </a:lvl9pPr>
          </a:lstStyle>
          <a:p/>
        </p:txBody>
      </p:sp>
      <p:sp>
        <p:nvSpPr>
          <p:cNvPr id="48" name="Google Shape;48;p7"/>
          <p:cNvSpPr txBox="1"/>
          <p:nvPr>
            <p:ph idx="2" type="body"/>
          </p:nvPr>
        </p:nvSpPr>
        <p:spPr>
          <a:xfrm>
            <a:off x="685801" y="2870201"/>
            <a:ext cx="4996923" cy="2920998"/>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49" name="Google Shape;49;p7"/>
          <p:cNvSpPr txBox="1"/>
          <p:nvPr>
            <p:ph idx="3" type="body"/>
          </p:nvPr>
        </p:nvSpPr>
        <p:spPr>
          <a:xfrm>
            <a:off x="6096003" y="2226734"/>
            <a:ext cx="4722813" cy="576262"/>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0"/>
              </a:spcBef>
              <a:spcAft>
                <a:spcPts val="0"/>
              </a:spcAft>
              <a:buSzPts val="2800"/>
              <a:buNone/>
              <a:defRPr b="0" sz="2800"/>
            </a:lvl1pPr>
            <a:lvl2pPr indent="-228600" lvl="1" marL="914400" algn="l">
              <a:lnSpc>
                <a:spcPct val="100000"/>
              </a:lnSpc>
              <a:spcBef>
                <a:spcPts val="1000"/>
              </a:spcBef>
              <a:spcAft>
                <a:spcPts val="0"/>
              </a:spcAft>
              <a:buSzPts val="2000"/>
              <a:buNone/>
              <a:defRPr b="1" sz="2000"/>
            </a:lvl2pPr>
            <a:lvl3pPr indent="-228600" lvl="2" marL="1371600" algn="l">
              <a:lnSpc>
                <a:spcPct val="100000"/>
              </a:lnSpc>
              <a:spcBef>
                <a:spcPts val="1000"/>
              </a:spcBef>
              <a:spcAft>
                <a:spcPts val="0"/>
              </a:spcAft>
              <a:buSzPts val="1800"/>
              <a:buNone/>
              <a:defRPr b="1" sz="1800"/>
            </a:lvl3pPr>
            <a:lvl4pPr indent="-228600" lvl="3" marL="1828800" algn="l">
              <a:lnSpc>
                <a:spcPct val="100000"/>
              </a:lnSpc>
              <a:spcBef>
                <a:spcPts val="1000"/>
              </a:spcBef>
              <a:spcAft>
                <a:spcPts val="0"/>
              </a:spcAft>
              <a:buSzPts val="1600"/>
              <a:buNone/>
              <a:defRPr b="1" sz="1600"/>
            </a:lvl4pPr>
            <a:lvl5pPr indent="-228600" lvl="4" marL="2286000" algn="l">
              <a:lnSpc>
                <a:spcPct val="100000"/>
              </a:lnSpc>
              <a:spcBef>
                <a:spcPts val="1000"/>
              </a:spcBef>
              <a:spcAft>
                <a:spcPts val="0"/>
              </a:spcAft>
              <a:buSzPts val="1600"/>
              <a:buNone/>
              <a:defRPr b="1" sz="1600"/>
            </a:lvl5pPr>
            <a:lvl6pPr indent="-228600" lvl="5" marL="2743200" algn="l">
              <a:lnSpc>
                <a:spcPct val="100000"/>
              </a:lnSpc>
              <a:spcBef>
                <a:spcPts val="1000"/>
              </a:spcBef>
              <a:spcAft>
                <a:spcPts val="0"/>
              </a:spcAft>
              <a:buSzPts val="1600"/>
              <a:buNone/>
              <a:defRPr b="1" sz="1600"/>
            </a:lvl6pPr>
            <a:lvl7pPr indent="-228600" lvl="6" marL="3200400" algn="l">
              <a:lnSpc>
                <a:spcPct val="100000"/>
              </a:lnSpc>
              <a:spcBef>
                <a:spcPts val="1000"/>
              </a:spcBef>
              <a:spcAft>
                <a:spcPts val="0"/>
              </a:spcAft>
              <a:buSzPts val="1600"/>
              <a:buNone/>
              <a:defRPr b="1" sz="1600"/>
            </a:lvl7pPr>
            <a:lvl8pPr indent="-228600" lvl="7" marL="3657600" algn="l">
              <a:lnSpc>
                <a:spcPct val="100000"/>
              </a:lnSpc>
              <a:spcBef>
                <a:spcPts val="1000"/>
              </a:spcBef>
              <a:spcAft>
                <a:spcPts val="0"/>
              </a:spcAft>
              <a:buSzPts val="1600"/>
              <a:buNone/>
              <a:defRPr b="1" sz="1600"/>
            </a:lvl8pPr>
            <a:lvl9pPr indent="-228600" lvl="8" marL="4114800" algn="l">
              <a:lnSpc>
                <a:spcPct val="100000"/>
              </a:lnSpc>
              <a:spcBef>
                <a:spcPts val="1000"/>
              </a:spcBef>
              <a:spcAft>
                <a:spcPts val="1000"/>
              </a:spcAft>
              <a:buSzPts val="1600"/>
              <a:buNone/>
              <a:defRPr b="1" sz="1600"/>
            </a:lvl9pPr>
          </a:lstStyle>
          <a:p/>
        </p:txBody>
      </p:sp>
      <p:sp>
        <p:nvSpPr>
          <p:cNvPr id="50" name="Google Shape;50;p7"/>
          <p:cNvSpPr txBox="1"/>
          <p:nvPr>
            <p:ph idx="4" type="body"/>
          </p:nvPr>
        </p:nvSpPr>
        <p:spPr>
          <a:xfrm>
            <a:off x="5823483" y="2870201"/>
            <a:ext cx="4995334" cy="2920998"/>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51" name="Google Shape;51;p7"/>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7"/>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7"/>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mente Título" type="titleOnly">
  <p:cSld name="TITLE_ONLY">
    <p:spTree>
      <p:nvGrpSpPr>
        <p:cNvPr id="54" name="Shape 54"/>
        <p:cNvGrpSpPr/>
        <p:nvPr/>
      </p:nvGrpSpPr>
      <p:grpSpPr>
        <a:xfrm>
          <a:off x="0" y="0"/>
          <a:ext cx="0" cy="0"/>
          <a:chOff x="0" y="0"/>
          <a:chExt cx="0" cy="0"/>
        </a:xfrm>
      </p:grpSpPr>
      <p:pic>
        <p:nvPicPr>
          <p:cNvPr descr="Celestia-R1---OverlayContentHD.png" id="55" name="Google Shape;55;p8"/>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56" name="Google Shape;56;p8"/>
          <p:cNvSpPr txBox="1"/>
          <p:nvPr>
            <p:ph type="title"/>
          </p:nvPr>
        </p:nvSpPr>
        <p:spPr>
          <a:xfrm>
            <a:off x="685801" y="609600"/>
            <a:ext cx="10131425" cy="1456267"/>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8"/>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údo com Legenda" type="objTx">
  <p:cSld name="OBJECT_WITH_CAPTION_TEXT">
    <p:spTree>
      <p:nvGrpSpPr>
        <p:cNvPr id="60" name="Shape 60"/>
        <p:cNvGrpSpPr/>
        <p:nvPr/>
      </p:nvGrpSpPr>
      <p:grpSpPr>
        <a:xfrm>
          <a:off x="0" y="0"/>
          <a:ext cx="0" cy="0"/>
          <a:chOff x="0" y="0"/>
          <a:chExt cx="0" cy="0"/>
        </a:xfrm>
      </p:grpSpPr>
      <p:pic>
        <p:nvPicPr>
          <p:cNvPr descr="Celestia-R1---OverlayContentHD.png" id="61" name="Google Shape;61;p9"/>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62" name="Google Shape;62;p9"/>
          <p:cNvSpPr txBox="1"/>
          <p:nvPr>
            <p:ph type="title"/>
          </p:nvPr>
        </p:nvSpPr>
        <p:spPr>
          <a:xfrm>
            <a:off x="685800" y="2074333"/>
            <a:ext cx="3680885" cy="13716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2400"/>
              <a:buFont typeface="Calibri"/>
              <a:buNone/>
              <a:defRPr b="0"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9"/>
          <p:cNvSpPr txBox="1"/>
          <p:nvPr>
            <p:ph idx="1" type="body"/>
          </p:nvPr>
        </p:nvSpPr>
        <p:spPr>
          <a:xfrm>
            <a:off x="4648201" y="609601"/>
            <a:ext cx="6169026" cy="5181600"/>
          </a:xfrm>
          <a:prstGeom prst="rect">
            <a:avLst/>
          </a:prstGeom>
          <a:noFill/>
          <a:ln>
            <a:noFill/>
          </a:ln>
        </p:spPr>
        <p:txBody>
          <a:bodyPr anchorCtr="0" anchor="ctr"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64" name="Google Shape;64;p9"/>
          <p:cNvSpPr txBox="1"/>
          <p:nvPr>
            <p:ph idx="2" type="body"/>
          </p:nvPr>
        </p:nvSpPr>
        <p:spPr>
          <a:xfrm>
            <a:off x="685800" y="3445933"/>
            <a:ext cx="3680885" cy="1828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1600"/>
              <a:buNone/>
              <a:defRPr sz="1600"/>
            </a:lvl1pPr>
            <a:lvl2pPr indent="-228600" lvl="1" marL="914400" algn="l">
              <a:lnSpc>
                <a:spcPct val="100000"/>
              </a:lnSpc>
              <a:spcBef>
                <a:spcPts val="1000"/>
              </a:spcBef>
              <a:spcAft>
                <a:spcPts val="0"/>
              </a:spcAft>
              <a:buSzPts val="1200"/>
              <a:buNone/>
              <a:defRPr sz="1200"/>
            </a:lvl2pPr>
            <a:lvl3pPr indent="-228600" lvl="2" marL="1371600" algn="l">
              <a:lnSpc>
                <a:spcPct val="100000"/>
              </a:lnSpc>
              <a:spcBef>
                <a:spcPts val="1000"/>
              </a:spcBef>
              <a:spcAft>
                <a:spcPts val="0"/>
              </a:spcAft>
              <a:buSzPts val="1000"/>
              <a:buNone/>
              <a:defRPr sz="1000"/>
            </a:lvl3pPr>
            <a:lvl4pPr indent="-228600" lvl="3" marL="1828800" algn="l">
              <a:lnSpc>
                <a:spcPct val="100000"/>
              </a:lnSpc>
              <a:spcBef>
                <a:spcPts val="1000"/>
              </a:spcBef>
              <a:spcAft>
                <a:spcPts val="0"/>
              </a:spcAft>
              <a:buSzPts val="900"/>
              <a:buNone/>
              <a:defRPr sz="900"/>
            </a:lvl4pPr>
            <a:lvl5pPr indent="-228600" lvl="4" marL="2286000" algn="l">
              <a:lnSpc>
                <a:spcPct val="100000"/>
              </a:lnSpc>
              <a:spcBef>
                <a:spcPts val="1000"/>
              </a:spcBef>
              <a:spcAft>
                <a:spcPts val="0"/>
              </a:spcAft>
              <a:buSzPts val="900"/>
              <a:buNone/>
              <a:defRPr sz="900"/>
            </a:lvl5pPr>
            <a:lvl6pPr indent="-228600" lvl="5" marL="2743200" algn="l">
              <a:lnSpc>
                <a:spcPct val="100000"/>
              </a:lnSpc>
              <a:spcBef>
                <a:spcPts val="1000"/>
              </a:spcBef>
              <a:spcAft>
                <a:spcPts val="0"/>
              </a:spcAft>
              <a:buSzPts val="900"/>
              <a:buNone/>
              <a:defRPr sz="900"/>
            </a:lvl6pPr>
            <a:lvl7pPr indent="-228600" lvl="6" marL="3200400" algn="l">
              <a:lnSpc>
                <a:spcPct val="100000"/>
              </a:lnSpc>
              <a:spcBef>
                <a:spcPts val="1000"/>
              </a:spcBef>
              <a:spcAft>
                <a:spcPts val="0"/>
              </a:spcAft>
              <a:buSzPts val="900"/>
              <a:buNone/>
              <a:defRPr sz="900"/>
            </a:lvl7pPr>
            <a:lvl8pPr indent="-228600" lvl="7" marL="3657600" algn="l">
              <a:lnSpc>
                <a:spcPct val="100000"/>
              </a:lnSpc>
              <a:spcBef>
                <a:spcPts val="1000"/>
              </a:spcBef>
              <a:spcAft>
                <a:spcPts val="0"/>
              </a:spcAft>
              <a:buSzPts val="900"/>
              <a:buNone/>
              <a:defRPr sz="900"/>
            </a:lvl8pPr>
            <a:lvl9pPr indent="-228600" lvl="8" marL="4114800" algn="l">
              <a:lnSpc>
                <a:spcPct val="100000"/>
              </a:lnSpc>
              <a:spcBef>
                <a:spcPts val="1000"/>
              </a:spcBef>
              <a:spcAft>
                <a:spcPts val="1000"/>
              </a:spcAft>
              <a:buSzPts val="900"/>
              <a:buNone/>
              <a:defRPr sz="900"/>
            </a:lvl9pPr>
          </a:lstStyle>
          <a:p/>
        </p:txBody>
      </p:sp>
      <p:sp>
        <p:nvSpPr>
          <p:cNvPr id="65" name="Google Shape;65;p9"/>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9"/>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9"/>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m com Legenda" type="picTx">
  <p:cSld name="PICTURE_WITH_CAPTION_TEXT">
    <p:spTree>
      <p:nvGrpSpPr>
        <p:cNvPr id="68" name="Shape 68"/>
        <p:cNvGrpSpPr/>
        <p:nvPr/>
      </p:nvGrpSpPr>
      <p:grpSpPr>
        <a:xfrm>
          <a:off x="0" y="0"/>
          <a:ext cx="0" cy="0"/>
          <a:chOff x="0" y="0"/>
          <a:chExt cx="0" cy="0"/>
        </a:xfrm>
      </p:grpSpPr>
      <p:pic>
        <p:nvPicPr>
          <p:cNvPr descr="Celestia-R1---OverlayContentHD.png" id="69" name="Google Shape;69;p10"/>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70" name="Google Shape;70;p10"/>
          <p:cNvSpPr txBox="1"/>
          <p:nvPr>
            <p:ph type="title"/>
          </p:nvPr>
        </p:nvSpPr>
        <p:spPr>
          <a:xfrm>
            <a:off x="685800" y="1600200"/>
            <a:ext cx="6164653" cy="13716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2800"/>
              <a:buFont typeface="Calibri"/>
              <a:buNone/>
              <a:defRPr b="0" sz="28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0"/>
          <p:cNvSpPr/>
          <p:nvPr>
            <p:ph idx="2" type="pic"/>
          </p:nvPr>
        </p:nvSpPr>
        <p:spPr>
          <a:xfrm>
            <a:off x="7536253" y="914400"/>
            <a:ext cx="3280974" cy="4572000"/>
          </a:xfrm>
          <a:prstGeom prst="roundRect">
            <a:avLst>
              <a:gd fmla="val 4280" name="adj"/>
            </a:avLst>
          </a:prstGeom>
          <a:noFill/>
          <a:ln cap="sq" cmpd="dbl" w="50800">
            <a:solidFill>
              <a:srgbClr val="FFFFFF"/>
            </a:solidFill>
            <a:prstDash val="solid"/>
            <a:miter lim="800000"/>
            <a:headEnd len="sm" w="sm" type="none"/>
            <a:tailEnd len="sm" w="sm" type="none"/>
          </a:ln>
          <a:effectLst>
            <a:outerShdw blurRad="254000" rotWithShape="0" algn="tl">
              <a:srgbClr val="000000">
                <a:alpha val="42353"/>
              </a:srgbClr>
            </a:outerShdw>
          </a:effectLst>
        </p:spPr>
      </p:sp>
      <p:sp>
        <p:nvSpPr>
          <p:cNvPr id="72" name="Google Shape;72;p10"/>
          <p:cNvSpPr txBox="1"/>
          <p:nvPr>
            <p:ph idx="1" type="body"/>
          </p:nvPr>
        </p:nvSpPr>
        <p:spPr>
          <a:xfrm>
            <a:off x="685800" y="2971800"/>
            <a:ext cx="6164653" cy="1828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1800"/>
              <a:buNone/>
              <a:defRPr sz="1800"/>
            </a:lvl1pPr>
            <a:lvl2pPr indent="-228600" lvl="1" marL="914400" algn="l">
              <a:lnSpc>
                <a:spcPct val="100000"/>
              </a:lnSpc>
              <a:spcBef>
                <a:spcPts val="1000"/>
              </a:spcBef>
              <a:spcAft>
                <a:spcPts val="0"/>
              </a:spcAft>
              <a:buSzPts val="1200"/>
              <a:buNone/>
              <a:defRPr sz="1200"/>
            </a:lvl2pPr>
            <a:lvl3pPr indent="-228600" lvl="2" marL="1371600" algn="l">
              <a:lnSpc>
                <a:spcPct val="100000"/>
              </a:lnSpc>
              <a:spcBef>
                <a:spcPts val="1000"/>
              </a:spcBef>
              <a:spcAft>
                <a:spcPts val="0"/>
              </a:spcAft>
              <a:buSzPts val="1000"/>
              <a:buNone/>
              <a:defRPr sz="1000"/>
            </a:lvl3pPr>
            <a:lvl4pPr indent="-228600" lvl="3" marL="1828800" algn="l">
              <a:lnSpc>
                <a:spcPct val="100000"/>
              </a:lnSpc>
              <a:spcBef>
                <a:spcPts val="1000"/>
              </a:spcBef>
              <a:spcAft>
                <a:spcPts val="0"/>
              </a:spcAft>
              <a:buSzPts val="900"/>
              <a:buNone/>
              <a:defRPr sz="900"/>
            </a:lvl4pPr>
            <a:lvl5pPr indent="-228600" lvl="4" marL="2286000" algn="l">
              <a:lnSpc>
                <a:spcPct val="100000"/>
              </a:lnSpc>
              <a:spcBef>
                <a:spcPts val="1000"/>
              </a:spcBef>
              <a:spcAft>
                <a:spcPts val="0"/>
              </a:spcAft>
              <a:buSzPts val="900"/>
              <a:buNone/>
              <a:defRPr sz="900"/>
            </a:lvl5pPr>
            <a:lvl6pPr indent="-228600" lvl="5" marL="2743200" algn="l">
              <a:lnSpc>
                <a:spcPct val="100000"/>
              </a:lnSpc>
              <a:spcBef>
                <a:spcPts val="1000"/>
              </a:spcBef>
              <a:spcAft>
                <a:spcPts val="0"/>
              </a:spcAft>
              <a:buSzPts val="900"/>
              <a:buNone/>
              <a:defRPr sz="900"/>
            </a:lvl6pPr>
            <a:lvl7pPr indent="-228600" lvl="6" marL="3200400" algn="l">
              <a:lnSpc>
                <a:spcPct val="100000"/>
              </a:lnSpc>
              <a:spcBef>
                <a:spcPts val="1000"/>
              </a:spcBef>
              <a:spcAft>
                <a:spcPts val="0"/>
              </a:spcAft>
              <a:buSzPts val="900"/>
              <a:buNone/>
              <a:defRPr sz="900"/>
            </a:lvl7pPr>
            <a:lvl8pPr indent="-228600" lvl="7" marL="3657600" algn="l">
              <a:lnSpc>
                <a:spcPct val="100000"/>
              </a:lnSpc>
              <a:spcBef>
                <a:spcPts val="1000"/>
              </a:spcBef>
              <a:spcAft>
                <a:spcPts val="0"/>
              </a:spcAft>
              <a:buSzPts val="900"/>
              <a:buNone/>
              <a:defRPr sz="900"/>
            </a:lvl8pPr>
            <a:lvl9pPr indent="-228600" lvl="8" marL="4114800" algn="l">
              <a:lnSpc>
                <a:spcPct val="100000"/>
              </a:lnSpc>
              <a:spcBef>
                <a:spcPts val="1000"/>
              </a:spcBef>
              <a:spcAft>
                <a:spcPts val="1000"/>
              </a:spcAft>
              <a:buSzPts val="900"/>
              <a:buNone/>
              <a:defRPr sz="900"/>
            </a:lvl9pPr>
          </a:lstStyle>
          <a:p/>
        </p:txBody>
      </p:sp>
      <p:sp>
        <p:nvSpPr>
          <p:cNvPr id="73" name="Google Shape;73;p10"/>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10"/>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10"/>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Panorâmica com Legenda">
  <p:cSld name="Foto Panorâmica com Legenda">
    <p:spTree>
      <p:nvGrpSpPr>
        <p:cNvPr id="76" name="Shape 76"/>
        <p:cNvGrpSpPr/>
        <p:nvPr/>
      </p:nvGrpSpPr>
      <p:grpSpPr>
        <a:xfrm>
          <a:off x="0" y="0"/>
          <a:ext cx="0" cy="0"/>
          <a:chOff x="0" y="0"/>
          <a:chExt cx="0" cy="0"/>
        </a:xfrm>
      </p:grpSpPr>
      <p:pic>
        <p:nvPicPr>
          <p:cNvPr descr="Celestia-R1---OverlayContentHD.png" id="77" name="Google Shape;77;p11"/>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78" name="Google Shape;78;p11"/>
          <p:cNvSpPr txBox="1"/>
          <p:nvPr>
            <p:ph type="title"/>
          </p:nvPr>
        </p:nvSpPr>
        <p:spPr>
          <a:xfrm>
            <a:off x="685800" y="4732865"/>
            <a:ext cx="10131427"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2400"/>
              <a:buFont typeface="Calibri"/>
              <a:buNone/>
              <a:defRPr b="0"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1"/>
          <p:cNvSpPr/>
          <p:nvPr>
            <p:ph idx="2" type="pic"/>
          </p:nvPr>
        </p:nvSpPr>
        <p:spPr>
          <a:xfrm>
            <a:off x="1371600" y="932112"/>
            <a:ext cx="8759827" cy="3164976"/>
          </a:xfrm>
          <a:prstGeom prst="roundRect">
            <a:avLst>
              <a:gd fmla="val 4380" name="adj"/>
            </a:avLst>
          </a:prstGeom>
          <a:noFill/>
          <a:ln cap="sq" cmpd="dbl" w="50800">
            <a:solidFill>
              <a:srgbClr val="FFFFFF"/>
            </a:solidFill>
            <a:prstDash val="solid"/>
            <a:miter lim="800000"/>
            <a:headEnd len="sm" w="sm" type="none"/>
            <a:tailEnd len="sm" w="sm" type="none"/>
          </a:ln>
          <a:effectLst>
            <a:outerShdw blurRad="254000" rotWithShape="0" algn="tl">
              <a:srgbClr val="000000">
                <a:alpha val="42353"/>
              </a:srgbClr>
            </a:outerShdw>
          </a:effectLst>
        </p:spPr>
      </p:sp>
      <p:sp>
        <p:nvSpPr>
          <p:cNvPr id="80" name="Google Shape;80;p11"/>
          <p:cNvSpPr txBox="1"/>
          <p:nvPr>
            <p:ph idx="1" type="body"/>
          </p:nvPr>
        </p:nvSpPr>
        <p:spPr>
          <a:xfrm>
            <a:off x="685800" y="5299603"/>
            <a:ext cx="10131427" cy="49371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1400"/>
              <a:buNone/>
              <a:defRPr sz="1400"/>
            </a:lvl1pPr>
            <a:lvl2pPr indent="-228600" lvl="1" marL="914400" algn="l">
              <a:lnSpc>
                <a:spcPct val="100000"/>
              </a:lnSpc>
              <a:spcBef>
                <a:spcPts val="1000"/>
              </a:spcBef>
              <a:spcAft>
                <a:spcPts val="0"/>
              </a:spcAft>
              <a:buSzPts val="1200"/>
              <a:buNone/>
              <a:defRPr sz="1200"/>
            </a:lvl2pPr>
            <a:lvl3pPr indent="-228600" lvl="2" marL="1371600" algn="l">
              <a:lnSpc>
                <a:spcPct val="100000"/>
              </a:lnSpc>
              <a:spcBef>
                <a:spcPts val="1000"/>
              </a:spcBef>
              <a:spcAft>
                <a:spcPts val="0"/>
              </a:spcAft>
              <a:buSzPts val="1000"/>
              <a:buNone/>
              <a:defRPr sz="1000"/>
            </a:lvl3pPr>
            <a:lvl4pPr indent="-228600" lvl="3" marL="1828800" algn="l">
              <a:lnSpc>
                <a:spcPct val="100000"/>
              </a:lnSpc>
              <a:spcBef>
                <a:spcPts val="1000"/>
              </a:spcBef>
              <a:spcAft>
                <a:spcPts val="0"/>
              </a:spcAft>
              <a:buSzPts val="900"/>
              <a:buNone/>
              <a:defRPr sz="900"/>
            </a:lvl4pPr>
            <a:lvl5pPr indent="-228600" lvl="4" marL="2286000" algn="l">
              <a:lnSpc>
                <a:spcPct val="100000"/>
              </a:lnSpc>
              <a:spcBef>
                <a:spcPts val="1000"/>
              </a:spcBef>
              <a:spcAft>
                <a:spcPts val="0"/>
              </a:spcAft>
              <a:buSzPts val="900"/>
              <a:buNone/>
              <a:defRPr sz="900"/>
            </a:lvl5pPr>
            <a:lvl6pPr indent="-228600" lvl="5" marL="2743200" algn="l">
              <a:lnSpc>
                <a:spcPct val="100000"/>
              </a:lnSpc>
              <a:spcBef>
                <a:spcPts val="1000"/>
              </a:spcBef>
              <a:spcAft>
                <a:spcPts val="0"/>
              </a:spcAft>
              <a:buSzPts val="900"/>
              <a:buNone/>
              <a:defRPr sz="900"/>
            </a:lvl6pPr>
            <a:lvl7pPr indent="-228600" lvl="6" marL="3200400" algn="l">
              <a:lnSpc>
                <a:spcPct val="100000"/>
              </a:lnSpc>
              <a:spcBef>
                <a:spcPts val="1000"/>
              </a:spcBef>
              <a:spcAft>
                <a:spcPts val="0"/>
              </a:spcAft>
              <a:buSzPts val="900"/>
              <a:buNone/>
              <a:defRPr sz="900"/>
            </a:lvl7pPr>
            <a:lvl8pPr indent="-228600" lvl="7" marL="3657600" algn="l">
              <a:lnSpc>
                <a:spcPct val="100000"/>
              </a:lnSpc>
              <a:spcBef>
                <a:spcPts val="1000"/>
              </a:spcBef>
              <a:spcAft>
                <a:spcPts val="0"/>
              </a:spcAft>
              <a:buSzPts val="900"/>
              <a:buNone/>
              <a:defRPr sz="900"/>
            </a:lvl8pPr>
            <a:lvl9pPr indent="-228600" lvl="8" marL="4114800" algn="l">
              <a:lnSpc>
                <a:spcPct val="100000"/>
              </a:lnSpc>
              <a:spcBef>
                <a:spcPts val="1000"/>
              </a:spcBef>
              <a:spcAft>
                <a:spcPts val="1000"/>
              </a:spcAft>
              <a:buSzPts val="900"/>
              <a:buNone/>
              <a:defRPr sz="900"/>
            </a:lvl9pPr>
          </a:lstStyle>
          <a:p/>
        </p:txBody>
      </p:sp>
      <p:sp>
        <p:nvSpPr>
          <p:cNvPr id="81" name="Google Shape;81;p11"/>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1"/>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1"/>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Legenda">
  <p:cSld name="Título e Legenda">
    <p:spTree>
      <p:nvGrpSpPr>
        <p:cNvPr id="84" name="Shape 84"/>
        <p:cNvGrpSpPr/>
        <p:nvPr/>
      </p:nvGrpSpPr>
      <p:grpSpPr>
        <a:xfrm>
          <a:off x="0" y="0"/>
          <a:ext cx="0" cy="0"/>
          <a:chOff x="0" y="0"/>
          <a:chExt cx="0" cy="0"/>
        </a:xfrm>
      </p:grpSpPr>
      <p:pic>
        <p:nvPicPr>
          <p:cNvPr descr="Celestia-R1---OverlayContentHD.png" id="85" name="Google Shape;85;p12"/>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86" name="Google Shape;86;p12"/>
          <p:cNvSpPr txBox="1"/>
          <p:nvPr>
            <p:ph type="title"/>
          </p:nvPr>
        </p:nvSpPr>
        <p:spPr>
          <a:xfrm>
            <a:off x="685801" y="609601"/>
            <a:ext cx="10131427" cy="312419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200"/>
              <a:buFont typeface="Calibri"/>
              <a:buNone/>
              <a:defRPr b="0" sz="32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12"/>
          <p:cNvSpPr txBox="1"/>
          <p:nvPr>
            <p:ph idx="1" type="body"/>
          </p:nvPr>
        </p:nvSpPr>
        <p:spPr>
          <a:xfrm>
            <a:off x="685800" y="4343400"/>
            <a:ext cx="10131428" cy="1447800"/>
          </a:xfrm>
          <a:prstGeom prst="rect">
            <a:avLst/>
          </a:prstGeom>
          <a:noFill/>
          <a:ln>
            <a:noFill/>
          </a:ln>
        </p:spPr>
        <p:txBody>
          <a:bodyPr anchorCtr="0" anchor="ctr" bIns="45700" lIns="91425" spcFirstLastPara="1" rIns="91425" wrap="square" tIns="45700">
            <a:normAutofit/>
          </a:bodyPr>
          <a:lstStyle>
            <a:lvl1pPr indent="-228600" lvl="0" marL="457200" algn="l">
              <a:lnSpc>
                <a:spcPct val="100000"/>
              </a:lnSpc>
              <a:spcBef>
                <a:spcPts val="0"/>
              </a:spcBef>
              <a:spcAft>
                <a:spcPts val="0"/>
              </a:spcAft>
              <a:buSzPts val="2000"/>
              <a:buNone/>
              <a:defRPr sz="2000">
                <a:solidFill>
                  <a:schemeClr val="lt1"/>
                </a:solidFill>
              </a:defRPr>
            </a:lvl1pPr>
            <a:lvl2pPr indent="-228600" lvl="1" marL="914400" algn="l">
              <a:lnSpc>
                <a:spcPct val="100000"/>
              </a:lnSpc>
              <a:spcBef>
                <a:spcPts val="1000"/>
              </a:spcBef>
              <a:spcAft>
                <a:spcPts val="0"/>
              </a:spcAft>
              <a:buSzPts val="1800"/>
              <a:buNone/>
              <a:defRPr sz="1800">
                <a:solidFill>
                  <a:schemeClr val="lt1"/>
                </a:solidFill>
              </a:defRPr>
            </a:lvl2pPr>
            <a:lvl3pPr indent="-228600" lvl="2" marL="1371600" algn="l">
              <a:lnSpc>
                <a:spcPct val="100000"/>
              </a:lnSpc>
              <a:spcBef>
                <a:spcPts val="1000"/>
              </a:spcBef>
              <a:spcAft>
                <a:spcPts val="0"/>
              </a:spcAft>
              <a:buSzPts val="1600"/>
              <a:buNone/>
              <a:defRPr sz="1600">
                <a:solidFill>
                  <a:schemeClr val="lt1"/>
                </a:solidFill>
              </a:defRPr>
            </a:lvl3pPr>
            <a:lvl4pPr indent="-228600" lvl="3" marL="1828800" algn="l">
              <a:lnSpc>
                <a:spcPct val="100000"/>
              </a:lnSpc>
              <a:spcBef>
                <a:spcPts val="1000"/>
              </a:spcBef>
              <a:spcAft>
                <a:spcPts val="0"/>
              </a:spcAft>
              <a:buSzPts val="1400"/>
              <a:buNone/>
              <a:defRPr sz="1400">
                <a:solidFill>
                  <a:schemeClr val="lt1"/>
                </a:solidFill>
              </a:defRPr>
            </a:lvl4pPr>
            <a:lvl5pPr indent="-228600" lvl="4" marL="2286000" algn="l">
              <a:lnSpc>
                <a:spcPct val="100000"/>
              </a:lnSpc>
              <a:spcBef>
                <a:spcPts val="1000"/>
              </a:spcBef>
              <a:spcAft>
                <a:spcPts val="0"/>
              </a:spcAft>
              <a:buSzPts val="1400"/>
              <a:buNone/>
              <a:defRPr sz="1400">
                <a:solidFill>
                  <a:schemeClr val="lt1"/>
                </a:solidFill>
              </a:defRPr>
            </a:lvl5pPr>
            <a:lvl6pPr indent="-228600" lvl="5" marL="2743200" algn="l">
              <a:lnSpc>
                <a:spcPct val="100000"/>
              </a:lnSpc>
              <a:spcBef>
                <a:spcPts val="1000"/>
              </a:spcBef>
              <a:spcAft>
                <a:spcPts val="0"/>
              </a:spcAft>
              <a:buSzPts val="1400"/>
              <a:buNone/>
              <a:defRPr sz="1400">
                <a:solidFill>
                  <a:schemeClr val="lt1"/>
                </a:solidFill>
              </a:defRPr>
            </a:lvl6pPr>
            <a:lvl7pPr indent="-228600" lvl="6" marL="3200400" algn="l">
              <a:lnSpc>
                <a:spcPct val="100000"/>
              </a:lnSpc>
              <a:spcBef>
                <a:spcPts val="1000"/>
              </a:spcBef>
              <a:spcAft>
                <a:spcPts val="0"/>
              </a:spcAft>
              <a:buSzPts val="1400"/>
              <a:buNone/>
              <a:defRPr sz="1400">
                <a:solidFill>
                  <a:schemeClr val="lt1"/>
                </a:solidFill>
              </a:defRPr>
            </a:lvl7pPr>
            <a:lvl8pPr indent="-228600" lvl="7" marL="3657600" algn="l">
              <a:lnSpc>
                <a:spcPct val="100000"/>
              </a:lnSpc>
              <a:spcBef>
                <a:spcPts val="1000"/>
              </a:spcBef>
              <a:spcAft>
                <a:spcPts val="0"/>
              </a:spcAft>
              <a:buSzPts val="1400"/>
              <a:buNone/>
              <a:defRPr sz="1400">
                <a:solidFill>
                  <a:schemeClr val="lt1"/>
                </a:solidFill>
              </a:defRPr>
            </a:lvl8pPr>
            <a:lvl9pPr indent="-228600" lvl="8" marL="4114800" algn="l">
              <a:lnSpc>
                <a:spcPct val="100000"/>
              </a:lnSpc>
              <a:spcBef>
                <a:spcPts val="1000"/>
              </a:spcBef>
              <a:spcAft>
                <a:spcPts val="1000"/>
              </a:spcAft>
              <a:buSzPts val="1400"/>
              <a:buNone/>
              <a:defRPr sz="1400">
                <a:solidFill>
                  <a:schemeClr val="lt1"/>
                </a:solidFill>
              </a:defRPr>
            </a:lvl9pPr>
          </a:lstStyle>
          <a:p/>
        </p:txBody>
      </p:sp>
      <p:sp>
        <p:nvSpPr>
          <p:cNvPr id="88" name="Google Shape;88;p12"/>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2"/>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2"/>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ção com Legenda">
  <p:cSld name="Citação com Legenda">
    <p:spTree>
      <p:nvGrpSpPr>
        <p:cNvPr id="91" name="Shape 91"/>
        <p:cNvGrpSpPr/>
        <p:nvPr/>
      </p:nvGrpSpPr>
      <p:grpSpPr>
        <a:xfrm>
          <a:off x="0" y="0"/>
          <a:ext cx="0" cy="0"/>
          <a:chOff x="0" y="0"/>
          <a:chExt cx="0" cy="0"/>
        </a:xfrm>
      </p:grpSpPr>
      <p:pic>
        <p:nvPicPr>
          <p:cNvPr descr="Celestia-R1---OverlayContentHD.png" id="92" name="Google Shape;92;p13"/>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93" name="Google Shape;93;p13"/>
          <p:cNvSpPr txBox="1"/>
          <p:nvPr/>
        </p:nvSpPr>
        <p:spPr>
          <a:xfrm>
            <a:off x="10237867" y="2743200"/>
            <a:ext cx="609600" cy="584776"/>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chemeClr val="lt1"/>
              </a:buClr>
              <a:buSzPts val="8000"/>
              <a:buFont typeface="Calibri"/>
              <a:buNone/>
            </a:pPr>
            <a:r>
              <a:rPr b="0" i="0" lang="pt-BR" sz="8000" u="none" cap="none" strike="noStrike">
                <a:solidFill>
                  <a:schemeClr val="lt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4" name="Google Shape;94;p13"/>
          <p:cNvSpPr txBox="1"/>
          <p:nvPr/>
        </p:nvSpPr>
        <p:spPr>
          <a:xfrm>
            <a:off x="488275" y="823337"/>
            <a:ext cx="609600" cy="584776"/>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chemeClr val="lt1"/>
              </a:buClr>
              <a:buSzPts val="8000"/>
              <a:buFont typeface="Calibri"/>
              <a:buNone/>
            </a:pPr>
            <a:r>
              <a:rPr b="0" i="0" lang="pt-BR" sz="8000" u="none" cap="none" strike="noStrike">
                <a:solidFill>
                  <a:schemeClr val="lt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5" name="Google Shape;95;p13"/>
          <p:cNvSpPr txBox="1"/>
          <p:nvPr>
            <p:ph type="title"/>
          </p:nvPr>
        </p:nvSpPr>
        <p:spPr>
          <a:xfrm>
            <a:off x="992267" y="609601"/>
            <a:ext cx="9550399" cy="274319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200"/>
              <a:buFont typeface="Calibri"/>
              <a:buNone/>
              <a:defRPr b="0" sz="3200" cap="none">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3"/>
          <p:cNvSpPr txBox="1"/>
          <p:nvPr>
            <p:ph idx="1" type="body"/>
          </p:nvPr>
        </p:nvSpPr>
        <p:spPr>
          <a:xfrm>
            <a:off x="1097875" y="3352800"/>
            <a:ext cx="9339184" cy="381000"/>
          </a:xfrm>
          <a:prstGeom prst="rect">
            <a:avLst/>
          </a:prstGeom>
          <a:noFill/>
          <a:ln>
            <a:noFill/>
          </a:ln>
        </p:spPr>
        <p:txBody>
          <a:bodyPr anchorCtr="0" anchor="ctr" bIns="45700" lIns="91425" spcFirstLastPara="1" rIns="91425" wrap="square" tIns="45700">
            <a:normAutofit/>
          </a:bodyPr>
          <a:lstStyle>
            <a:lvl1pPr indent="-228600" lvl="0" marL="457200" algn="l">
              <a:lnSpc>
                <a:spcPct val="100000"/>
              </a:lnSpc>
              <a:spcBef>
                <a:spcPts val="0"/>
              </a:spcBef>
              <a:spcAft>
                <a:spcPts val="0"/>
              </a:spcAft>
              <a:buSzPts val="1800"/>
              <a:buFont typeface="Calibri"/>
              <a:buNone/>
              <a:defRPr/>
            </a:lvl1pPr>
            <a:lvl2pPr indent="-228600" lvl="1" marL="914400" algn="l">
              <a:lnSpc>
                <a:spcPct val="100000"/>
              </a:lnSpc>
              <a:spcBef>
                <a:spcPts val="1000"/>
              </a:spcBef>
              <a:spcAft>
                <a:spcPts val="0"/>
              </a:spcAft>
              <a:buSzPts val="1600"/>
              <a:buFont typeface="Calibri"/>
              <a:buNone/>
              <a:defRPr/>
            </a:lvl2pPr>
            <a:lvl3pPr indent="-228600" lvl="2" marL="1371600" algn="l">
              <a:lnSpc>
                <a:spcPct val="100000"/>
              </a:lnSpc>
              <a:spcBef>
                <a:spcPts val="1000"/>
              </a:spcBef>
              <a:spcAft>
                <a:spcPts val="0"/>
              </a:spcAft>
              <a:buSzPts val="1400"/>
              <a:buFont typeface="Calibri"/>
              <a:buNone/>
              <a:defRPr/>
            </a:lvl3pPr>
            <a:lvl4pPr indent="-228600" lvl="3" marL="1828800" algn="l">
              <a:lnSpc>
                <a:spcPct val="100000"/>
              </a:lnSpc>
              <a:spcBef>
                <a:spcPts val="1000"/>
              </a:spcBef>
              <a:spcAft>
                <a:spcPts val="0"/>
              </a:spcAft>
              <a:buSzPts val="1200"/>
              <a:buFont typeface="Calibri"/>
              <a:buNone/>
              <a:defRPr/>
            </a:lvl4pPr>
            <a:lvl5pPr indent="-228600" lvl="4" marL="2286000" algn="l">
              <a:lnSpc>
                <a:spcPct val="100000"/>
              </a:lnSpc>
              <a:spcBef>
                <a:spcPts val="1000"/>
              </a:spcBef>
              <a:spcAft>
                <a:spcPts val="0"/>
              </a:spcAft>
              <a:buSzPts val="1200"/>
              <a:buFont typeface="Calibri"/>
              <a:buNone/>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97" name="Google Shape;97;p13"/>
          <p:cNvSpPr txBox="1"/>
          <p:nvPr>
            <p:ph idx="2" type="body"/>
          </p:nvPr>
        </p:nvSpPr>
        <p:spPr>
          <a:xfrm>
            <a:off x="687465" y="4343400"/>
            <a:ext cx="10152367" cy="1447800"/>
          </a:xfrm>
          <a:prstGeom prst="rect">
            <a:avLst/>
          </a:prstGeom>
          <a:noFill/>
          <a:ln>
            <a:noFill/>
          </a:ln>
        </p:spPr>
        <p:txBody>
          <a:bodyPr anchorCtr="0" anchor="ctr" bIns="45700" lIns="91425" spcFirstLastPara="1" rIns="91425" wrap="square" tIns="45700">
            <a:normAutofit/>
          </a:bodyPr>
          <a:lstStyle>
            <a:lvl1pPr indent="-228600" lvl="0" marL="457200" algn="l">
              <a:lnSpc>
                <a:spcPct val="100000"/>
              </a:lnSpc>
              <a:spcBef>
                <a:spcPts val="0"/>
              </a:spcBef>
              <a:spcAft>
                <a:spcPts val="0"/>
              </a:spcAft>
              <a:buSzPts val="2000"/>
              <a:buNone/>
              <a:defRPr sz="2000">
                <a:solidFill>
                  <a:schemeClr val="lt1"/>
                </a:solidFill>
              </a:defRPr>
            </a:lvl1pPr>
            <a:lvl2pPr indent="-228600" lvl="1" marL="914400" algn="l">
              <a:lnSpc>
                <a:spcPct val="100000"/>
              </a:lnSpc>
              <a:spcBef>
                <a:spcPts val="1000"/>
              </a:spcBef>
              <a:spcAft>
                <a:spcPts val="0"/>
              </a:spcAft>
              <a:buSzPts val="1800"/>
              <a:buNone/>
              <a:defRPr sz="1800">
                <a:solidFill>
                  <a:schemeClr val="lt1"/>
                </a:solidFill>
              </a:defRPr>
            </a:lvl2pPr>
            <a:lvl3pPr indent="-228600" lvl="2" marL="1371600" algn="l">
              <a:lnSpc>
                <a:spcPct val="100000"/>
              </a:lnSpc>
              <a:spcBef>
                <a:spcPts val="1000"/>
              </a:spcBef>
              <a:spcAft>
                <a:spcPts val="0"/>
              </a:spcAft>
              <a:buSzPts val="1600"/>
              <a:buNone/>
              <a:defRPr sz="1600">
                <a:solidFill>
                  <a:schemeClr val="lt1"/>
                </a:solidFill>
              </a:defRPr>
            </a:lvl3pPr>
            <a:lvl4pPr indent="-228600" lvl="3" marL="1828800" algn="l">
              <a:lnSpc>
                <a:spcPct val="100000"/>
              </a:lnSpc>
              <a:spcBef>
                <a:spcPts val="1000"/>
              </a:spcBef>
              <a:spcAft>
                <a:spcPts val="0"/>
              </a:spcAft>
              <a:buSzPts val="1400"/>
              <a:buNone/>
              <a:defRPr sz="1400">
                <a:solidFill>
                  <a:schemeClr val="lt1"/>
                </a:solidFill>
              </a:defRPr>
            </a:lvl4pPr>
            <a:lvl5pPr indent="-228600" lvl="4" marL="2286000" algn="l">
              <a:lnSpc>
                <a:spcPct val="100000"/>
              </a:lnSpc>
              <a:spcBef>
                <a:spcPts val="1000"/>
              </a:spcBef>
              <a:spcAft>
                <a:spcPts val="0"/>
              </a:spcAft>
              <a:buSzPts val="1400"/>
              <a:buNone/>
              <a:defRPr sz="1400">
                <a:solidFill>
                  <a:schemeClr val="lt1"/>
                </a:solidFill>
              </a:defRPr>
            </a:lvl5pPr>
            <a:lvl6pPr indent="-228600" lvl="5" marL="2743200" algn="l">
              <a:lnSpc>
                <a:spcPct val="100000"/>
              </a:lnSpc>
              <a:spcBef>
                <a:spcPts val="1000"/>
              </a:spcBef>
              <a:spcAft>
                <a:spcPts val="0"/>
              </a:spcAft>
              <a:buSzPts val="1400"/>
              <a:buNone/>
              <a:defRPr sz="1400">
                <a:solidFill>
                  <a:schemeClr val="lt1"/>
                </a:solidFill>
              </a:defRPr>
            </a:lvl6pPr>
            <a:lvl7pPr indent="-228600" lvl="6" marL="3200400" algn="l">
              <a:lnSpc>
                <a:spcPct val="100000"/>
              </a:lnSpc>
              <a:spcBef>
                <a:spcPts val="1000"/>
              </a:spcBef>
              <a:spcAft>
                <a:spcPts val="0"/>
              </a:spcAft>
              <a:buSzPts val="1400"/>
              <a:buNone/>
              <a:defRPr sz="1400">
                <a:solidFill>
                  <a:schemeClr val="lt1"/>
                </a:solidFill>
              </a:defRPr>
            </a:lvl7pPr>
            <a:lvl8pPr indent="-228600" lvl="7" marL="3657600" algn="l">
              <a:lnSpc>
                <a:spcPct val="100000"/>
              </a:lnSpc>
              <a:spcBef>
                <a:spcPts val="1000"/>
              </a:spcBef>
              <a:spcAft>
                <a:spcPts val="0"/>
              </a:spcAft>
              <a:buSzPts val="1400"/>
              <a:buNone/>
              <a:defRPr sz="1400">
                <a:solidFill>
                  <a:schemeClr val="lt1"/>
                </a:solidFill>
              </a:defRPr>
            </a:lvl8pPr>
            <a:lvl9pPr indent="-228600" lvl="8" marL="4114800" algn="l">
              <a:lnSpc>
                <a:spcPct val="100000"/>
              </a:lnSpc>
              <a:spcBef>
                <a:spcPts val="1000"/>
              </a:spcBef>
              <a:spcAft>
                <a:spcPts val="1000"/>
              </a:spcAft>
              <a:buSzPts val="1400"/>
              <a:buNone/>
              <a:defRPr sz="1400">
                <a:solidFill>
                  <a:schemeClr val="lt1"/>
                </a:solidFill>
              </a:defRPr>
            </a:lvl9pPr>
          </a:lstStyle>
          <a:p/>
        </p:txBody>
      </p:sp>
      <p:sp>
        <p:nvSpPr>
          <p:cNvPr id="98" name="Google Shape;98;p13"/>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13"/>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p13"/>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tão de Nome">
  <p:cSld name="Cartão de Nome">
    <p:spTree>
      <p:nvGrpSpPr>
        <p:cNvPr id="101" name="Shape 101"/>
        <p:cNvGrpSpPr/>
        <p:nvPr/>
      </p:nvGrpSpPr>
      <p:grpSpPr>
        <a:xfrm>
          <a:off x="0" y="0"/>
          <a:ext cx="0" cy="0"/>
          <a:chOff x="0" y="0"/>
          <a:chExt cx="0" cy="0"/>
        </a:xfrm>
      </p:grpSpPr>
      <p:pic>
        <p:nvPicPr>
          <p:cNvPr descr="Celestia-R1---OverlayContentHD.png" id="102" name="Google Shape;102;p14"/>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03" name="Google Shape;103;p14"/>
          <p:cNvSpPr txBox="1"/>
          <p:nvPr>
            <p:ph type="title"/>
          </p:nvPr>
        </p:nvSpPr>
        <p:spPr>
          <a:xfrm>
            <a:off x="685802" y="3308581"/>
            <a:ext cx="10131425" cy="14688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3200"/>
              <a:buFont typeface="Calibri"/>
              <a:buNone/>
              <a:defRPr b="0" sz="32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14"/>
          <p:cNvSpPr txBox="1"/>
          <p:nvPr>
            <p:ph idx="1" type="body"/>
          </p:nvPr>
        </p:nvSpPr>
        <p:spPr>
          <a:xfrm>
            <a:off x="685801" y="4777381"/>
            <a:ext cx="10131426" cy="8604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000"/>
              <a:buNone/>
              <a:defRPr sz="2000">
                <a:solidFill>
                  <a:schemeClr val="lt1"/>
                </a:solidFill>
              </a:defRPr>
            </a:lvl1pPr>
            <a:lvl2pPr indent="-228600" lvl="1" marL="914400" algn="l">
              <a:lnSpc>
                <a:spcPct val="100000"/>
              </a:lnSpc>
              <a:spcBef>
                <a:spcPts val="1000"/>
              </a:spcBef>
              <a:spcAft>
                <a:spcPts val="0"/>
              </a:spcAft>
              <a:buSzPts val="1800"/>
              <a:buNone/>
              <a:defRPr sz="1800">
                <a:solidFill>
                  <a:schemeClr val="lt1"/>
                </a:solidFill>
              </a:defRPr>
            </a:lvl2pPr>
            <a:lvl3pPr indent="-228600" lvl="2" marL="1371600" algn="l">
              <a:lnSpc>
                <a:spcPct val="100000"/>
              </a:lnSpc>
              <a:spcBef>
                <a:spcPts val="1000"/>
              </a:spcBef>
              <a:spcAft>
                <a:spcPts val="0"/>
              </a:spcAft>
              <a:buSzPts val="1600"/>
              <a:buNone/>
              <a:defRPr sz="1600">
                <a:solidFill>
                  <a:schemeClr val="lt1"/>
                </a:solidFill>
              </a:defRPr>
            </a:lvl3pPr>
            <a:lvl4pPr indent="-228600" lvl="3" marL="1828800" algn="l">
              <a:lnSpc>
                <a:spcPct val="100000"/>
              </a:lnSpc>
              <a:spcBef>
                <a:spcPts val="1000"/>
              </a:spcBef>
              <a:spcAft>
                <a:spcPts val="0"/>
              </a:spcAft>
              <a:buSzPts val="1400"/>
              <a:buNone/>
              <a:defRPr sz="1400">
                <a:solidFill>
                  <a:schemeClr val="lt1"/>
                </a:solidFill>
              </a:defRPr>
            </a:lvl4pPr>
            <a:lvl5pPr indent="-228600" lvl="4" marL="2286000" algn="l">
              <a:lnSpc>
                <a:spcPct val="100000"/>
              </a:lnSpc>
              <a:spcBef>
                <a:spcPts val="1000"/>
              </a:spcBef>
              <a:spcAft>
                <a:spcPts val="0"/>
              </a:spcAft>
              <a:buSzPts val="1400"/>
              <a:buNone/>
              <a:defRPr sz="1400">
                <a:solidFill>
                  <a:schemeClr val="lt1"/>
                </a:solidFill>
              </a:defRPr>
            </a:lvl5pPr>
            <a:lvl6pPr indent="-228600" lvl="5" marL="2743200" algn="l">
              <a:lnSpc>
                <a:spcPct val="100000"/>
              </a:lnSpc>
              <a:spcBef>
                <a:spcPts val="1000"/>
              </a:spcBef>
              <a:spcAft>
                <a:spcPts val="0"/>
              </a:spcAft>
              <a:buSzPts val="1400"/>
              <a:buNone/>
              <a:defRPr sz="1400">
                <a:solidFill>
                  <a:schemeClr val="lt1"/>
                </a:solidFill>
              </a:defRPr>
            </a:lvl6pPr>
            <a:lvl7pPr indent="-228600" lvl="6" marL="3200400" algn="l">
              <a:lnSpc>
                <a:spcPct val="100000"/>
              </a:lnSpc>
              <a:spcBef>
                <a:spcPts val="1000"/>
              </a:spcBef>
              <a:spcAft>
                <a:spcPts val="0"/>
              </a:spcAft>
              <a:buSzPts val="1400"/>
              <a:buNone/>
              <a:defRPr sz="1400">
                <a:solidFill>
                  <a:schemeClr val="lt1"/>
                </a:solidFill>
              </a:defRPr>
            </a:lvl7pPr>
            <a:lvl8pPr indent="-228600" lvl="7" marL="3657600" algn="l">
              <a:lnSpc>
                <a:spcPct val="100000"/>
              </a:lnSpc>
              <a:spcBef>
                <a:spcPts val="1000"/>
              </a:spcBef>
              <a:spcAft>
                <a:spcPts val="0"/>
              </a:spcAft>
              <a:buSzPts val="1400"/>
              <a:buNone/>
              <a:defRPr sz="1400">
                <a:solidFill>
                  <a:schemeClr val="lt1"/>
                </a:solidFill>
              </a:defRPr>
            </a:lvl8pPr>
            <a:lvl9pPr indent="-228600" lvl="8" marL="4114800" algn="l">
              <a:lnSpc>
                <a:spcPct val="100000"/>
              </a:lnSpc>
              <a:spcBef>
                <a:spcPts val="1000"/>
              </a:spcBef>
              <a:spcAft>
                <a:spcPts val="1000"/>
              </a:spcAft>
              <a:buSzPts val="1400"/>
              <a:buNone/>
              <a:defRPr sz="1400">
                <a:solidFill>
                  <a:schemeClr val="lt1"/>
                </a:solidFill>
              </a:defRPr>
            </a:lvl9pPr>
          </a:lstStyle>
          <a:p/>
        </p:txBody>
      </p:sp>
      <p:sp>
        <p:nvSpPr>
          <p:cNvPr id="105" name="Google Shape;105;p14"/>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6" name="Google Shape;106;p14"/>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4"/>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r o Cartão de Nome">
  <p:cSld name="Citar o Cartão de Nome">
    <p:spTree>
      <p:nvGrpSpPr>
        <p:cNvPr id="108" name="Shape 108"/>
        <p:cNvGrpSpPr/>
        <p:nvPr/>
      </p:nvGrpSpPr>
      <p:grpSpPr>
        <a:xfrm>
          <a:off x="0" y="0"/>
          <a:ext cx="0" cy="0"/>
          <a:chOff x="0" y="0"/>
          <a:chExt cx="0" cy="0"/>
        </a:xfrm>
      </p:grpSpPr>
      <p:pic>
        <p:nvPicPr>
          <p:cNvPr descr="Celestia-R1---OverlayContentHD.png" id="109" name="Google Shape;109;p15"/>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10" name="Google Shape;110;p15"/>
          <p:cNvSpPr txBox="1"/>
          <p:nvPr/>
        </p:nvSpPr>
        <p:spPr>
          <a:xfrm>
            <a:off x="10237867" y="2743200"/>
            <a:ext cx="609600" cy="584776"/>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chemeClr val="lt1"/>
              </a:buClr>
              <a:buSzPts val="8000"/>
              <a:buFont typeface="Calibri"/>
              <a:buNone/>
            </a:pPr>
            <a:r>
              <a:rPr b="0" i="0" lang="pt-BR" sz="8000" u="none" cap="none" strike="noStrike">
                <a:solidFill>
                  <a:schemeClr val="lt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1" name="Google Shape;111;p15"/>
          <p:cNvSpPr txBox="1"/>
          <p:nvPr/>
        </p:nvSpPr>
        <p:spPr>
          <a:xfrm>
            <a:off x="488275" y="823337"/>
            <a:ext cx="609600" cy="584776"/>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chemeClr val="lt1"/>
              </a:buClr>
              <a:buSzPts val="8000"/>
              <a:buFont typeface="Calibri"/>
              <a:buNone/>
            </a:pPr>
            <a:r>
              <a:rPr b="0" i="0" lang="pt-BR" sz="8000" u="none" cap="none" strike="noStrike">
                <a:solidFill>
                  <a:schemeClr val="lt1"/>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2" name="Google Shape;112;p15"/>
          <p:cNvSpPr txBox="1"/>
          <p:nvPr>
            <p:ph type="title"/>
          </p:nvPr>
        </p:nvSpPr>
        <p:spPr>
          <a:xfrm>
            <a:off x="992267" y="609601"/>
            <a:ext cx="9550399" cy="274319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200"/>
              <a:buFont typeface="Calibri"/>
              <a:buNone/>
              <a:defRPr b="0" sz="3200" cap="none">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15"/>
          <p:cNvSpPr txBox="1"/>
          <p:nvPr>
            <p:ph idx="1" type="body"/>
          </p:nvPr>
        </p:nvSpPr>
        <p:spPr>
          <a:xfrm>
            <a:off x="685800" y="3886200"/>
            <a:ext cx="10135436" cy="8890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0"/>
              </a:spcBef>
              <a:spcAft>
                <a:spcPts val="0"/>
              </a:spcAft>
              <a:buSzPts val="2400"/>
              <a:buNone/>
              <a:defRPr b="0" sz="2400" cap="none">
                <a:solidFill>
                  <a:schemeClr val="lt1"/>
                </a:solidFill>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114" name="Google Shape;114;p15"/>
          <p:cNvSpPr txBox="1"/>
          <p:nvPr>
            <p:ph idx="2" type="body"/>
          </p:nvPr>
        </p:nvSpPr>
        <p:spPr>
          <a:xfrm>
            <a:off x="685799" y="4775200"/>
            <a:ext cx="10135436" cy="1016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1800"/>
              <a:buNone/>
              <a:defRPr sz="1800">
                <a:solidFill>
                  <a:schemeClr val="lt1"/>
                </a:solidFill>
              </a:defRPr>
            </a:lvl1pPr>
            <a:lvl2pPr indent="-228600" lvl="1" marL="914400" algn="l">
              <a:lnSpc>
                <a:spcPct val="100000"/>
              </a:lnSpc>
              <a:spcBef>
                <a:spcPts val="1000"/>
              </a:spcBef>
              <a:spcAft>
                <a:spcPts val="0"/>
              </a:spcAft>
              <a:buSzPts val="1800"/>
              <a:buNone/>
              <a:defRPr sz="1800">
                <a:solidFill>
                  <a:schemeClr val="lt1"/>
                </a:solidFill>
              </a:defRPr>
            </a:lvl2pPr>
            <a:lvl3pPr indent="-228600" lvl="2" marL="1371600" algn="l">
              <a:lnSpc>
                <a:spcPct val="100000"/>
              </a:lnSpc>
              <a:spcBef>
                <a:spcPts val="1000"/>
              </a:spcBef>
              <a:spcAft>
                <a:spcPts val="0"/>
              </a:spcAft>
              <a:buSzPts val="1600"/>
              <a:buNone/>
              <a:defRPr sz="1600">
                <a:solidFill>
                  <a:schemeClr val="lt1"/>
                </a:solidFill>
              </a:defRPr>
            </a:lvl3pPr>
            <a:lvl4pPr indent="-228600" lvl="3" marL="1828800" algn="l">
              <a:lnSpc>
                <a:spcPct val="100000"/>
              </a:lnSpc>
              <a:spcBef>
                <a:spcPts val="1000"/>
              </a:spcBef>
              <a:spcAft>
                <a:spcPts val="0"/>
              </a:spcAft>
              <a:buSzPts val="1400"/>
              <a:buNone/>
              <a:defRPr sz="1400">
                <a:solidFill>
                  <a:schemeClr val="lt1"/>
                </a:solidFill>
              </a:defRPr>
            </a:lvl4pPr>
            <a:lvl5pPr indent="-228600" lvl="4" marL="2286000" algn="l">
              <a:lnSpc>
                <a:spcPct val="100000"/>
              </a:lnSpc>
              <a:spcBef>
                <a:spcPts val="1000"/>
              </a:spcBef>
              <a:spcAft>
                <a:spcPts val="0"/>
              </a:spcAft>
              <a:buSzPts val="1400"/>
              <a:buNone/>
              <a:defRPr sz="1400">
                <a:solidFill>
                  <a:schemeClr val="lt1"/>
                </a:solidFill>
              </a:defRPr>
            </a:lvl5pPr>
            <a:lvl6pPr indent="-228600" lvl="5" marL="2743200" algn="l">
              <a:lnSpc>
                <a:spcPct val="100000"/>
              </a:lnSpc>
              <a:spcBef>
                <a:spcPts val="1000"/>
              </a:spcBef>
              <a:spcAft>
                <a:spcPts val="0"/>
              </a:spcAft>
              <a:buSzPts val="1400"/>
              <a:buNone/>
              <a:defRPr sz="1400">
                <a:solidFill>
                  <a:schemeClr val="lt1"/>
                </a:solidFill>
              </a:defRPr>
            </a:lvl6pPr>
            <a:lvl7pPr indent="-228600" lvl="6" marL="3200400" algn="l">
              <a:lnSpc>
                <a:spcPct val="100000"/>
              </a:lnSpc>
              <a:spcBef>
                <a:spcPts val="1000"/>
              </a:spcBef>
              <a:spcAft>
                <a:spcPts val="0"/>
              </a:spcAft>
              <a:buSzPts val="1400"/>
              <a:buNone/>
              <a:defRPr sz="1400">
                <a:solidFill>
                  <a:schemeClr val="lt1"/>
                </a:solidFill>
              </a:defRPr>
            </a:lvl7pPr>
            <a:lvl8pPr indent="-228600" lvl="7" marL="3657600" algn="l">
              <a:lnSpc>
                <a:spcPct val="100000"/>
              </a:lnSpc>
              <a:spcBef>
                <a:spcPts val="1000"/>
              </a:spcBef>
              <a:spcAft>
                <a:spcPts val="0"/>
              </a:spcAft>
              <a:buSzPts val="1400"/>
              <a:buNone/>
              <a:defRPr sz="1400">
                <a:solidFill>
                  <a:schemeClr val="lt1"/>
                </a:solidFill>
              </a:defRPr>
            </a:lvl8pPr>
            <a:lvl9pPr indent="-228600" lvl="8" marL="4114800" algn="l">
              <a:lnSpc>
                <a:spcPct val="100000"/>
              </a:lnSpc>
              <a:spcBef>
                <a:spcPts val="1000"/>
              </a:spcBef>
              <a:spcAft>
                <a:spcPts val="1000"/>
              </a:spcAft>
              <a:buSzPts val="1400"/>
              <a:buNone/>
              <a:defRPr sz="1400">
                <a:solidFill>
                  <a:schemeClr val="lt1"/>
                </a:solidFill>
              </a:defRPr>
            </a:lvl9pPr>
          </a:lstStyle>
          <a:p/>
        </p:txBody>
      </p:sp>
      <p:sp>
        <p:nvSpPr>
          <p:cNvPr id="115" name="Google Shape;115;p15"/>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15"/>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15"/>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dadeiro ou Falso">
  <p:cSld name="Verdadeiro ou Falso">
    <p:spTree>
      <p:nvGrpSpPr>
        <p:cNvPr id="118" name="Shape 118"/>
        <p:cNvGrpSpPr/>
        <p:nvPr/>
      </p:nvGrpSpPr>
      <p:grpSpPr>
        <a:xfrm>
          <a:off x="0" y="0"/>
          <a:ext cx="0" cy="0"/>
          <a:chOff x="0" y="0"/>
          <a:chExt cx="0" cy="0"/>
        </a:xfrm>
      </p:grpSpPr>
      <p:pic>
        <p:nvPicPr>
          <p:cNvPr descr="Celestia-R1---OverlayContentHD.png" id="119" name="Google Shape;119;p16"/>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20" name="Google Shape;120;p16"/>
          <p:cNvSpPr txBox="1"/>
          <p:nvPr>
            <p:ph type="title"/>
          </p:nvPr>
        </p:nvSpPr>
        <p:spPr>
          <a:xfrm>
            <a:off x="685801" y="609601"/>
            <a:ext cx="10131427" cy="274319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600"/>
              <a:buFont typeface="Calibri"/>
              <a:buNone/>
              <a:defRPr b="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16"/>
          <p:cNvSpPr txBox="1"/>
          <p:nvPr>
            <p:ph idx="1" type="body"/>
          </p:nvPr>
        </p:nvSpPr>
        <p:spPr>
          <a:xfrm>
            <a:off x="685801" y="3505200"/>
            <a:ext cx="10131428" cy="8382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0"/>
              </a:spcBef>
              <a:spcAft>
                <a:spcPts val="0"/>
              </a:spcAft>
              <a:buSzPts val="2800"/>
              <a:buNone/>
              <a:defRPr b="0" sz="2800" cap="none">
                <a:solidFill>
                  <a:schemeClr val="lt1"/>
                </a:solidFill>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122" name="Google Shape;122;p16"/>
          <p:cNvSpPr txBox="1"/>
          <p:nvPr>
            <p:ph idx="2" type="body"/>
          </p:nvPr>
        </p:nvSpPr>
        <p:spPr>
          <a:xfrm>
            <a:off x="685800" y="4343400"/>
            <a:ext cx="10131428" cy="1447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1800"/>
              <a:buNone/>
              <a:defRPr sz="1800">
                <a:solidFill>
                  <a:schemeClr val="lt1"/>
                </a:solidFill>
              </a:defRPr>
            </a:lvl1pPr>
            <a:lvl2pPr indent="-228600" lvl="1" marL="914400" algn="l">
              <a:lnSpc>
                <a:spcPct val="100000"/>
              </a:lnSpc>
              <a:spcBef>
                <a:spcPts val="1000"/>
              </a:spcBef>
              <a:spcAft>
                <a:spcPts val="0"/>
              </a:spcAft>
              <a:buSzPts val="1800"/>
              <a:buNone/>
              <a:defRPr sz="1800">
                <a:solidFill>
                  <a:schemeClr val="lt1"/>
                </a:solidFill>
              </a:defRPr>
            </a:lvl2pPr>
            <a:lvl3pPr indent="-228600" lvl="2" marL="1371600" algn="l">
              <a:lnSpc>
                <a:spcPct val="100000"/>
              </a:lnSpc>
              <a:spcBef>
                <a:spcPts val="1000"/>
              </a:spcBef>
              <a:spcAft>
                <a:spcPts val="0"/>
              </a:spcAft>
              <a:buSzPts val="1600"/>
              <a:buNone/>
              <a:defRPr sz="1600">
                <a:solidFill>
                  <a:schemeClr val="lt1"/>
                </a:solidFill>
              </a:defRPr>
            </a:lvl3pPr>
            <a:lvl4pPr indent="-228600" lvl="3" marL="1828800" algn="l">
              <a:lnSpc>
                <a:spcPct val="100000"/>
              </a:lnSpc>
              <a:spcBef>
                <a:spcPts val="1000"/>
              </a:spcBef>
              <a:spcAft>
                <a:spcPts val="0"/>
              </a:spcAft>
              <a:buSzPts val="1400"/>
              <a:buNone/>
              <a:defRPr sz="1400">
                <a:solidFill>
                  <a:schemeClr val="lt1"/>
                </a:solidFill>
              </a:defRPr>
            </a:lvl4pPr>
            <a:lvl5pPr indent="-228600" lvl="4" marL="2286000" algn="l">
              <a:lnSpc>
                <a:spcPct val="100000"/>
              </a:lnSpc>
              <a:spcBef>
                <a:spcPts val="1000"/>
              </a:spcBef>
              <a:spcAft>
                <a:spcPts val="0"/>
              </a:spcAft>
              <a:buSzPts val="1400"/>
              <a:buNone/>
              <a:defRPr sz="1400">
                <a:solidFill>
                  <a:schemeClr val="lt1"/>
                </a:solidFill>
              </a:defRPr>
            </a:lvl5pPr>
            <a:lvl6pPr indent="-228600" lvl="5" marL="2743200" algn="l">
              <a:lnSpc>
                <a:spcPct val="100000"/>
              </a:lnSpc>
              <a:spcBef>
                <a:spcPts val="1000"/>
              </a:spcBef>
              <a:spcAft>
                <a:spcPts val="0"/>
              </a:spcAft>
              <a:buSzPts val="1400"/>
              <a:buNone/>
              <a:defRPr sz="1400">
                <a:solidFill>
                  <a:schemeClr val="lt1"/>
                </a:solidFill>
              </a:defRPr>
            </a:lvl6pPr>
            <a:lvl7pPr indent="-228600" lvl="6" marL="3200400" algn="l">
              <a:lnSpc>
                <a:spcPct val="100000"/>
              </a:lnSpc>
              <a:spcBef>
                <a:spcPts val="1000"/>
              </a:spcBef>
              <a:spcAft>
                <a:spcPts val="0"/>
              </a:spcAft>
              <a:buSzPts val="1400"/>
              <a:buNone/>
              <a:defRPr sz="1400">
                <a:solidFill>
                  <a:schemeClr val="lt1"/>
                </a:solidFill>
              </a:defRPr>
            </a:lvl7pPr>
            <a:lvl8pPr indent="-228600" lvl="7" marL="3657600" algn="l">
              <a:lnSpc>
                <a:spcPct val="100000"/>
              </a:lnSpc>
              <a:spcBef>
                <a:spcPts val="1000"/>
              </a:spcBef>
              <a:spcAft>
                <a:spcPts val="0"/>
              </a:spcAft>
              <a:buSzPts val="1400"/>
              <a:buNone/>
              <a:defRPr sz="1400">
                <a:solidFill>
                  <a:schemeClr val="lt1"/>
                </a:solidFill>
              </a:defRPr>
            </a:lvl8pPr>
            <a:lvl9pPr indent="-228600" lvl="8" marL="4114800" algn="l">
              <a:lnSpc>
                <a:spcPct val="100000"/>
              </a:lnSpc>
              <a:spcBef>
                <a:spcPts val="1000"/>
              </a:spcBef>
              <a:spcAft>
                <a:spcPts val="1000"/>
              </a:spcAft>
              <a:buSzPts val="1400"/>
              <a:buNone/>
              <a:defRPr sz="1400">
                <a:solidFill>
                  <a:schemeClr val="lt1"/>
                </a:solidFill>
              </a:defRPr>
            </a:lvl9pPr>
          </a:lstStyle>
          <a:p/>
        </p:txBody>
      </p:sp>
      <p:sp>
        <p:nvSpPr>
          <p:cNvPr id="123" name="Google Shape;123;p16"/>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p16"/>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5" name="Google Shape;125;p16"/>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Texto Vertical" type="vertTx">
  <p:cSld name="VERTICAL_TEXT">
    <p:spTree>
      <p:nvGrpSpPr>
        <p:cNvPr id="126" name="Shape 126"/>
        <p:cNvGrpSpPr/>
        <p:nvPr/>
      </p:nvGrpSpPr>
      <p:grpSpPr>
        <a:xfrm>
          <a:off x="0" y="0"/>
          <a:ext cx="0" cy="0"/>
          <a:chOff x="0" y="0"/>
          <a:chExt cx="0" cy="0"/>
        </a:xfrm>
      </p:grpSpPr>
      <p:pic>
        <p:nvPicPr>
          <p:cNvPr descr="Celestia-R1---OverlayContentHD.png" id="127" name="Google Shape;127;p17"/>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28" name="Google Shape;128;p17"/>
          <p:cNvSpPr txBox="1"/>
          <p:nvPr>
            <p:ph idx="1" type="body"/>
          </p:nvPr>
        </p:nvSpPr>
        <p:spPr>
          <a:xfrm rot="5400000">
            <a:off x="3926947" y="-1099079"/>
            <a:ext cx="3649133" cy="10131425"/>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129" name="Google Shape;129;p17"/>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0" name="Google Shape;130;p17"/>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17"/>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
        <p:nvSpPr>
          <p:cNvPr id="132" name="Google Shape;132;p17"/>
          <p:cNvSpPr txBox="1"/>
          <p:nvPr>
            <p:ph type="title"/>
          </p:nvPr>
        </p:nvSpPr>
        <p:spPr>
          <a:xfrm>
            <a:off x="685801" y="609600"/>
            <a:ext cx="10131425" cy="1456267"/>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o e Título Vertical" type="vertTitleAndTx">
  <p:cSld name="VERTICAL_TITLE_AND_VERTICAL_TEXT">
    <p:spTree>
      <p:nvGrpSpPr>
        <p:cNvPr id="133" name="Shape 133"/>
        <p:cNvGrpSpPr/>
        <p:nvPr/>
      </p:nvGrpSpPr>
      <p:grpSpPr>
        <a:xfrm>
          <a:off x="0" y="0"/>
          <a:ext cx="0" cy="0"/>
          <a:chOff x="0" y="0"/>
          <a:chExt cx="0" cy="0"/>
        </a:xfrm>
      </p:grpSpPr>
      <p:pic>
        <p:nvPicPr>
          <p:cNvPr descr="Celestia-R1---OverlayContentHD.png" id="134" name="Google Shape;134;p18"/>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35" name="Google Shape;135;p18"/>
          <p:cNvSpPr txBox="1"/>
          <p:nvPr>
            <p:ph type="title"/>
          </p:nvPr>
        </p:nvSpPr>
        <p:spPr>
          <a:xfrm rot="5400000">
            <a:off x="7147151" y="2121124"/>
            <a:ext cx="5181601" cy="2158552"/>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18"/>
          <p:cNvSpPr txBox="1"/>
          <p:nvPr>
            <p:ph idx="1" type="body"/>
          </p:nvPr>
        </p:nvSpPr>
        <p:spPr>
          <a:xfrm rot="5400000">
            <a:off x="2011058" y="-715658"/>
            <a:ext cx="5181600" cy="7832116"/>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1000"/>
              </a:spcAft>
              <a:buSzPts val="1800"/>
              <a:buChar char="•"/>
              <a:defRPr/>
            </a:lvl9pPr>
          </a:lstStyle>
          <a:p/>
        </p:txBody>
      </p:sp>
      <p:sp>
        <p:nvSpPr>
          <p:cNvPr id="137" name="Google Shape;137;p18"/>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8" name="Google Shape;138;p18"/>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p18"/>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slideLayout" Target="../slideLayouts/slideLayout12.xml"/><Relationship Id="rId12" Type="http://schemas.openxmlformats.org/officeDocument/2006/relationships/slideLayout" Target="../slideLayouts/slideLayout11.xml"/><Relationship Id="rId1" Type="http://schemas.openxmlformats.org/officeDocument/2006/relationships/image" Target="../media/image1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slideLayout" Target="../slideLayouts/slideLayout14.xml"/><Relationship Id="rId14" Type="http://schemas.openxmlformats.org/officeDocument/2006/relationships/slideLayout" Target="../slideLayouts/slideLayout13.xml"/><Relationship Id="rId17" Type="http://schemas.openxmlformats.org/officeDocument/2006/relationships/slideLayout" Target="../slideLayouts/slideLayout16.xml"/><Relationship Id="rId16" Type="http://schemas.openxmlformats.org/officeDocument/2006/relationships/slideLayout" Target="../slideLayouts/slideLayout15.xml"/><Relationship Id="rId5" Type="http://schemas.openxmlformats.org/officeDocument/2006/relationships/slideLayout" Target="../slideLayouts/slideLayout4.xml"/><Relationship Id="rId19" Type="http://schemas.openxmlformats.org/officeDocument/2006/relationships/theme" Target="../theme/theme2.xml"/><Relationship Id="rId6" Type="http://schemas.openxmlformats.org/officeDocument/2006/relationships/slideLayout" Target="../slideLayouts/slideLayout5.xml"/><Relationship Id="rId18" Type="http://schemas.openxmlformats.org/officeDocument/2006/relationships/slideLayout" Target="../slideLayouts/slideLayout17.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85801" y="609600"/>
            <a:ext cx="10131425" cy="1456267"/>
          </a:xfrm>
          <a:prstGeom prst="rect">
            <a:avLst/>
          </a:prstGeom>
          <a:noFill/>
          <a:ln>
            <a:noFill/>
          </a:ln>
        </p:spPr>
        <p:txBody>
          <a:bodyPr anchorCtr="0" anchor="ctr" bIns="45700" lIns="91425" spcFirstLastPara="1" rIns="91425" wrap="square" tIns="45700">
            <a:normAutofit/>
          </a:bodyPr>
          <a:lstStyle>
            <a:lvl1pPr lvl="0" marR="0" rtl="0" algn="l">
              <a:lnSpc>
                <a:spcPct val="100000"/>
              </a:lnSpc>
              <a:spcBef>
                <a:spcPts val="0"/>
              </a:spcBef>
              <a:spcAft>
                <a:spcPts val="0"/>
              </a:spcAft>
              <a:buClr>
                <a:schemeClr val="lt1"/>
              </a:buClr>
              <a:buSzPts val="3600"/>
              <a:buFont typeface="Calibri"/>
              <a:buNone/>
              <a:defRPr b="0" i="0" sz="3600" u="none" cap="none" strike="noStrike">
                <a:solidFill>
                  <a:schemeClr val="lt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2"/>
                </a:solidFill>
                <a:latin typeface="Arial"/>
                <a:ea typeface="Arial"/>
                <a:cs typeface="Arial"/>
                <a:sym typeface="Arial"/>
              </a:defRPr>
            </a:lvl9pPr>
          </a:lstStyle>
          <a:p/>
        </p:txBody>
      </p:sp>
      <p:sp>
        <p:nvSpPr>
          <p:cNvPr id="7" name="Google Shape;7;p1"/>
          <p:cNvSpPr txBox="1"/>
          <p:nvPr>
            <p:ph idx="1" type="body"/>
          </p:nvPr>
        </p:nvSpPr>
        <p:spPr>
          <a:xfrm>
            <a:off x="685801" y="2142067"/>
            <a:ext cx="10131425" cy="3649133"/>
          </a:xfrm>
          <a:prstGeom prst="rect">
            <a:avLst/>
          </a:prstGeom>
          <a:noFill/>
          <a:ln>
            <a:noFill/>
          </a:ln>
        </p:spPr>
        <p:txBody>
          <a:bodyPr anchorCtr="0" anchor="ctr" bIns="45700" lIns="91425" spcFirstLastPara="1" rIns="91425" wrap="square" tIns="45700">
            <a:normAutofit/>
          </a:bodyPr>
          <a:lstStyle>
            <a:lvl1pPr indent="-342900" lvl="0" marL="457200" marR="0" rtl="0" algn="l">
              <a:lnSpc>
                <a:spcPct val="100000"/>
              </a:lnSpc>
              <a:spcBef>
                <a:spcPts val="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1pPr>
            <a:lvl2pPr indent="-330200" lvl="1" marL="914400" marR="0" rtl="0" algn="l">
              <a:lnSpc>
                <a:spcPct val="100000"/>
              </a:lnSpc>
              <a:spcBef>
                <a:spcPts val="1000"/>
              </a:spcBef>
              <a:spcAft>
                <a:spcPts val="0"/>
              </a:spcAft>
              <a:buClr>
                <a:schemeClr val="lt1"/>
              </a:buClr>
              <a:buSzPts val="1600"/>
              <a:buFont typeface="Arial"/>
              <a:buChar char="•"/>
              <a:defRPr b="0" i="0" sz="1600" u="none" cap="none" strike="noStrike">
                <a:solidFill>
                  <a:schemeClr val="lt1"/>
                </a:solidFill>
                <a:latin typeface="Calibri"/>
                <a:ea typeface="Calibri"/>
                <a:cs typeface="Calibri"/>
                <a:sym typeface="Calibri"/>
              </a:defRPr>
            </a:lvl2pPr>
            <a:lvl3pPr indent="-317500" lvl="2" marL="1371600" marR="0" rtl="0" algn="l">
              <a:lnSpc>
                <a:spcPct val="100000"/>
              </a:lnSpc>
              <a:spcBef>
                <a:spcPts val="1000"/>
              </a:spcBef>
              <a:spcAft>
                <a:spcPts val="0"/>
              </a:spcAft>
              <a:buClr>
                <a:schemeClr val="lt1"/>
              </a:buClr>
              <a:buSzPts val="1400"/>
              <a:buFont typeface="Arial"/>
              <a:buChar char="•"/>
              <a:defRPr b="0" i="0" sz="1400" u="none" cap="none" strike="noStrike">
                <a:solidFill>
                  <a:schemeClr val="lt1"/>
                </a:solidFill>
                <a:latin typeface="Calibri"/>
                <a:ea typeface="Calibri"/>
                <a:cs typeface="Calibri"/>
                <a:sym typeface="Calibri"/>
              </a:defRPr>
            </a:lvl3pPr>
            <a:lvl4pPr indent="-304800" lvl="3" marL="1828800" marR="0" rtl="0" algn="l">
              <a:lnSpc>
                <a:spcPct val="100000"/>
              </a:lnSpc>
              <a:spcBef>
                <a:spcPts val="1000"/>
              </a:spcBef>
              <a:spcAft>
                <a:spcPts val="0"/>
              </a:spcAft>
              <a:buClr>
                <a:schemeClr val="lt1"/>
              </a:buClr>
              <a:buSzPts val="1200"/>
              <a:buFont typeface="Arial"/>
              <a:buChar char="•"/>
              <a:defRPr b="0" i="0" sz="1200" u="none" cap="none" strike="noStrike">
                <a:solidFill>
                  <a:schemeClr val="lt1"/>
                </a:solidFill>
                <a:latin typeface="Calibri"/>
                <a:ea typeface="Calibri"/>
                <a:cs typeface="Calibri"/>
                <a:sym typeface="Calibri"/>
              </a:defRPr>
            </a:lvl4pPr>
            <a:lvl5pPr indent="-304800" lvl="4" marL="2286000" marR="0" rtl="0" algn="l">
              <a:lnSpc>
                <a:spcPct val="100000"/>
              </a:lnSpc>
              <a:spcBef>
                <a:spcPts val="1000"/>
              </a:spcBef>
              <a:spcAft>
                <a:spcPts val="0"/>
              </a:spcAft>
              <a:buClr>
                <a:schemeClr val="lt1"/>
              </a:buClr>
              <a:buSzPts val="1200"/>
              <a:buFont typeface="Arial"/>
              <a:buChar char="•"/>
              <a:defRPr b="0" i="0" sz="1200" u="none" cap="none" strike="noStrike">
                <a:solidFill>
                  <a:schemeClr val="lt1"/>
                </a:solidFill>
                <a:latin typeface="Calibri"/>
                <a:ea typeface="Calibri"/>
                <a:cs typeface="Calibri"/>
                <a:sym typeface="Calibri"/>
              </a:defRPr>
            </a:lvl5pPr>
            <a:lvl6pPr indent="-304800" lvl="5" marL="2743200" marR="0" rtl="0" algn="l">
              <a:lnSpc>
                <a:spcPct val="100000"/>
              </a:lnSpc>
              <a:spcBef>
                <a:spcPts val="1000"/>
              </a:spcBef>
              <a:spcAft>
                <a:spcPts val="0"/>
              </a:spcAft>
              <a:buClr>
                <a:schemeClr val="lt1"/>
              </a:buClr>
              <a:buSzPts val="1200"/>
              <a:buFont typeface="Arial"/>
              <a:buChar char="•"/>
              <a:defRPr b="0" i="0" sz="1200" u="none" cap="none" strike="noStrike">
                <a:solidFill>
                  <a:schemeClr val="lt1"/>
                </a:solidFill>
                <a:latin typeface="Calibri"/>
                <a:ea typeface="Calibri"/>
                <a:cs typeface="Calibri"/>
                <a:sym typeface="Calibri"/>
              </a:defRPr>
            </a:lvl6pPr>
            <a:lvl7pPr indent="-304800" lvl="6" marL="3200400" marR="0" rtl="0" algn="l">
              <a:lnSpc>
                <a:spcPct val="100000"/>
              </a:lnSpc>
              <a:spcBef>
                <a:spcPts val="1000"/>
              </a:spcBef>
              <a:spcAft>
                <a:spcPts val="0"/>
              </a:spcAft>
              <a:buClr>
                <a:schemeClr val="lt1"/>
              </a:buClr>
              <a:buSzPts val="1200"/>
              <a:buFont typeface="Arial"/>
              <a:buChar char="•"/>
              <a:defRPr b="0" i="0" sz="1200" u="none" cap="none" strike="noStrike">
                <a:solidFill>
                  <a:schemeClr val="lt1"/>
                </a:solidFill>
                <a:latin typeface="Calibri"/>
                <a:ea typeface="Calibri"/>
                <a:cs typeface="Calibri"/>
                <a:sym typeface="Calibri"/>
              </a:defRPr>
            </a:lvl7pPr>
            <a:lvl8pPr indent="-304800" lvl="7" marL="3657600" marR="0" rtl="0" algn="l">
              <a:lnSpc>
                <a:spcPct val="100000"/>
              </a:lnSpc>
              <a:spcBef>
                <a:spcPts val="1000"/>
              </a:spcBef>
              <a:spcAft>
                <a:spcPts val="0"/>
              </a:spcAft>
              <a:buClr>
                <a:schemeClr val="lt1"/>
              </a:buClr>
              <a:buSzPts val="1200"/>
              <a:buFont typeface="Arial"/>
              <a:buChar char="•"/>
              <a:defRPr b="0" i="0" sz="1200" u="none" cap="none" strike="noStrike">
                <a:solidFill>
                  <a:schemeClr val="lt1"/>
                </a:solidFill>
                <a:latin typeface="Calibri"/>
                <a:ea typeface="Calibri"/>
                <a:cs typeface="Calibri"/>
                <a:sym typeface="Calibri"/>
              </a:defRPr>
            </a:lvl8pPr>
            <a:lvl9pPr indent="-304800" lvl="8" marL="4114800" marR="0" rtl="0" algn="l">
              <a:lnSpc>
                <a:spcPct val="100000"/>
              </a:lnSpc>
              <a:spcBef>
                <a:spcPts val="1000"/>
              </a:spcBef>
              <a:spcAft>
                <a:spcPts val="1000"/>
              </a:spcAft>
              <a:buClr>
                <a:schemeClr val="lt1"/>
              </a:buClr>
              <a:buSzPts val="1200"/>
              <a:buFont typeface="Arial"/>
              <a:buChar char="•"/>
              <a:defRPr b="0" i="0" sz="1200" u="none" cap="none" strike="noStrike">
                <a:solidFill>
                  <a:schemeClr val="lt1"/>
                </a:solidFill>
                <a:latin typeface="Calibri"/>
                <a:ea typeface="Calibri"/>
                <a:cs typeface="Calibri"/>
                <a:sym typeface="Calibri"/>
              </a:defRPr>
            </a:lvl9pPr>
          </a:lstStyle>
          <a:p/>
        </p:txBody>
      </p:sp>
      <p:sp>
        <p:nvSpPr>
          <p:cNvPr id="8" name="Google Shape;8;p1"/>
          <p:cNvSpPr txBox="1"/>
          <p:nvPr>
            <p:ph idx="10" type="dt"/>
          </p:nvPr>
        </p:nvSpPr>
        <p:spPr>
          <a:xfrm>
            <a:off x="8589660" y="5870575"/>
            <a:ext cx="1600200" cy="377825"/>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00" u="none" cap="none" strike="noStrike">
                <a:solidFill>
                  <a:schemeClr val="lt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9pPr>
          </a:lstStyle>
          <a:p/>
        </p:txBody>
      </p:sp>
      <p:sp>
        <p:nvSpPr>
          <p:cNvPr id="9" name="Google Shape;9;p1"/>
          <p:cNvSpPr txBox="1"/>
          <p:nvPr>
            <p:ph idx="11" type="ftr"/>
          </p:nvPr>
        </p:nvSpPr>
        <p:spPr>
          <a:xfrm>
            <a:off x="685800" y="5870575"/>
            <a:ext cx="7827659" cy="3778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000" u="none" cap="none" strike="noStrike">
                <a:solidFill>
                  <a:schemeClr val="lt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Calibri"/>
                <a:ea typeface="Calibri"/>
                <a:cs typeface="Calibri"/>
                <a:sym typeface="Calibri"/>
              </a:defRPr>
            </a:lvl9pPr>
          </a:lstStyle>
          <a:p/>
        </p:txBody>
      </p:sp>
      <p:sp>
        <p:nvSpPr>
          <p:cNvPr id="10" name="Google Shape;10;p1"/>
          <p:cNvSpPr txBox="1"/>
          <p:nvPr>
            <p:ph idx="12" type="sldNum"/>
          </p:nvPr>
        </p:nvSpPr>
        <p:spPr>
          <a:xfrm>
            <a:off x="10266060" y="5870575"/>
            <a:ext cx="551167" cy="3778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8.png"/><Relationship Id="rId7" Type="http://schemas.openxmlformats.org/officeDocument/2006/relationships/image" Target="../media/image3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32.png"/><Relationship Id="rId5" Type="http://schemas.openxmlformats.org/officeDocument/2006/relationships/image" Target="../media/image34.png"/><Relationship Id="rId6" Type="http://schemas.openxmlformats.org/officeDocument/2006/relationships/image" Target="../media/image25.png"/><Relationship Id="rId7"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35.gif"/></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0"/>
          <p:cNvSpPr txBox="1"/>
          <p:nvPr/>
        </p:nvSpPr>
        <p:spPr>
          <a:xfrm>
            <a:off x="2517360" y="268208"/>
            <a:ext cx="7157279" cy="646331"/>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chemeClr val="lt1"/>
                </a:solidFill>
                <a:latin typeface="Arial Narrow"/>
                <a:ea typeface="Arial Narrow"/>
                <a:cs typeface="Arial Narrow"/>
                <a:sym typeface="Arial Narrow"/>
              </a:rPr>
              <a:t>Faculdade de Tecnologia de São Paulo</a:t>
            </a:r>
            <a:endParaRPr b="0" i="0" sz="1400" u="none" cap="none" strike="noStrike">
              <a:solidFill>
                <a:srgbClr val="000000"/>
              </a:solidFill>
              <a:latin typeface="Arial"/>
              <a:ea typeface="Arial"/>
              <a:cs typeface="Arial"/>
              <a:sym typeface="Arial"/>
            </a:endParaRPr>
          </a:p>
        </p:txBody>
      </p:sp>
      <p:sp>
        <p:nvSpPr>
          <p:cNvPr id="149" name="Google Shape;149;p20"/>
          <p:cNvSpPr txBox="1"/>
          <p:nvPr/>
        </p:nvSpPr>
        <p:spPr>
          <a:xfrm>
            <a:off x="3715335" y="3750662"/>
            <a:ext cx="5105885" cy="646331"/>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rgbClr val="FFFF00"/>
                </a:solidFill>
                <a:latin typeface="Arial Narrow"/>
                <a:ea typeface="Arial Narrow"/>
                <a:cs typeface="Arial Narrow"/>
                <a:sym typeface="Arial Narrow"/>
              </a:rPr>
              <a:t>Gerenciamento de Projetos</a:t>
            </a:r>
            <a:endParaRPr b="0" i="0" sz="1400" u="none" cap="none" strike="noStrike">
              <a:solidFill>
                <a:srgbClr val="000000"/>
              </a:solidFill>
              <a:latin typeface="Arial"/>
              <a:ea typeface="Arial"/>
              <a:cs typeface="Arial"/>
              <a:sym typeface="Arial"/>
            </a:endParaRPr>
          </a:p>
        </p:txBody>
      </p:sp>
      <p:sp>
        <p:nvSpPr>
          <p:cNvPr id="150" name="Google Shape;150;p20"/>
          <p:cNvSpPr txBox="1"/>
          <p:nvPr/>
        </p:nvSpPr>
        <p:spPr>
          <a:xfrm>
            <a:off x="1572637" y="1455437"/>
            <a:ext cx="9046772" cy="175432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chemeClr val="lt1"/>
                </a:solidFill>
                <a:latin typeface="Arial Narrow"/>
                <a:ea typeface="Arial Narrow"/>
                <a:cs typeface="Arial Narrow"/>
                <a:sym typeface="Arial Narrow"/>
              </a:rPr>
              <a:t>AES – Automação de Escritórios e Secretariado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600"/>
              <a:buFont typeface="Arial"/>
              <a:buNone/>
            </a:pPr>
            <a:r>
              <a:t/>
            </a:r>
            <a:endParaRPr b="1" i="0" sz="3600" u="none" cap="none" strike="noStrike">
              <a:solidFill>
                <a:schemeClr val="lt1"/>
              </a:solidFill>
              <a:latin typeface="Arial Narrow"/>
              <a:ea typeface="Arial Narrow"/>
              <a:cs typeface="Arial Narrow"/>
              <a:sym typeface="Arial Narrow"/>
            </a:endParaRPr>
          </a:p>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chemeClr val="lt1"/>
                </a:solidFill>
                <a:latin typeface="Arial Narrow"/>
                <a:ea typeface="Arial Narrow"/>
                <a:cs typeface="Arial Narrow"/>
                <a:sym typeface="Arial Narrow"/>
              </a:rPr>
              <a:t>ASAE II</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9"/>
                                        </p:tgtEl>
                                        <p:attrNameLst>
                                          <p:attrName>style.visibility</p:attrName>
                                        </p:attrNameLst>
                                      </p:cBhvr>
                                      <p:to>
                                        <p:strVal val="visible"/>
                                      </p:to>
                                    </p:set>
                                    <p:animEffect filter="fade" transition="in">
                                      <p:cBhvr>
                                        <p:cTn dur="500"/>
                                        <p:tgtEl>
                                          <p:spTgt spid="1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pic>
        <p:nvPicPr>
          <p:cNvPr id="155" name="Google Shape;155;p21"/>
          <p:cNvPicPr preferRelativeResize="0"/>
          <p:nvPr/>
        </p:nvPicPr>
        <p:blipFill rotWithShape="1">
          <a:blip r:embed="rId3">
            <a:alphaModFix/>
          </a:blip>
          <a:srcRect b="0" l="0" r="0" t="0"/>
          <a:stretch/>
        </p:blipFill>
        <p:spPr>
          <a:xfrm>
            <a:off x="402213" y="314389"/>
            <a:ext cx="11074170" cy="622922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55"/>
                                        </p:tgtEl>
                                        <p:attrNameLst>
                                          <p:attrName>style.visibility</p:attrName>
                                        </p:attrNameLst>
                                      </p:cBhvr>
                                      <p:to>
                                        <p:strVal val="visible"/>
                                      </p:to>
                                    </p:set>
                                    <p:animEffect filter="fade" transition="in">
                                      <p:cBhvr>
                                        <p:cTn dur="5000"/>
                                        <p:tgtEl>
                                          <p:spTgt spid="15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pic>
        <p:nvPicPr>
          <p:cNvPr id="160" name="Google Shape;160;p22"/>
          <p:cNvPicPr preferRelativeResize="0"/>
          <p:nvPr/>
        </p:nvPicPr>
        <p:blipFill rotWithShape="1">
          <a:blip r:embed="rId3">
            <a:alphaModFix/>
          </a:blip>
          <a:srcRect b="0" l="0" r="0" t="0"/>
          <a:stretch/>
        </p:blipFill>
        <p:spPr>
          <a:xfrm>
            <a:off x="966787" y="133350"/>
            <a:ext cx="10258425" cy="6591300"/>
          </a:xfrm>
          <a:prstGeom prst="rect">
            <a:avLst/>
          </a:prstGeom>
          <a:noFill/>
          <a:ln>
            <a:noFill/>
          </a:ln>
        </p:spPr>
      </p:pic>
      <p:pic>
        <p:nvPicPr>
          <p:cNvPr id="161" name="Google Shape;161;p22"/>
          <p:cNvPicPr preferRelativeResize="0"/>
          <p:nvPr/>
        </p:nvPicPr>
        <p:blipFill rotWithShape="1">
          <a:blip r:embed="rId4">
            <a:alphaModFix/>
          </a:blip>
          <a:srcRect b="0" l="0" r="0" t="0"/>
          <a:stretch/>
        </p:blipFill>
        <p:spPr>
          <a:xfrm>
            <a:off x="1650517" y="706085"/>
            <a:ext cx="8818700" cy="5127556"/>
          </a:xfrm>
          <a:prstGeom prst="rect">
            <a:avLst/>
          </a:prstGeom>
          <a:noFill/>
          <a:ln>
            <a:noFill/>
          </a:ln>
        </p:spPr>
      </p:pic>
      <p:grpSp>
        <p:nvGrpSpPr>
          <p:cNvPr id="162" name="Google Shape;162;p22"/>
          <p:cNvGrpSpPr/>
          <p:nvPr/>
        </p:nvGrpSpPr>
        <p:grpSpPr>
          <a:xfrm>
            <a:off x="1686650" y="287071"/>
            <a:ext cx="1426619" cy="5960216"/>
            <a:chOff x="1307608" y="299907"/>
            <a:chExt cx="1426619" cy="5960216"/>
          </a:xfrm>
        </p:grpSpPr>
        <p:cxnSp>
          <p:nvCxnSpPr>
            <p:cNvPr id="163" name="Google Shape;163;p22"/>
            <p:cNvCxnSpPr/>
            <p:nvPr/>
          </p:nvCxnSpPr>
          <p:spPr>
            <a:xfrm>
              <a:off x="2734227" y="299907"/>
              <a:ext cx="0" cy="5960216"/>
            </a:xfrm>
            <a:prstGeom prst="straightConnector1">
              <a:avLst/>
            </a:prstGeom>
            <a:noFill/>
            <a:ln cap="flat" cmpd="sng" w="38100">
              <a:solidFill>
                <a:srgbClr val="FF0000"/>
              </a:solidFill>
              <a:prstDash val="dash"/>
              <a:round/>
              <a:headEnd len="sm" w="sm" type="none"/>
              <a:tailEnd len="sm" w="sm" type="none"/>
            </a:ln>
          </p:spPr>
        </p:cxnSp>
        <p:grpSp>
          <p:nvGrpSpPr>
            <p:cNvPr id="164" name="Google Shape;164;p22"/>
            <p:cNvGrpSpPr/>
            <p:nvPr/>
          </p:nvGrpSpPr>
          <p:grpSpPr>
            <a:xfrm>
              <a:off x="1307608" y="4963198"/>
              <a:ext cx="1357337" cy="1223223"/>
              <a:chOff x="1307608" y="4963198"/>
              <a:chExt cx="1357337" cy="1223223"/>
            </a:xfrm>
          </p:grpSpPr>
          <p:sp>
            <p:nvSpPr>
              <p:cNvPr id="165" name="Google Shape;165;p22"/>
              <p:cNvSpPr/>
              <p:nvPr/>
            </p:nvSpPr>
            <p:spPr>
              <a:xfrm rot="5400000">
                <a:off x="1621411" y="5142887"/>
                <a:ext cx="729731" cy="1357337"/>
              </a:xfrm>
              <a:prstGeom prst="leftBrace">
                <a:avLst>
                  <a:gd fmla="val 8333" name="adj1"/>
                  <a:gd fmla="val 50000" name="adj2"/>
                </a:avLst>
              </a:prstGeom>
              <a:noFill/>
              <a:ln cap="flat" cmpd="sng" w="3810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 name="Google Shape;166;p22"/>
              <p:cNvSpPr txBox="1"/>
              <p:nvPr/>
            </p:nvSpPr>
            <p:spPr>
              <a:xfrm>
                <a:off x="1373483" y="4963198"/>
                <a:ext cx="1187697" cy="4001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pt-BR" sz="2000" u="none" cap="none" strike="noStrike">
                    <a:solidFill>
                      <a:srgbClr val="FF0000"/>
                    </a:solidFill>
                    <a:latin typeface="Arial Narrow"/>
                    <a:ea typeface="Arial Narrow"/>
                    <a:cs typeface="Arial Narrow"/>
                    <a:sym typeface="Arial Narrow"/>
                  </a:rPr>
                  <a:t>PROJETO</a:t>
                </a:r>
                <a:endParaRPr b="0" i="0" sz="1400" u="none" cap="none" strike="noStrike">
                  <a:solidFill>
                    <a:srgbClr val="000000"/>
                  </a:solidFill>
                  <a:latin typeface="Arial"/>
                  <a:ea typeface="Arial"/>
                  <a:cs typeface="Arial"/>
                  <a:sym typeface="Arial"/>
                </a:endParaRPr>
              </a:p>
            </p:txBody>
          </p:sp>
        </p:grpSp>
      </p:grpSp>
      <p:grpSp>
        <p:nvGrpSpPr>
          <p:cNvPr id="167" name="Google Shape;167;p22"/>
          <p:cNvGrpSpPr/>
          <p:nvPr/>
        </p:nvGrpSpPr>
        <p:grpSpPr>
          <a:xfrm>
            <a:off x="3397564" y="538428"/>
            <a:ext cx="7791007" cy="5121594"/>
            <a:chOff x="3397564" y="1141926"/>
            <a:chExt cx="7946274" cy="4598218"/>
          </a:xfrm>
        </p:grpSpPr>
        <p:pic>
          <p:nvPicPr>
            <p:cNvPr id="168" name="Google Shape;168;p22"/>
            <p:cNvPicPr preferRelativeResize="0"/>
            <p:nvPr/>
          </p:nvPicPr>
          <p:blipFill rotWithShape="1">
            <a:blip r:embed="rId5">
              <a:alphaModFix/>
            </a:blip>
            <a:srcRect b="0" l="0" r="0" t="0"/>
            <a:stretch/>
          </p:blipFill>
          <p:spPr>
            <a:xfrm>
              <a:off x="3397564" y="2598240"/>
              <a:ext cx="1571625" cy="3141904"/>
            </a:xfrm>
            <a:prstGeom prst="rect">
              <a:avLst/>
            </a:prstGeom>
            <a:noFill/>
            <a:ln>
              <a:noFill/>
            </a:ln>
          </p:spPr>
        </p:pic>
        <p:pic>
          <p:nvPicPr>
            <p:cNvPr id="169" name="Google Shape;169;p22"/>
            <p:cNvPicPr preferRelativeResize="0"/>
            <p:nvPr/>
          </p:nvPicPr>
          <p:blipFill rotWithShape="1">
            <a:blip r:embed="rId6">
              <a:alphaModFix/>
            </a:blip>
            <a:srcRect b="0" l="0" r="0" t="0"/>
            <a:stretch/>
          </p:blipFill>
          <p:spPr>
            <a:xfrm>
              <a:off x="6400363" y="1141926"/>
              <a:ext cx="4943475" cy="3587227"/>
            </a:xfrm>
            <a:prstGeom prst="rect">
              <a:avLst/>
            </a:prstGeom>
            <a:noFill/>
            <a:ln>
              <a:noFill/>
            </a:ln>
          </p:spPr>
        </p:pic>
        <p:grpSp>
          <p:nvGrpSpPr>
            <p:cNvPr id="170" name="Google Shape;170;p22"/>
            <p:cNvGrpSpPr/>
            <p:nvPr/>
          </p:nvGrpSpPr>
          <p:grpSpPr>
            <a:xfrm>
              <a:off x="4955937" y="1887870"/>
              <a:ext cx="1448530" cy="3852274"/>
              <a:chOff x="5516835" y="1574345"/>
              <a:chExt cx="1448530" cy="3852274"/>
            </a:xfrm>
          </p:grpSpPr>
          <p:pic>
            <p:nvPicPr>
              <p:cNvPr id="171" name="Google Shape;171;p22"/>
              <p:cNvPicPr preferRelativeResize="0"/>
              <p:nvPr/>
            </p:nvPicPr>
            <p:blipFill rotWithShape="1">
              <a:blip r:embed="rId7">
                <a:alphaModFix/>
              </a:blip>
              <a:srcRect b="0" l="0" r="0" t="0"/>
              <a:stretch/>
            </p:blipFill>
            <p:spPr>
              <a:xfrm>
                <a:off x="5782763" y="1574345"/>
                <a:ext cx="1182602" cy="3852274"/>
              </a:xfrm>
              <a:prstGeom prst="rect">
                <a:avLst/>
              </a:prstGeom>
              <a:noFill/>
              <a:ln>
                <a:noFill/>
              </a:ln>
            </p:spPr>
          </p:pic>
          <p:cxnSp>
            <p:nvCxnSpPr>
              <p:cNvPr id="172" name="Google Shape;172;p22"/>
              <p:cNvCxnSpPr/>
              <p:nvPr/>
            </p:nvCxnSpPr>
            <p:spPr>
              <a:xfrm>
                <a:off x="5516835" y="5289387"/>
                <a:ext cx="343702" cy="0"/>
              </a:xfrm>
              <a:prstGeom prst="straightConnector1">
                <a:avLst/>
              </a:prstGeom>
              <a:noFill/>
              <a:ln cap="flat" cmpd="sng" w="57150">
                <a:solidFill>
                  <a:srgbClr val="7F7F7F"/>
                </a:solidFill>
                <a:prstDash val="solid"/>
                <a:round/>
                <a:headEnd len="sm" w="sm" type="none"/>
                <a:tailEnd len="sm" w="sm" type="none"/>
              </a:ln>
            </p:spPr>
          </p:cxnSp>
        </p:grpSp>
      </p:grpSp>
      <p:sp>
        <p:nvSpPr>
          <p:cNvPr id="173" name="Google Shape;173;p22"/>
          <p:cNvSpPr/>
          <p:nvPr/>
        </p:nvSpPr>
        <p:spPr>
          <a:xfrm rot="5400000">
            <a:off x="5677728" y="3005619"/>
            <a:ext cx="729731" cy="5656044"/>
          </a:xfrm>
          <a:prstGeom prst="leftBrace">
            <a:avLst>
              <a:gd fmla="val 8333" name="adj1"/>
              <a:gd fmla="val 50000" name="adj2"/>
            </a:avLst>
          </a:prstGeom>
          <a:noFill/>
          <a:ln cap="flat" cmpd="sng" w="3810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4" name="Google Shape;174;p22"/>
          <p:cNvSpPr txBox="1"/>
          <p:nvPr/>
        </p:nvSpPr>
        <p:spPr>
          <a:xfrm>
            <a:off x="5479595" y="5068665"/>
            <a:ext cx="1531834" cy="4001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pt-BR" sz="2000" u="none" cap="none" strike="noStrike">
                <a:solidFill>
                  <a:srgbClr val="FF0000"/>
                </a:solidFill>
                <a:latin typeface="Arial Narrow"/>
                <a:ea typeface="Arial Narrow"/>
                <a:cs typeface="Arial Narrow"/>
                <a:sym typeface="Arial Narrow"/>
              </a:rPr>
              <a:t>OPERAÇÃO</a:t>
            </a:r>
            <a:endParaRPr b="0" i="0" sz="1400" u="none" cap="none" strike="noStrike">
              <a:solidFill>
                <a:srgbClr val="000000"/>
              </a:solidFill>
              <a:latin typeface="Arial"/>
              <a:ea typeface="Arial"/>
              <a:cs typeface="Arial"/>
              <a:sym typeface="Arial"/>
            </a:endParaRPr>
          </a:p>
        </p:txBody>
      </p:sp>
      <p:sp>
        <p:nvSpPr>
          <p:cNvPr id="175" name="Google Shape;175;p22"/>
          <p:cNvSpPr/>
          <p:nvPr/>
        </p:nvSpPr>
        <p:spPr>
          <a:xfrm>
            <a:off x="1722783" y="703401"/>
            <a:ext cx="172268" cy="197747"/>
          </a:xfrm>
          <a:prstGeom prst="ellipse">
            <a:avLst/>
          </a:prstGeom>
          <a:solidFill>
            <a:schemeClr val="accent1"/>
          </a:solidFill>
          <a:ln cap="rnd" cmpd="sng" w="19050">
            <a:solidFill>
              <a:srgbClr val="7D2D8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6" name="Google Shape;176;p22"/>
          <p:cNvSpPr txBox="1"/>
          <p:nvPr/>
        </p:nvSpPr>
        <p:spPr>
          <a:xfrm>
            <a:off x="1691466" y="335169"/>
            <a:ext cx="1470275" cy="92333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pt-BR" sz="1800" u="none" cap="none" strike="noStrike">
                <a:solidFill>
                  <a:srgbClr val="FF0000"/>
                </a:solidFill>
                <a:latin typeface="Calibri"/>
                <a:ea typeface="Calibri"/>
                <a:cs typeface="Calibri"/>
                <a:sym typeface="Calibri"/>
              </a:rPr>
              <a:t>Necessidades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800"/>
              <a:buFont typeface="Arial"/>
              <a:buNone/>
            </a:pPr>
            <a:r>
              <a:rPr b="1" i="0" lang="pt-BR" sz="1800" u="none" cap="none" strike="noStrike">
                <a:solidFill>
                  <a:srgbClr val="FF000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800"/>
              <a:buFont typeface="Arial"/>
              <a:buNone/>
            </a:pPr>
            <a:r>
              <a:rPr b="1" i="0" lang="pt-BR" sz="1800" u="none" cap="none" strike="noStrike">
                <a:solidFill>
                  <a:srgbClr val="FF0000"/>
                </a:solidFill>
                <a:latin typeface="Calibri"/>
                <a:ea typeface="Calibri"/>
                <a:cs typeface="Calibri"/>
                <a:sym typeface="Calibri"/>
              </a:rPr>
              <a:t>Capital</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
                                        </p:tgtEl>
                                        <p:attrNameLst>
                                          <p:attrName>style.visibility</p:attrName>
                                        </p:attrNameLst>
                                      </p:cBhvr>
                                      <p:to>
                                        <p:strVal val="visible"/>
                                      </p:to>
                                    </p:set>
                                    <p:animEffect filter="fade" transition="in">
                                      <p:cBhvr>
                                        <p:cTn dur="500"/>
                                        <p:tgtEl>
                                          <p:spTgt spid="1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7"/>
                                        </p:tgtEl>
                                        <p:attrNameLst>
                                          <p:attrName>style.visibility</p:attrName>
                                        </p:attrNameLst>
                                      </p:cBhvr>
                                      <p:to>
                                        <p:strVal val="visible"/>
                                      </p:to>
                                    </p:set>
                                    <p:animEffect filter="fade" transition="in">
                                      <p:cBhvr>
                                        <p:cTn dur="500"/>
                                        <p:tgtEl>
                                          <p:spTgt spid="1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
                                        </p:tgtEl>
                                        <p:attrNameLst>
                                          <p:attrName>style.visibility</p:attrName>
                                        </p:attrNameLst>
                                      </p:cBhvr>
                                      <p:to>
                                        <p:strVal val="visible"/>
                                      </p:to>
                                    </p:set>
                                    <p:animEffect filter="fade" transition="in">
                                      <p:cBhvr>
                                        <p:cTn dur="500"/>
                                        <p:tgtEl>
                                          <p:spTgt spid="162"/>
                                        </p:tgtEl>
                                      </p:cBhvr>
                                    </p:animEffect>
                                  </p:childTnLst>
                                </p:cTn>
                              </p:par>
                            </p:childTnLst>
                          </p:cTn>
                        </p:par>
                        <p:par>
                          <p:cTn fill="hold">
                            <p:stCondLst>
                              <p:cond delay="500"/>
                            </p:stCondLst>
                            <p:childTnLst>
                              <p:par>
                                <p:cTn fill="hold" nodeType="afterEffect" presetClass="entr" presetID="2" presetSubtype="4">
                                  <p:stCondLst>
                                    <p:cond delay="0"/>
                                  </p:stCondLst>
                                  <p:childTnLst>
                                    <p:set>
                                      <p:cBhvr>
                                        <p:cTn dur="1" fill="hold">
                                          <p:stCondLst>
                                            <p:cond delay="0"/>
                                          </p:stCondLst>
                                        </p:cTn>
                                        <p:tgtEl>
                                          <p:spTgt spid="173"/>
                                        </p:tgtEl>
                                        <p:attrNameLst>
                                          <p:attrName>style.visibility</p:attrName>
                                        </p:attrNameLst>
                                      </p:cBhvr>
                                      <p:to>
                                        <p:strVal val="visible"/>
                                      </p:to>
                                    </p:set>
                                    <p:anim calcmode="lin" valueType="num">
                                      <p:cBhvr additive="base">
                                        <p:cTn dur="500"/>
                                        <p:tgtEl>
                                          <p:spTgt spid="173"/>
                                        </p:tgtEl>
                                        <p:attrNameLst>
                                          <p:attrName>ppt_y</p:attrName>
                                        </p:attrNameLst>
                                      </p:cBhvr>
                                      <p:tavLst>
                                        <p:tav fmla="" tm="0">
                                          <p:val>
                                            <p:strVal val="#ppt_y+1"/>
                                          </p:val>
                                        </p:tav>
                                        <p:tav fmla="" tm="100000">
                                          <p:val>
                                            <p:strVal val="#ppt_y"/>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74"/>
                                        </p:tgtEl>
                                        <p:attrNameLst>
                                          <p:attrName>style.visibility</p:attrName>
                                        </p:attrNameLst>
                                      </p:cBhvr>
                                      <p:to>
                                        <p:strVal val="visible"/>
                                      </p:to>
                                    </p:set>
                                    <p:anim calcmode="lin" valueType="num">
                                      <p:cBhvr additive="base">
                                        <p:cTn dur="500"/>
                                        <p:tgtEl>
                                          <p:spTgt spid="17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3"/>
          <p:cNvSpPr txBox="1"/>
          <p:nvPr/>
        </p:nvSpPr>
        <p:spPr>
          <a:xfrm>
            <a:off x="2649343" y="2610975"/>
            <a:ext cx="6336735" cy="175432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rgbClr val="FFFF00"/>
                </a:solidFill>
                <a:latin typeface="Arial Narrow"/>
                <a:ea typeface="Arial Narrow"/>
                <a:cs typeface="Arial Narrow"/>
                <a:sym typeface="Arial Narrow"/>
              </a:rPr>
              <a:t>GERENCIAMENTO DE PROJETOS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600"/>
              <a:buFont typeface="Arial"/>
              <a:buNone/>
            </a:pPr>
            <a:r>
              <a:t/>
            </a:r>
            <a:endParaRPr b="1" i="0" sz="3600" u="none" cap="none" strike="noStrike">
              <a:solidFill>
                <a:srgbClr val="FFFF00"/>
              </a:solidFill>
              <a:latin typeface="Arial Narrow"/>
              <a:ea typeface="Arial Narrow"/>
              <a:cs typeface="Arial Narrow"/>
              <a:sym typeface="Arial Narrow"/>
            </a:endParaRPr>
          </a:p>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rgbClr val="FFFF00"/>
                </a:solidFill>
                <a:latin typeface="Arial Narrow"/>
                <a:ea typeface="Arial Narrow"/>
                <a:cs typeface="Arial Narrow"/>
                <a:sym typeface="Arial Narrow"/>
              </a:rPr>
              <a:t>ISSO É ANTIGO!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pic>
        <p:nvPicPr>
          <p:cNvPr id="186" name="Google Shape;186;p24"/>
          <p:cNvPicPr preferRelativeResize="0"/>
          <p:nvPr/>
        </p:nvPicPr>
        <p:blipFill rotWithShape="1">
          <a:blip r:embed="rId3">
            <a:alphaModFix/>
          </a:blip>
          <a:srcRect b="0" l="0" r="0" t="0"/>
          <a:stretch/>
        </p:blipFill>
        <p:spPr>
          <a:xfrm>
            <a:off x="187773" y="239151"/>
            <a:ext cx="11341685" cy="6379698"/>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6"/>
                                        </p:tgtEl>
                                        <p:attrNameLst>
                                          <p:attrName>style.visibility</p:attrName>
                                        </p:attrNameLst>
                                      </p:cBhvr>
                                      <p:to>
                                        <p:strVal val="visible"/>
                                      </p:to>
                                    </p:set>
                                    <p:animEffect filter="fade" transition="in">
                                      <p:cBhvr>
                                        <p:cTn dur="5000"/>
                                        <p:tgtEl>
                                          <p:spTgt spid="1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5"/>
          <p:cNvSpPr txBox="1"/>
          <p:nvPr/>
        </p:nvSpPr>
        <p:spPr>
          <a:xfrm>
            <a:off x="300895" y="119269"/>
            <a:ext cx="11166840" cy="6001643"/>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WBS – WORK BREAKDOWN STRUCTURE (EAP – ESTRUTURA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ANALÍTICA DO PROJETO)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CPM – CRITHICAL PATH METHOD – MÉTODO DO CAMINHO CRÍTICO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TAP ou PROJECT CHARTER – TERMO DE ABERTURA DO PROJETO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CRONOGRAMA</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QUALIDADE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ESCOPO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CUSTO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RISCOS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RECURSOS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etc</a:t>
            </a:r>
            <a:endParaRPr b="0" i="0" sz="3200" u="none" cap="none" strike="noStrike">
              <a:solidFill>
                <a:schemeClr val="lt1"/>
              </a:solidFill>
              <a:latin typeface="Arial Narrow"/>
              <a:ea typeface="Arial Narrow"/>
              <a:cs typeface="Arial Narrow"/>
              <a:sym typeface="Arial Narrow"/>
            </a:endParaRPr>
          </a:p>
          <a:p>
            <a:pPr indent="0" lvl="0" marL="0" marR="0" rtl="0" algn="ctr">
              <a:lnSpc>
                <a:spcPct val="100000"/>
              </a:lnSpc>
              <a:spcBef>
                <a:spcPts val="0"/>
              </a:spcBef>
              <a:spcAft>
                <a:spcPts val="0"/>
              </a:spcAft>
              <a:buClr>
                <a:srgbClr val="000000"/>
              </a:buClr>
              <a:buSzPts val="3200"/>
              <a:buFont typeface="Arial"/>
              <a:buNone/>
            </a:pPr>
            <a:r>
              <a:t/>
            </a:r>
            <a:endParaRPr b="0" i="0" sz="3200" u="none" cap="none" strike="noStrike">
              <a:solidFill>
                <a:schemeClr val="lt1"/>
              </a:solidFill>
              <a:latin typeface="Arial Narrow"/>
              <a:ea typeface="Arial Narrow"/>
              <a:cs typeface="Arial Narrow"/>
              <a:sym typeface="Arial Narrow"/>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6"/>
          <p:cNvSpPr/>
          <p:nvPr/>
        </p:nvSpPr>
        <p:spPr>
          <a:xfrm>
            <a:off x="159026" y="263891"/>
            <a:ext cx="11410122" cy="1569660"/>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Projeto é um esforço temporário empreendido para criar um produto, serviço ou resultado exclusivo. Por ser temporário, devemos elaborar um projeto para ter seu início e término.</a:t>
            </a:r>
            <a:endParaRPr b="0" i="0" sz="1400" u="none" cap="none" strike="noStrike">
              <a:solidFill>
                <a:srgbClr val="000000"/>
              </a:solidFill>
              <a:latin typeface="Arial"/>
              <a:ea typeface="Arial"/>
              <a:cs typeface="Arial"/>
              <a:sym typeface="Arial"/>
            </a:endParaRPr>
          </a:p>
        </p:txBody>
      </p:sp>
      <p:sp>
        <p:nvSpPr>
          <p:cNvPr id="197" name="Google Shape;197;p26"/>
          <p:cNvSpPr/>
          <p:nvPr/>
        </p:nvSpPr>
        <p:spPr>
          <a:xfrm>
            <a:off x="159026" y="3149989"/>
            <a:ext cx="2610678" cy="1200329"/>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rPr b="0" i="0" lang="pt-BR" sz="2400" u="none" cap="none" strike="noStrike">
                <a:solidFill>
                  <a:schemeClr val="lt1"/>
                </a:solidFill>
                <a:latin typeface="Arial Narrow"/>
                <a:ea typeface="Arial Narrow"/>
                <a:cs typeface="Arial Narrow"/>
                <a:sym typeface="Arial Narrow"/>
              </a:rPr>
              <a:t>CARACTERÍSTICAS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rPr b="0" i="0" lang="pt-BR" sz="2400" u="none" cap="none" strike="noStrike">
                <a:solidFill>
                  <a:schemeClr val="lt1"/>
                </a:solidFill>
                <a:latin typeface="Arial Narrow"/>
                <a:ea typeface="Arial Narrow"/>
                <a:cs typeface="Arial Narrow"/>
                <a:sym typeface="Arial Narrow"/>
              </a:rPr>
              <a:t>DE UM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rPr b="0" i="0" lang="pt-BR" sz="2400" u="none" cap="none" strike="noStrike">
                <a:solidFill>
                  <a:schemeClr val="lt1"/>
                </a:solidFill>
                <a:latin typeface="Arial Narrow"/>
                <a:ea typeface="Arial Narrow"/>
                <a:cs typeface="Arial Narrow"/>
                <a:sym typeface="Arial Narrow"/>
              </a:rPr>
              <a:t>PROJETO</a:t>
            </a:r>
            <a:endParaRPr b="0" i="0" sz="1400" u="none" cap="none" strike="noStrike">
              <a:solidFill>
                <a:srgbClr val="000000"/>
              </a:solidFill>
              <a:latin typeface="Arial"/>
              <a:ea typeface="Arial"/>
              <a:cs typeface="Arial"/>
              <a:sym typeface="Arial"/>
            </a:endParaRPr>
          </a:p>
        </p:txBody>
      </p:sp>
      <p:cxnSp>
        <p:nvCxnSpPr>
          <p:cNvPr id="198" name="Google Shape;198;p26"/>
          <p:cNvCxnSpPr>
            <a:stCxn id="197" idx="3"/>
            <a:endCxn id="199" idx="1"/>
          </p:cNvCxnSpPr>
          <p:nvPr/>
        </p:nvCxnSpPr>
        <p:spPr>
          <a:xfrm flipH="1" rot="10800000">
            <a:off x="2769704" y="2840254"/>
            <a:ext cx="977400" cy="909900"/>
          </a:xfrm>
          <a:prstGeom prst="straightConnector1">
            <a:avLst/>
          </a:prstGeom>
          <a:noFill/>
          <a:ln cap="flat" cmpd="sng" w="38100">
            <a:solidFill>
              <a:srgbClr val="FFFF00"/>
            </a:solidFill>
            <a:prstDash val="solid"/>
            <a:round/>
            <a:headEnd len="sm" w="sm" type="none"/>
            <a:tailEnd len="med" w="med" type="stealth"/>
          </a:ln>
        </p:spPr>
      </p:cxnSp>
      <p:sp>
        <p:nvSpPr>
          <p:cNvPr id="199" name="Google Shape;199;p26"/>
          <p:cNvSpPr txBox="1"/>
          <p:nvPr/>
        </p:nvSpPr>
        <p:spPr>
          <a:xfrm>
            <a:off x="3747053" y="2578738"/>
            <a:ext cx="2366353"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PROGRESSIVO</a:t>
            </a:r>
            <a:endParaRPr b="0" i="0" sz="1400" u="none" cap="none" strike="noStrike">
              <a:solidFill>
                <a:srgbClr val="000000"/>
              </a:solidFill>
              <a:latin typeface="Arial"/>
              <a:ea typeface="Arial"/>
              <a:cs typeface="Arial"/>
              <a:sym typeface="Arial"/>
            </a:endParaRPr>
          </a:p>
        </p:txBody>
      </p:sp>
      <p:cxnSp>
        <p:nvCxnSpPr>
          <p:cNvPr id="200" name="Google Shape;200;p26"/>
          <p:cNvCxnSpPr>
            <a:stCxn id="197" idx="3"/>
            <a:endCxn id="201" idx="1"/>
          </p:cNvCxnSpPr>
          <p:nvPr/>
        </p:nvCxnSpPr>
        <p:spPr>
          <a:xfrm>
            <a:off x="2769704" y="3750154"/>
            <a:ext cx="1099800" cy="123000"/>
          </a:xfrm>
          <a:prstGeom prst="straightConnector1">
            <a:avLst/>
          </a:prstGeom>
          <a:noFill/>
          <a:ln cap="flat" cmpd="sng" w="38100">
            <a:solidFill>
              <a:srgbClr val="FFFF00"/>
            </a:solidFill>
            <a:prstDash val="solid"/>
            <a:round/>
            <a:headEnd len="sm" w="sm" type="none"/>
            <a:tailEnd len="med" w="med" type="stealth"/>
          </a:ln>
        </p:spPr>
      </p:cxnSp>
      <p:sp>
        <p:nvSpPr>
          <p:cNvPr id="201" name="Google Shape;201;p26"/>
          <p:cNvSpPr txBox="1"/>
          <p:nvPr/>
        </p:nvSpPr>
        <p:spPr>
          <a:xfrm>
            <a:off x="3869636" y="3611653"/>
            <a:ext cx="2986715"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TEMPORÁRIO</a:t>
            </a:r>
            <a:endParaRPr b="0" i="0" sz="1400" u="none" cap="none" strike="noStrike">
              <a:solidFill>
                <a:srgbClr val="000000"/>
              </a:solidFill>
              <a:latin typeface="Arial"/>
              <a:ea typeface="Arial"/>
              <a:cs typeface="Arial"/>
              <a:sym typeface="Arial"/>
            </a:endParaRPr>
          </a:p>
        </p:txBody>
      </p:sp>
      <p:cxnSp>
        <p:nvCxnSpPr>
          <p:cNvPr id="202" name="Google Shape;202;p26"/>
          <p:cNvCxnSpPr>
            <a:stCxn id="197" idx="3"/>
            <a:endCxn id="203" idx="1"/>
          </p:cNvCxnSpPr>
          <p:nvPr/>
        </p:nvCxnSpPr>
        <p:spPr>
          <a:xfrm>
            <a:off x="2769704" y="3750154"/>
            <a:ext cx="1099800" cy="968400"/>
          </a:xfrm>
          <a:prstGeom prst="straightConnector1">
            <a:avLst/>
          </a:prstGeom>
          <a:noFill/>
          <a:ln cap="flat" cmpd="sng" w="38100">
            <a:solidFill>
              <a:srgbClr val="FFFF00"/>
            </a:solidFill>
            <a:prstDash val="solid"/>
            <a:round/>
            <a:headEnd len="sm" w="sm" type="none"/>
            <a:tailEnd len="med" w="med" type="stealth"/>
          </a:ln>
        </p:spPr>
      </p:cxnSp>
      <p:sp>
        <p:nvSpPr>
          <p:cNvPr id="203" name="Google Shape;203;p26"/>
          <p:cNvSpPr txBox="1"/>
          <p:nvPr/>
        </p:nvSpPr>
        <p:spPr>
          <a:xfrm>
            <a:off x="3869636" y="4456836"/>
            <a:ext cx="2001079"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ÚNICO</a:t>
            </a:r>
            <a:endParaRPr b="0" i="0" sz="1400" u="none" cap="none" strike="noStrike">
              <a:solidFill>
                <a:srgbClr val="000000"/>
              </a:solidFill>
              <a:latin typeface="Arial"/>
              <a:ea typeface="Arial"/>
              <a:cs typeface="Arial"/>
              <a:sym typeface="Arial"/>
            </a:endParaRPr>
          </a:p>
        </p:txBody>
      </p:sp>
      <p:pic>
        <p:nvPicPr>
          <p:cNvPr id="204" name="Google Shape;204;p26"/>
          <p:cNvPicPr preferRelativeResize="0"/>
          <p:nvPr/>
        </p:nvPicPr>
        <p:blipFill rotWithShape="1">
          <a:blip r:embed="rId3">
            <a:alphaModFix/>
          </a:blip>
          <a:srcRect b="0" l="0" r="0" t="0"/>
          <a:stretch/>
        </p:blipFill>
        <p:spPr>
          <a:xfrm>
            <a:off x="6299761" y="1935478"/>
            <a:ext cx="5572125" cy="387556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
                                        </p:tgtEl>
                                        <p:attrNameLst>
                                          <p:attrName>style.visibility</p:attrName>
                                        </p:attrNameLst>
                                      </p:cBhvr>
                                      <p:to>
                                        <p:strVal val="visible"/>
                                      </p:to>
                                    </p:set>
                                    <p:animEffect filter="fade" transition="in">
                                      <p:cBhvr>
                                        <p:cTn dur="500"/>
                                        <p:tgtEl>
                                          <p:spTgt spid="198"/>
                                        </p:tgtEl>
                                      </p:cBhvr>
                                    </p:animEffect>
                                  </p:childTnLst>
                                </p:cTn>
                              </p:par>
                              <p:par>
                                <p:cTn fill="hold" nodeType="withEffect" presetClass="entr" presetID="10" presetSubtype="0">
                                  <p:stCondLst>
                                    <p:cond delay="0"/>
                                  </p:stCondLst>
                                  <p:childTnLst>
                                    <p:set>
                                      <p:cBhvr>
                                        <p:cTn dur="1" fill="hold">
                                          <p:stCondLst>
                                            <p:cond delay="0"/>
                                          </p:stCondLst>
                                        </p:cTn>
                                        <p:tgtEl>
                                          <p:spTgt spid="199"/>
                                        </p:tgtEl>
                                        <p:attrNameLst>
                                          <p:attrName>style.visibility</p:attrName>
                                        </p:attrNameLst>
                                      </p:cBhvr>
                                      <p:to>
                                        <p:strVal val="visible"/>
                                      </p:to>
                                    </p:set>
                                    <p:animEffect filter="fade" transition="in">
                                      <p:cBhvr>
                                        <p:cTn dur="500"/>
                                        <p:tgtEl>
                                          <p:spTgt spid="19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0"/>
                                        </p:tgtEl>
                                        <p:attrNameLst>
                                          <p:attrName>style.visibility</p:attrName>
                                        </p:attrNameLst>
                                      </p:cBhvr>
                                      <p:to>
                                        <p:strVal val="visible"/>
                                      </p:to>
                                    </p:set>
                                    <p:animEffect filter="fade" transition="in">
                                      <p:cBhvr>
                                        <p:cTn dur="500"/>
                                        <p:tgtEl>
                                          <p:spTgt spid="200"/>
                                        </p:tgtEl>
                                      </p:cBhvr>
                                    </p:animEffect>
                                  </p:childTnLst>
                                </p:cTn>
                              </p:par>
                              <p:par>
                                <p:cTn fill="hold" nodeType="withEffect" presetClass="entr" presetID="10" presetSubtype="0">
                                  <p:stCondLst>
                                    <p:cond delay="0"/>
                                  </p:stCondLst>
                                  <p:childTnLst>
                                    <p:set>
                                      <p:cBhvr>
                                        <p:cTn dur="1" fill="hold">
                                          <p:stCondLst>
                                            <p:cond delay="0"/>
                                          </p:stCondLst>
                                        </p:cTn>
                                        <p:tgtEl>
                                          <p:spTgt spid="201"/>
                                        </p:tgtEl>
                                        <p:attrNameLst>
                                          <p:attrName>style.visibility</p:attrName>
                                        </p:attrNameLst>
                                      </p:cBhvr>
                                      <p:to>
                                        <p:strVal val="visible"/>
                                      </p:to>
                                    </p:set>
                                    <p:animEffect filter="fade" transition="in">
                                      <p:cBhvr>
                                        <p:cTn dur="500"/>
                                        <p:tgtEl>
                                          <p:spTgt spid="2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2"/>
                                        </p:tgtEl>
                                        <p:attrNameLst>
                                          <p:attrName>style.visibility</p:attrName>
                                        </p:attrNameLst>
                                      </p:cBhvr>
                                      <p:to>
                                        <p:strVal val="visible"/>
                                      </p:to>
                                    </p:set>
                                    <p:animEffect filter="fade" transition="in">
                                      <p:cBhvr>
                                        <p:cTn dur="500"/>
                                        <p:tgtEl>
                                          <p:spTgt spid="202"/>
                                        </p:tgtEl>
                                      </p:cBhvr>
                                    </p:animEffect>
                                  </p:childTnLst>
                                </p:cTn>
                              </p:par>
                              <p:par>
                                <p:cTn fill="hold" nodeType="withEffect" presetClass="entr" presetID="10" presetSubtype="0">
                                  <p:stCondLst>
                                    <p:cond delay="0"/>
                                  </p:stCondLst>
                                  <p:childTnLst>
                                    <p:set>
                                      <p:cBhvr>
                                        <p:cTn dur="1" fill="hold">
                                          <p:stCondLst>
                                            <p:cond delay="0"/>
                                          </p:stCondLst>
                                        </p:cTn>
                                        <p:tgtEl>
                                          <p:spTgt spid="203"/>
                                        </p:tgtEl>
                                        <p:attrNameLst>
                                          <p:attrName>style.visibility</p:attrName>
                                        </p:attrNameLst>
                                      </p:cBhvr>
                                      <p:to>
                                        <p:strVal val="visible"/>
                                      </p:to>
                                    </p:set>
                                    <p:animEffect filter="fade" transition="in">
                                      <p:cBhvr>
                                        <p:cTn dur="500"/>
                                        <p:tgtEl>
                                          <p:spTgt spid="20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27"/>
          <p:cNvSpPr txBox="1"/>
          <p:nvPr/>
        </p:nvSpPr>
        <p:spPr>
          <a:xfrm>
            <a:off x="2464928" y="2610975"/>
            <a:ext cx="6705554" cy="646331"/>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600"/>
              <a:buFont typeface="Arial"/>
              <a:buNone/>
            </a:pPr>
            <a:r>
              <a:rPr b="1" i="0" lang="pt-BR" sz="3600" u="none" cap="none" strike="noStrike">
                <a:solidFill>
                  <a:srgbClr val="FFFF00"/>
                </a:solidFill>
                <a:latin typeface="Arial Narrow"/>
                <a:ea typeface="Arial Narrow"/>
                <a:cs typeface="Arial Narrow"/>
                <a:sym typeface="Arial Narrow"/>
              </a:rPr>
              <a:t>O QUE É GESTÃO DE PROJETOS?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pic>
        <p:nvPicPr>
          <p:cNvPr id="214" name="Google Shape;214;p28"/>
          <p:cNvPicPr preferRelativeResize="0"/>
          <p:nvPr/>
        </p:nvPicPr>
        <p:blipFill rotWithShape="1">
          <a:blip r:embed="rId3">
            <a:alphaModFix/>
          </a:blip>
          <a:srcRect b="0" l="0" r="0" t="0"/>
          <a:stretch/>
        </p:blipFill>
        <p:spPr>
          <a:xfrm>
            <a:off x="140677" y="316523"/>
            <a:ext cx="11066583" cy="622495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14"/>
                                        </p:tgtEl>
                                        <p:attrNameLst>
                                          <p:attrName>style.visibility</p:attrName>
                                        </p:attrNameLst>
                                      </p:cBhvr>
                                      <p:to>
                                        <p:strVal val="visible"/>
                                      </p:to>
                                    </p:set>
                                    <p:animEffect filter="fade" transition="in">
                                      <p:cBhvr>
                                        <p:cTn dur="5000"/>
                                        <p:tgtEl>
                                          <p:spTgt spid="2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9"/>
          <p:cNvSpPr/>
          <p:nvPr/>
        </p:nvSpPr>
        <p:spPr>
          <a:xfrm>
            <a:off x="2887297" y="1123985"/>
            <a:ext cx="1737976"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PRINCE 2</a:t>
            </a:r>
            <a:endParaRPr b="0" i="0" sz="3200" u="none" cap="none" strike="noStrike">
              <a:solidFill>
                <a:schemeClr val="lt1"/>
              </a:solidFill>
              <a:latin typeface="Arial Narrow"/>
              <a:ea typeface="Arial Narrow"/>
              <a:cs typeface="Arial Narrow"/>
              <a:sym typeface="Arial Narrow"/>
            </a:endParaRPr>
          </a:p>
        </p:txBody>
      </p:sp>
      <p:sp>
        <p:nvSpPr>
          <p:cNvPr id="220" name="Google Shape;220;p29"/>
          <p:cNvSpPr/>
          <p:nvPr/>
        </p:nvSpPr>
        <p:spPr>
          <a:xfrm>
            <a:off x="6975594" y="3158194"/>
            <a:ext cx="1420582"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SCRUM</a:t>
            </a:r>
            <a:endParaRPr b="0" i="0" sz="3200" u="none" cap="none" strike="noStrike">
              <a:solidFill>
                <a:schemeClr val="lt1"/>
              </a:solidFill>
              <a:latin typeface="Arial Narrow"/>
              <a:ea typeface="Arial Narrow"/>
              <a:cs typeface="Arial Narrow"/>
              <a:sym typeface="Arial Narrow"/>
            </a:endParaRPr>
          </a:p>
        </p:txBody>
      </p:sp>
      <p:sp>
        <p:nvSpPr>
          <p:cNvPr id="221" name="Google Shape;221;p29"/>
          <p:cNvSpPr/>
          <p:nvPr/>
        </p:nvSpPr>
        <p:spPr>
          <a:xfrm>
            <a:off x="2257819" y="4099099"/>
            <a:ext cx="1583510"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CANVAS</a:t>
            </a:r>
            <a:endParaRPr b="0" i="0" sz="3200" u="none" cap="none" strike="noStrike">
              <a:solidFill>
                <a:schemeClr val="lt1"/>
              </a:solidFill>
              <a:latin typeface="Arial Narrow"/>
              <a:ea typeface="Arial Narrow"/>
              <a:cs typeface="Arial Narrow"/>
              <a:sym typeface="Arial Narrow"/>
            </a:endParaRPr>
          </a:p>
        </p:txBody>
      </p:sp>
      <p:sp>
        <p:nvSpPr>
          <p:cNvPr id="222" name="Google Shape;222;p29"/>
          <p:cNvSpPr/>
          <p:nvPr/>
        </p:nvSpPr>
        <p:spPr>
          <a:xfrm>
            <a:off x="5648564" y="4370000"/>
            <a:ext cx="2654060"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METHODWARE</a:t>
            </a:r>
            <a:endParaRPr b="0" i="0" sz="3200" u="none" cap="none" strike="noStrike">
              <a:solidFill>
                <a:schemeClr val="lt1"/>
              </a:solidFill>
              <a:latin typeface="Arial Narrow"/>
              <a:ea typeface="Arial Narrow"/>
              <a:cs typeface="Arial Narrow"/>
              <a:sym typeface="Arial Narrow"/>
            </a:endParaRPr>
          </a:p>
        </p:txBody>
      </p:sp>
      <p:sp>
        <p:nvSpPr>
          <p:cNvPr id="223" name="Google Shape;223;p29"/>
          <p:cNvSpPr/>
          <p:nvPr/>
        </p:nvSpPr>
        <p:spPr>
          <a:xfrm>
            <a:off x="3488423" y="3355320"/>
            <a:ext cx="1136850"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ZOOP</a:t>
            </a:r>
            <a:endParaRPr b="0" i="0" sz="3200" u="none" cap="none" strike="noStrike">
              <a:solidFill>
                <a:schemeClr val="lt1"/>
              </a:solidFill>
              <a:latin typeface="Arial Narrow"/>
              <a:ea typeface="Arial Narrow"/>
              <a:cs typeface="Arial Narrow"/>
              <a:sym typeface="Arial Narrow"/>
            </a:endParaRPr>
          </a:p>
        </p:txBody>
      </p:sp>
      <p:sp>
        <p:nvSpPr>
          <p:cNvPr id="224" name="Google Shape;224;p29"/>
          <p:cNvSpPr/>
          <p:nvPr/>
        </p:nvSpPr>
        <p:spPr>
          <a:xfrm>
            <a:off x="2018309" y="2611542"/>
            <a:ext cx="2216632"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WATERFALL</a:t>
            </a:r>
            <a:endParaRPr b="0" i="0" sz="3200" u="none" cap="none" strike="noStrike">
              <a:solidFill>
                <a:schemeClr val="lt1"/>
              </a:solidFill>
              <a:latin typeface="Arial Narrow"/>
              <a:ea typeface="Arial Narrow"/>
              <a:cs typeface="Arial Narrow"/>
              <a:sym typeface="Arial Narrow"/>
            </a:endParaRPr>
          </a:p>
        </p:txBody>
      </p:sp>
      <p:sp>
        <p:nvSpPr>
          <p:cNvPr id="225" name="Google Shape;225;p29"/>
          <p:cNvSpPr/>
          <p:nvPr/>
        </p:nvSpPr>
        <p:spPr>
          <a:xfrm>
            <a:off x="7433636" y="2191205"/>
            <a:ext cx="1736373"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TENSTEP</a:t>
            </a:r>
            <a:endParaRPr b="0" i="0" sz="3200" u="none" cap="none" strike="noStrike">
              <a:solidFill>
                <a:schemeClr val="lt1"/>
              </a:solidFill>
              <a:latin typeface="Arial Narrow"/>
              <a:ea typeface="Arial Narrow"/>
              <a:cs typeface="Arial Narrow"/>
              <a:sym typeface="Arial Narrow"/>
            </a:endParaRPr>
          </a:p>
        </p:txBody>
      </p:sp>
      <p:sp>
        <p:nvSpPr>
          <p:cNvPr id="226" name="Google Shape;226;p29"/>
          <p:cNvSpPr/>
          <p:nvPr/>
        </p:nvSpPr>
        <p:spPr>
          <a:xfrm>
            <a:off x="5001018" y="2164281"/>
            <a:ext cx="1438214"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PMBOK</a:t>
            </a:r>
            <a:endParaRPr b="0" i="0" sz="3200" u="none" cap="none" strike="noStrike">
              <a:solidFill>
                <a:schemeClr val="lt1"/>
              </a:solidFill>
              <a:latin typeface="Arial Narrow"/>
              <a:ea typeface="Arial Narrow"/>
              <a:cs typeface="Arial Narrow"/>
              <a:sym typeface="Arial Narrow"/>
            </a:endParaRPr>
          </a:p>
        </p:txBody>
      </p:sp>
      <p:sp>
        <p:nvSpPr>
          <p:cNvPr id="227" name="Google Shape;227;p29"/>
          <p:cNvSpPr/>
          <p:nvPr/>
        </p:nvSpPr>
        <p:spPr>
          <a:xfrm>
            <a:off x="6975594" y="931828"/>
            <a:ext cx="1922321" cy="584775"/>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chemeClr val="lt1"/>
                </a:solidFill>
                <a:latin typeface="Arial Narrow"/>
                <a:ea typeface="Arial Narrow"/>
                <a:cs typeface="Arial Narrow"/>
                <a:sym typeface="Arial Narrow"/>
              </a:rPr>
              <a:t>SIX SIGMA</a:t>
            </a:r>
            <a:endParaRPr b="0" i="0" sz="3200" u="none" cap="none" strike="noStrike">
              <a:solidFill>
                <a:schemeClr val="lt1"/>
              </a:solidFill>
              <a:latin typeface="Arial Narrow"/>
              <a:ea typeface="Arial Narrow"/>
              <a:cs typeface="Arial Narrow"/>
              <a:sym typeface="Arial Narrow"/>
            </a:endParaRPr>
          </a:p>
        </p:txBody>
      </p:sp>
      <p:sp>
        <p:nvSpPr>
          <p:cNvPr id="228" name="Google Shape;228;p29"/>
          <p:cNvSpPr/>
          <p:nvPr/>
        </p:nvSpPr>
        <p:spPr>
          <a:xfrm>
            <a:off x="1599383" y="5496412"/>
            <a:ext cx="9784233" cy="1077218"/>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rPr b="1" i="0" lang="pt-BR" sz="3200" u="none" cap="none" strike="noStrike">
                <a:solidFill>
                  <a:srgbClr val="FFFF00"/>
                </a:solidFill>
                <a:latin typeface="Arial"/>
                <a:ea typeface="Arial"/>
                <a:cs typeface="Arial"/>
                <a:sym typeface="Arial"/>
              </a:rPr>
              <a:t>MAS UMA DELAS É CONSIDERADA A</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1" i="0" lang="pt-BR" sz="3200" u="none" cap="none" strike="noStrike">
                <a:solidFill>
                  <a:srgbClr val="FFFF00"/>
                </a:solidFill>
                <a:latin typeface="Arial"/>
                <a:ea typeface="Arial"/>
                <a:cs typeface="Arial"/>
                <a:sym typeface="Arial"/>
              </a:rPr>
              <a:t>“BÍBLIA DA GESTÃO DE PROJETOS”.</a:t>
            </a:r>
            <a:endParaRPr b="0" i="0" sz="3200" u="none" cap="none" strike="noStrike">
              <a:solidFill>
                <a:srgbClr val="FFFF00"/>
              </a:solidFill>
              <a:latin typeface="Arial"/>
              <a:ea typeface="Arial"/>
              <a:cs typeface="Arial"/>
              <a:sym typeface="Arial"/>
            </a:endParaRPr>
          </a:p>
        </p:txBody>
      </p:sp>
      <p:sp>
        <p:nvSpPr>
          <p:cNvPr id="229" name="Google Shape;229;p29"/>
          <p:cNvSpPr/>
          <p:nvPr/>
        </p:nvSpPr>
        <p:spPr>
          <a:xfrm>
            <a:off x="5001018" y="2174204"/>
            <a:ext cx="1438214" cy="584775"/>
          </a:xfrm>
          <a:prstGeom prst="rect">
            <a:avLst/>
          </a:prstGeom>
          <a:solidFill>
            <a:srgbClr val="7F7F7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pt-BR" sz="3200" u="none" cap="none" strike="noStrike">
                <a:solidFill>
                  <a:srgbClr val="FFFF00"/>
                </a:solidFill>
                <a:latin typeface="Arial Narrow"/>
                <a:ea typeface="Arial Narrow"/>
                <a:cs typeface="Arial Narrow"/>
                <a:sym typeface="Arial Narrow"/>
              </a:rPr>
              <a:t>PMBOK</a:t>
            </a:r>
            <a:endParaRPr b="0" i="0" sz="3200" u="none" cap="none" strike="noStrike">
              <a:solidFill>
                <a:srgbClr val="FFFF00"/>
              </a:solidFill>
              <a:latin typeface="Arial Narrow"/>
              <a:ea typeface="Arial Narrow"/>
              <a:cs typeface="Arial Narrow"/>
              <a:sym typeface="Arial Narrow"/>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500"/>
                                  </p:stCondLst>
                                  <p:childTnLst>
                                    <p:set>
                                      <p:cBhvr>
                                        <p:cTn dur="1" fill="hold">
                                          <p:stCondLst>
                                            <p:cond delay="0"/>
                                          </p:stCondLst>
                                        </p:cTn>
                                        <p:tgtEl>
                                          <p:spTgt spid="226"/>
                                        </p:tgtEl>
                                        <p:attrNameLst>
                                          <p:attrName>style.visibility</p:attrName>
                                        </p:attrNameLst>
                                      </p:cBhvr>
                                      <p:to>
                                        <p:strVal val="visible"/>
                                      </p:to>
                                    </p:set>
                                    <p:anim calcmode="lin" valueType="num">
                                      <p:cBhvr additive="base">
                                        <p:cTn dur="500"/>
                                        <p:tgtEl>
                                          <p:spTgt spid="226"/>
                                        </p:tgtEl>
                                        <p:attrNameLst>
                                          <p:attrName>ppt_w</p:attrName>
                                        </p:attrNameLst>
                                      </p:cBhvr>
                                      <p:tavLst>
                                        <p:tav fmla="" tm="0">
                                          <p:val>
                                            <p:strVal val="0"/>
                                          </p:val>
                                        </p:tav>
                                        <p:tav fmla="" tm="100000">
                                          <p:val>
                                            <p:strVal val="#ppt_w"/>
                                          </p:val>
                                        </p:tav>
                                      </p:tavLst>
                                    </p:anim>
                                    <p:anim calcmode="lin" valueType="num">
                                      <p:cBhvr additive="base">
                                        <p:cTn dur="500"/>
                                        <p:tgtEl>
                                          <p:spTgt spid="226"/>
                                        </p:tgtEl>
                                        <p:attrNameLst>
                                          <p:attrName>ppt_h</p:attrName>
                                        </p:attrNameLst>
                                      </p:cBhvr>
                                      <p:tavLst>
                                        <p:tav fmla="" tm="0">
                                          <p:val>
                                            <p:strVal val="0"/>
                                          </p:val>
                                        </p:tav>
                                        <p:tav fmla="" tm="100000">
                                          <p:val>
                                            <p:strVal val="#ppt_h"/>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219"/>
                                        </p:tgtEl>
                                        <p:attrNameLst>
                                          <p:attrName>style.visibility</p:attrName>
                                        </p:attrNameLst>
                                      </p:cBhvr>
                                      <p:to>
                                        <p:strVal val="visible"/>
                                      </p:to>
                                    </p:set>
                                    <p:animEffect filter="fade" transition="in">
                                      <p:cBhvr>
                                        <p:cTn dur="911"/>
                                        <p:tgtEl>
                                          <p:spTgt spid="219"/>
                                        </p:tgtEl>
                                      </p:cBhvr>
                                    </p:animEffect>
                                  </p:childTnLst>
                                </p:cTn>
                              </p:par>
                            </p:childTnLst>
                          </p:cTn>
                        </p:par>
                        <p:par>
                          <p:cTn fill="hold">
                            <p:stCondLst>
                              <p:cond delay="1411"/>
                            </p:stCondLst>
                            <p:childTnLst>
                              <p:par>
                                <p:cTn fill="hold" nodeType="afterEffect" presetClass="entr" presetID="10" presetSubtype="0">
                                  <p:stCondLst>
                                    <p:cond delay="0"/>
                                  </p:stCondLst>
                                  <p:childTnLst>
                                    <p:set>
                                      <p:cBhvr>
                                        <p:cTn dur="1" fill="hold">
                                          <p:stCondLst>
                                            <p:cond delay="0"/>
                                          </p:stCondLst>
                                        </p:cTn>
                                        <p:tgtEl>
                                          <p:spTgt spid="221"/>
                                        </p:tgtEl>
                                        <p:attrNameLst>
                                          <p:attrName>style.visibility</p:attrName>
                                        </p:attrNameLst>
                                      </p:cBhvr>
                                      <p:to>
                                        <p:strVal val="visible"/>
                                      </p:to>
                                    </p:set>
                                    <p:animEffect filter="fade" transition="in">
                                      <p:cBhvr>
                                        <p:cTn dur="1000"/>
                                        <p:tgtEl>
                                          <p:spTgt spid="221"/>
                                        </p:tgtEl>
                                      </p:cBhvr>
                                    </p:animEffect>
                                  </p:childTnLst>
                                </p:cTn>
                              </p:par>
                            </p:childTnLst>
                          </p:cTn>
                        </p:par>
                        <p:par>
                          <p:cTn fill="hold">
                            <p:stCondLst>
                              <p:cond delay="2411"/>
                            </p:stCondLst>
                            <p:childTnLst>
                              <p:par>
                                <p:cTn fill="hold" nodeType="afterEffect" presetClass="entr" presetID="23" presetSubtype="16">
                                  <p:stCondLst>
                                    <p:cond delay="0"/>
                                  </p:stCondLst>
                                  <p:childTnLst>
                                    <p:set>
                                      <p:cBhvr>
                                        <p:cTn dur="1" fill="hold">
                                          <p:stCondLst>
                                            <p:cond delay="0"/>
                                          </p:stCondLst>
                                        </p:cTn>
                                        <p:tgtEl>
                                          <p:spTgt spid="220"/>
                                        </p:tgtEl>
                                        <p:attrNameLst>
                                          <p:attrName>style.visibility</p:attrName>
                                        </p:attrNameLst>
                                      </p:cBhvr>
                                      <p:to>
                                        <p:strVal val="visible"/>
                                      </p:to>
                                    </p:set>
                                    <p:anim calcmode="lin" valueType="num">
                                      <p:cBhvr additive="base">
                                        <p:cTn dur="500"/>
                                        <p:tgtEl>
                                          <p:spTgt spid="220"/>
                                        </p:tgtEl>
                                        <p:attrNameLst>
                                          <p:attrName>ppt_w</p:attrName>
                                        </p:attrNameLst>
                                      </p:cBhvr>
                                      <p:tavLst>
                                        <p:tav fmla="" tm="0">
                                          <p:val>
                                            <p:strVal val="0"/>
                                          </p:val>
                                        </p:tav>
                                        <p:tav fmla="" tm="100000">
                                          <p:val>
                                            <p:strVal val="#ppt_w"/>
                                          </p:val>
                                        </p:tav>
                                      </p:tavLst>
                                    </p:anim>
                                    <p:anim calcmode="lin" valueType="num">
                                      <p:cBhvr additive="base">
                                        <p:cTn dur="500"/>
                                        <p:tgtEl>
                                          <p:spTgt spid="220"/>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222"/>
                                        </p:tgtEl>
                                        <p:attrNameLst>
                                          <p:attrName>style.visibility</p:attrName>
                                        </p:attrNameLst>
                                      </p:cBhvr>
                                      <p:to>
                                        <p:strVal val="visible"/>
                                      </p:to>
                                    </p:set>
                                    <p:anim calcmode="lin" valueType="num">
                                      <p:cBhvr additive="base">
                                        <p:cTn dur="500"/>
                                        <p:tgtEl>
                                          <p:spTgt spid="222"/>
                                        </p:tgtEl>
                                        <p:attrNameLst>
                                          <p:attrName>ppt_w</p:attrName>
                                        </p:attrNameLst>
                                      </p:cBhvr>
                                      <p:tavLst>
                                        <p:tav fmla="" tm="0">
                                          <p:val>
                                            <p:strVal val="0"/>
                                          </p:val>
                                        </p:tav>
                                        <p:tav fmla="" tm="100000">
                                          <p:val>
                                            <p:strVal val="#ppt_w"/>
                                          </p:val>
                                        </p:tav>
                                      </p:tavLst>
                                    </p:anim>
                                    <p:anim calcmode="lin" valueType="num">
                                      <p:cBhvr additive="base">
                                        <p:cTn dur="500"/>
                                        <p:tgtEl>
                                          <p:spTgt spid="222"/>
                                        </p:tgtEl>
                                        <p:attrNameLst>
                                          <p:attrName>ppt_h</p:attrName>
                                        </p:attrNameLst>
                                      </p:cBhvr>
                                      <p:tavLst>
                                        <p:tav fmla="" tm="0">
                                          <p:val>
                                            <p:strVal val="0"/>
                                          </p:val>
                                        </p:tav>
                                        <p:tav fmla="" tm="100000">
                                          <p:val>
                                            <p:strVal val="#ppt_h"/>
                                          </p:val>
                                        </p:tav>
                                      </p:tavLst>
                                    </p:anim>
                                  </p:childTnLst>
                                </p:cTn>
                              </p:par>
                              <p:par>
                                <p:cTn fill="hold" nodeType="withEffect" presetClass="entr" presetID="23" presetSubtype="16">
                                  <p:stCondLst>
                                    <p:cond delay="0"/>
                                  </p:stCondLst>
                                  <p:childTnLst>
                                    <p:set>
                                      <p:cBhvr>
                                        <p:cTn dur="1" fill="hold">
                                          <p:stCondLst>
                                            <p:cond delay="0"/>
                                          </p:stCondLst>
                                        </p:cTn>
                                        <p:tgtEl>
                                          <p:spTgt spid="223"/>
                                        </p:tgtEl>
                                        <p:attrNameLst>
                                          <p:attrName>style.visibility</p:attrName>
                                        </p:attrNameLst>
                                      </p:cBhvr>
                                      <p:to>
                                        <p:strVal val="visible"/>
                                      </p:to>
                                    </p:set>
                                    <p:anim calcmode="lin" valueType="num">
                                      <p:cBhvr additive="base">
                                        <p:cTn dur="500"/>
                                        <p:tgtEl>
                                          <p:spTgt spid="223"/>
                                        </p:tgtEl>
                                        <p:attrNameLst>
                                          <p:attrName>ppt_w</p:attrName>
                                        </p:attrNameLst>
                                      </p:cBhvr>
                                      <p:tavLst>
                                        <p:tav fmla="" tm="0">
                                          <p:val>
                                            <p:strVal val="0"/>
                                          </p:val>
                                        </p:tav>
                                        <p:tav fmla="" tm="100000">
                                          <p:val>
                                            <p:strVal val="#ppt_w"/>
                                          </p:val>
                                        </p:tav>
                                      </p:tavLst>
                                    </p:anim>
                                    <p:anim calcmode="lin" valueType="num">
                                      <p:cBhvr additive="base">
                                        <p:cTn dur="500"/>
                                        <p:tgtEl>
                                          <p:spTgt spid="223"/>
                                        </p:tgtEl>
                                        <p:attrNameLst>
                                          <p:attrName>ppt_h</p:attrName>
                                        </p:attrNameLst>
                                      </p:cBhvr>
                                      <p:tavLst>
                                        <p:tav fmla="" tm="0">
                                          <p:val>
                                            <p:strVal val="0"/>
                                          </p:val>
                                        </p:tav>
                                        <p:tav fmla="" tm="100000">
                                          <p:val>
                                            <p:strVal val="#ppt_h"/>
                                          </p:val>
                                        </p:tav>
                                      </p:tavLst>
                                    </p:anim>
                                  </p:childTnLst>
                                </p:cTn>
                              </p:par>
                            </p:childTnLst>
                          </p:cTn>
                        </p:par>
                        <p:par>
                          <p:cTn fill="hold">
                            <p:stCondLst>
                              <p:cond delay="2911"/>
                            </p:stCondLst>
                            <p:childTnLst>
                              <p:par>
                                <p:cTn fill="hold" nodeType="afterEffect" presetClass="entr" presetID="23" presetSubtype="16">
                                  <p:stCondLst>
                                    <p:cond delay="0"/>
                                  </p:stCondLst>
                                  <p:childTnLst>
                                    <p:set>
                                      <p:cBhvr>
                                        <p:cTn dur="1" fill="hold">
                                          <p:stCondLst>
                                            <p:cond delay="0"/>
                                          </p:stCondLst>
                                        </p:cTn>
                                        <p:tgtEl>
                                          <p:spTgt spid="224"/>
                                        </p:tgtEl>
                                        <p:attrNameLst>
                                          <p:attrName>style.visibility</p:attrName>
                                        </p:attrNameLst>
                                      </p:cBhvr>
                                      <p:to>
                                        <p:strVal val="visible"/>
                                      </p:to>
                                    </p:set>
                                    <p:anim calcmode="lin" valueType="num">
                                      <p:cBhvr additive="base">
                                        <p:cTn dur="500"/>
                                        <p:tgtEl>
                                          <p:spTgt spid="224"/>
                                        </p:tgtEl>
                                        <p:attrNameLst>
                                          <p:attrName>ppt_w</p:attrName>
                                        </p:attrNameLst>
                                      </p:cBhvr>
                                      <p:tavLst>
                                        <p:tav fmla="" tm="0">
                                          <p:val>
                                            <p:strVal val="0"/>
                                          </p:val>
                                        </p:tav>
                                        <p:tav fmla="" tm="100000">
                                          <p:val>
                                            <p:strVal val="#ppt_w"/>
                                          </p:val>
                                        </p:tav>
                                      </p:tavLst>
                                    </p:anim>
                                    <p:anim calcmode="lin" valueType="num">
                                      <p:cBhvr additive="base">
                                        <p:cTn dur="500"/>
                                        <p:tgtEl>
                                          <p:spTgt spid="224"/>
                                        </p:tgtEl>
                                        <p:attrNameLst>
                                          <p:attrName>ppt_h</p:attrName>
                                        </p:attrNameLst>
                                      </p:cBhvr>
                                      <p:tavLst>
                                        <p:tav fmla="" tm="0">
                                          <p:val>
                                            <p:strVal val="0"/>
                                          </p:val>
                                        </p:tav>
                                        <p:tav fmla="" tm="100000">
                                          <p:val>
                                            <p:strVal val="#ppt_h"/>
                                          </p:val>
                                        </p:tav>
                                      </p:tavLst>
                                    </p:anim>
                                  </p:childTnLst>
                                </p:cTn>
                              </p:par>
                            </p:childTnLst>
                          </p:cTn>
                        </p:par>
                        <p:par>
                          <p:cTn fill="hold">
                            <p:stCondLst>
                              <p:cond delay="3411"/>
                            </p:stCondLst>
                            <p:childTnLst>
                              <p:par>
                                <p:cTn fill="hold" nodeType="afterEffect" presetClass="entr" presetID="10" presetSubtype="0">
                                  <p:stCondLst>
                                    <p:cond delay="0"/>
                                  </p:stCondLst>
                                  <p:childTnLst>
                                    <p:set>
                                      <p:cBhvr>
                                        <p:cTn dur="1" fill="hold">
                                          <p:stCondLst>
                                            <p:cond delay="0"/>
                                          </p:stCondLst>
                                        </p:cTn>
                                        <p:tgtEl>
                                          <p:spTgt spid="225"/>
                                        </p:tgtEl>
                                        <p:attrNameLst>
                                          <p:attrName>style.visibility</p:attrName>
                                        </p:attrNameLst>
                                      </p:cBhvr>
                                      <p:to>
                                        <p:strVal val="visible"/>
                                      </p:to>
                                    </p:set>
                                    <p:animEffect filter="fade" transition="in">
                                      <p:cBhvr>
                                        <p:cTn dur="500"/>
                                        <p:tgtEl>
                                          <p:spTgt spid="225"/>
                                        </p:tgtEl>
                                      </p:cBhvr>
                                    </p:animEffect>
                                  </p:childTnLst>
                                </p:cTn>
                              </p:par>
                            </p:childTnLst>
                          </p:cTn>
                        </p:par>
                        <p:par>
                          <p:cTn fill="hold">
                            <p:stCondLst>
                              <p:cond delay="3911"/>
                            </p:stCondLst>
                            <p:childTnLst>
                              <p:par>
                                <p:cTn fill="hold" nodeType="afterEffect" presetClass="entr" presetID="10" presetSubtype="0">
                                  <p:stCondLst>
                                    <p:cond delay="0"/>
                                  </p:stCondLst>
                                  <p:childTnLst>
                                    <p:set>
                                      <p:cBhvr>
                                        <p:cTn dur="1" fill="hold">
                                          <p:stCondLst>
                                            <p:cond delay="0"/>
                                          </p:stCondLst>
                                        </p:cTn>
                                        <p:tgtEl>
                                          <p:spTgt spid="227"/>
                                        </p:tgtEl>
                                        <p:attrNameLst>
                                          <p:attrName>style.visibility</p:attrName>
                                        </p:attrNameLst>
                                      </p:cBhvr>
                                      <p:to>
                                        <p:strVal val="visible"/>
                                      </p:to>
                                    </p:set>
                                    <p:animEffect filter="fade" transition="in">
                                      <p:cBhvr>
                                        <p:cTn dur="1250"/>
                                        <p:tgtEl>
                                          <p:spTgt spid="227"/>
                                        </p:tgtEl>
                                      </p:cBhvr>
                                    </p:animEffect>
                                  </p:childTnLst>
                                </p:cTn>
                              </p:par>
                            </p:childTnLst>
                          </p:cTn>
                        </p:par>
                        <p:par>
                          <p:cTn fill="hold">
                            <p:stCondLst>
                              <p:cond delay="5161"/>
                            </p:stCondLst>
                            <p:childTnLst>
                              <p:par>
                                <p:cTn fill="hold" nodeType="afterEffect" presetClass="entr" presetID="10" presetSubtype="0">
                                  <p:stCondLst>
                                    <p:cond delay="250"/>
                                  </p:stCondLst>
                                  <p:childTnLst>
                                    <p:set>
                                      <p:cBhvr>
                                        <p:cTn dur="1" fill="hold">
                                          <p:stCondLst>
                                            <p:cond delay="0"/>
                                          </p:stCondLst>
                                        </p:cTn>
                                        <p:tgtEl>
                                          <p:spTgt spid="228"/>
                                        </p:tgtEl>
                                        <p:attrNameLst>
                                          <p:attrName>style.visibility</p:attrName>
                                        </p:attrNameLst>
                                      </p:cBhvr>
                                      <p:to>
                                        <p:strVal val="visible"/>
                                      </p:to>
                                    </p:set>
                                    <p:animEffect filter="fade" transition="in">
                                      <p:cBhvr>
                                        <p:cTn dur="1250"/>
                                        <p:tgtEl>
                                          <p:spTgt spid="228"/>
                                        </p:tgtEl>
                                      </p:cBhvr>
                                    </p:animEffect>
                                  </p:childTnLst>
                                </p:cTn>
                              </p:par>
                            </p:childTnLst>
                          </p:cTn>
                        </p:par>
                        <p:par>
                          <p:cTn fill="hold">
                            <p:stCondLst>
                              <p:cond delay="6411"/>
                            </p:stCondLst>
                            <p:childTnLst>
                              <p:par>
                                <p:cTn fill="hold" nodeType="afterEffect" presetClass="entr" presetID="10" presetSubtype="0">
                                  <p:stCondLst>
                                    <p:cond delay="0"/>
                                  </p:stCondLst>
                                  <p:childTnLst>
                                    <p:set>
                                      <p:cBhvr>
                                        <p:cTn dur="1" fill="hold">
                                          <p:stCondLst>
                                            <p:cond delay="0"/>
                                          </p:stCondLst>
                                        </p:cTn>
                                        <p:tgtEl>
                                          <p:spTgt spid="229"/>
                                        </p:tgtEl>
                                        <p:attrNameLst>
                                          <p:attrName>style.visibility</p:attrName>
                                        </p:attrNameLst>
                                      </p:cBhvr>
                                      <p:to>
                                        <p:strVal val="visible"/>
                                      </p:to>
                                    </p:set>
                                    <p:animEffect filter="fade" transition="in">
                                      <p:cBhvr>
                                        <p:cTn dur="2000"/>
                                        <p:tgtEl>
                                          <p:spTgt spid="2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pic>
        <p:nvPicPr>
          <p:cNvPr descr="Resultado de imagem para pmbok 6 ediÃ§Ã£o" id="234" name="Google Shape;234;p30"/>
          <p:cNvPicPr preferRelativeResize="0"/>
          <p:nvPr/>
        </p:nvPicPr>
        <p:blipFill rotWithShape="1">
          <a:blip r:embed="rId3">
            <a:alphaModFix/>
          </a:blip>
          <a:srcRect b="0" l="0" r="0" t="0"/>
          <a:stretch/>
        </p:blipFill>
        <p:spPr>
          <a:xfrm>
            <a:off x="318051" y="940904"/>
            <a:ext cx="3392557" cy="4452731"/>
          </a:xfrm>
          <a:prstGeom prst="rect">
            <a:avLst/>
          </a:prstGeom>
          <a:noFill/>
          <a:ln>
            <a:noFill/>
          </a:ln>
        </p:spPr>
      </p:pic>
      <p:sp>
        <p:nvSpPr>
          <p:cNvPr id="235" name="Google Shape;235;p30"/>
          <p:cNvSpPr txBox="1"/>
          <p:nvPr/>
        </p:nvSpPr>
        <p:spPr>
          <a:xfrm>
            <a:off x="3839719" y="32963"/>
            <a:ext cx="8163338" cy="830997"/>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rgbClr val="000000"/>
              </a:buClr>
              <a:buSzPts val="2400"/>
              <a:buFont typeface="Arial"/>
              <a:buNone/>
            </a:pPr>
            <a:r>
              <a:rPr b="0" i="0" lang="pt-BR" sz="2400" u="none" cap="none" strike="noStrike">
                <a:solidFill>
                  <a:schemeClr val="lt1"/>
                </a:solidFill>
                <a:latin typeface="Arial Narrow"/>
                <a:ea typeface="Arial Narrow"/>
                <a:cs typeface="Arial Narrow"/>
                <a:sym typeface="Arial Narrow"/>
              </a:rPr>
              <a:t>O GUIA PMBOK É UM MANUAL CONHECIDO COMO “O GUIA DO CONHECIMENTO EM GERENCIAMENTO DE PROJETOS”.</a:t>
            </a:r>
            <a:endParaRPr b="0" i="0" sz="1400" u="none" cap="none" strike="noStrike">
              <a:solidFill>
                <a:srgbClr val="000000"/>
              </a:solidFill>
              <a:latin typeface="Arial"/>
              <a:ea typeface="Arial"/>
              <a:cs typeface="Arial"/>
              <a:sym typeface="Arial"/>
            </a:endParaRPr>
          </a:p>
        </p:txBody>
      </p:sp>
      <p:sp>
        <p:nvSpPr>
          <p:cNvPr id="236" name="Google Shape;236;p30"/>
          <p:cNvSpPr txBox="1"/>
          <p:nvPr/>
        </p:nvSpPr>
        <p:spPr>
          <a:xfrm>
            <a:off x="3839719" y="3972159"/>
            <a:ext cx="8163338" cy="2677656"/>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rgbClr val="000000"/>
              </a:buClr>
              <a:buSzPts val="2800"/>
              <a:buFont typeface="Arial"/>
              <a:buNone/>
            </a:pPr>
            <a:r>
              <a:rPr b="0" i="0" lang="pt-BR" sz="2800" u="none" cap="none" strike="noStrike">
                <a:solidFill>
                  <a:srgbClr val="FFFF00"/>
                </a:solidFill>
                <a:latin typeface="Arial Narrow"/>
                <a:ea typeface="Arial Narrow"/>
                <a:cs typeface="Arial Narrow"/>
                <a:sym typeface="Arial Narrow"/>
              </a:rPr>
              <a:t>PMBOK é um guia que comprovadamente </a:t>
            </a:r>
            <a:r>
              <a:rPr b="1" i="0" lang="pt-BR" sz="2800" u="none" cap="none" strike="noStrike">
                <a:solidFill>
                  <a:schemeClr val="lt1"/>
                </a:solidFill>
                <a:latin typeface="Arial Narrow"/>
                <a:ea typeface="Arial Narrow"/>
                <a:cs typeface="Arial Narrow"/>
                <a:sym typeface="Arial Narrow"/>
              </a:rPr>
              <a:t>funciona na maioria dos projetos</a:t>
            </a:r>
            <a:r>
              <a:rPr b="0" i="0" lang="pt-BR" sz="2800" u="none" cap="none" strike="noStrike">
                <a:solidFill>
                  <a:srgbClr val="FFFF00"/>
                </a:solidFill>
                <a:latin typeface="Arial Narrow"/>
                <a:ea typeface="Arial Narrow"/>
                <a:cs typeface="Arial Narrow"/>
                <a:sym typeface="Arial Narrow"/>
              </a:rPr>
              <a:t>, ou seja, </a:t>
            </a:r>
            <a:r>
              <a:rPr b="1" i="0" lang="pt-BR" sz="2800" u="none" cap="none" strike="noStrike">
                <a:solidFill>
                  <a:schemeClr val="lt1"/>
                </a:solidFill>
                <a:latin typeface="Arial Narrow"/>
                <a:ea typeface="Arial Narrow"/>
                <a:cs typeface="Arial Narrow"/>
                <a:sym typeface="Arial Narrow"/>
              </a:rPr>
              <a:t>não significa que seja o mais correto</a:t>
            </a:r>
            <a:r>
              <a:rPr b="0" i="0" lang="pt-BR" sz="2800" u="none" cap="none" strike="noStrike">
                <a:solidFill>
                  <a:srgbClr val="FFFF00"/>
                </a:solidFill>
                <a:latin typeface="Arial Narrow"/>
                <a:ea typeface="Arial Narrow"/>
                <a:cs typeface="Arial Narrow"/>
                <a:sym typeface="Arial Narrow"/>
              </a:rPr>
              <a:t> ou que somente estas práticas funcionam no gerenciamento eficiente de projetos, mas pode </a:t>
            </a:r>
            <a:r>
              <a:rPr b="1" i="0" lang="pt-BR" sz="2800" u="none" cap="none" strike="noStrike">
                <a:solidFill>
                  <a:schemeClr val="lt1"/>
                </a:solidFill>
                <a:latin typeface="Arial Narrow"/>
                <a:ea typeface="Arial Narrow"/>
                <a:cs typeface="Arial Narrow"/>
                <a:sym typeface="Arial Narrow"/>
              </a:rPr>
              <a:t>ajuda muito na diminuição dos problemas do dia a dia de projetos</a:t>
            </a:r>
            <a:r>
              <a:rPr b="0" i="0" lang="pt-BR" sz="2800" u="none" cap="none" strike="noStrike">
                <a:solidFill>
                  <a:schemeClr val="lt1"/>
                </a:solidFill>
                <a:latin typeface="Arial Narrow"/>
                <a:ea typeface="Arial Narrow"/>
                <a:cs typeface="Arial Narrow"/>
                <a:sym typeface="Arial Narrow"/>
              </a:rPr>
              <a:t> e </a:t>
            </a:r>
            <a:r>
              <a:rPr b="1" i="0" lang="pt-BR" sz="2800" u="none" cap="none" strike="noStrike">
                <a:solidFill>
                  <a:schemeClr val="lt1"/>
                </a:solidFill>
                <a:latin typeface="Arial Narrow"/>
                <a:ea typeface="Arial Narrow"/>
                <a:cs typeface="Arial Narrow"/>
                <a:sym typeface="Arial Narrow"/>
              </a:rPr>
              <a:t>aumentar muito as chances de sucesso dos projetos.</a:t>
            </a:r>
            <a:endParaRPr b="0" i="0" sz="1400" u="none" cap="none" strike="noStrike">
              <a:solidFill>
                <a:srgbClr val="000000"/>
              </a:solidFill>
              <a:latin typeface="Arial"/>
              <a:ea typeface="Arial"/>
              <a:cs typeface="Arial"/>
              <a:sym typeface="Arial"/>
            </a:endParaRPr>
          </a:p>
        </p:txBody>
      </p:sp>
      <p:sp>
        <p:nvSpPr>
          <p:cNvPr id="237" name="Google Shape;237;p30"/>
          <p:cNvSpPr/>
          <p:nvPr/>
        </p:nvSpPr>
        <p:spPr>
          <a:xfrm>
            <a:off x="3839719" y="1314578"/>
            <a:ext cx="8163339" cy="2246769"/>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Considerado a </a:t>
            </a:r>
            <a:r>
              <a:rPr b="1" i="0" lang="pt-BR" sz="2800" u="none" cap="none" strike="noStrike">
                <a:solidFill>
                  <a:srgbClr val="FFFF00"/>
                </a:solidFill>
                <a:latin typeface="Arial Narrow"/>
                <a:ea typeface="Arial Narrow"/>
                <a:cs typeface="Arial Narrow"/>
                <a:sym typeface="Arial Narrow"/>
              </a:rPr>
              <a:t>“bíblia da gestão de projetos”</a:t>
            </a:r>
            <a:r>
              <a:rPr b="0" i="0" lang="pt-BR" sz="2800" u="none" cap="none" strike="noStrike">
                <a:solidFill>
                  <a:schemeClr val="lt1"/>
                </a:solidFill>
                <a:latin typeface="Arial Narrow"/>
                <a:ea typeface="Arial Narrow"/>
                <a:cs typeface="Arial Narrow"/>
                <a:sym typeface="Arial Narrow"/>
              </a:rPr>
              <a:t>, o PMBOK traz conhecimentos adquiridos por profissionais de todo o mundo, reunidos e compilados de forma didática para que qualquer pessoa consiga desenvolver projetos de baixa à alta complexidade.</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7"/>
                                        </p:tgtEl>
                                        <p:attrNameLst>
                                          <p:attrName>style.visibility</p:attrName>
                                        </p:attrNameLst>
                                      </p:cBhvr>
                                      <p:to>
                                        <p:strVal val="visible"/>
                                      </p:to>
                                    </p:set>
                                    <p:animEffect filter="fade" transition="in">
                                      <p:cBhvr>
                                        <p:cTn dur="500"/>
                                        <p:tgtEl>
                                          <p:spTgt spid="2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6"/>
                                        </p:tgtEl>
                                        <p:attrNameLst>
                                          <p:attrName>style.visibility</p:attrName>
                                        </p:attrNameLst>
                                      </p:cBhvr>
                                      <p:to>
                                        <p:strVal val="visible"/>
                                      </p:to>
                                    </p:set>
                                    <p:animEffect filter="fade" transition="in">
                                      <p:cBhvr>
                                        <p:cTn dur="500"/>
                                        <p:tgtEl>
                                          <p:spTgt spid="23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pic>
        <p:nvPicPr>
          <p:cNvPr id="242" name="Google Shape;242;p31"/>
          <p:cNvPicPr preferRelativeResize="0"/>
          <p:nvPr/>
        </p:nvPicPr>
        <p:blipFill rotWithShape="1">
          <a:blip r:embed="rId3">
            <a:alphaModFix/>
          </a:blip>
          <a:srcRect b="0" l="0" r="0" t="0"/>
          <a:stretch/>
        </p:blipFill>
        <p:spPr>
          <a:xfrm>
            <a:off x="125071" y="68747"/>
            <a:ext cx="2286829" cy="2286829"/>
          </a:xfrm>
          <a:prstGeom prst="rect">
            <a:avLst/>
          </a:prstGeom>
          <a:noFill/>
          <a:ln>
            <a:noFill/>
          </a:ln>
        </p:spPr>
      </p:pic>
      <p:sp>
        <p:nvSpPr>
          <p:cNvPr id="243" name="Google Shape;243;p31"/>
          <p:cNvSpPr txBox="1"/>
          <p:nvPr/>
        </p:nvSpPr>
        <p:spPr>
          <a:xfrm>
            <a:off x="264227" y="2431776"/>
            <a:ext cx="1690463" cy="646331"/>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800"/>
              <a:buFont typeface="Arial"/>
              <a:buNone/>
            </a:pPr>
            <a:r>
              <a:rPr b="0" i="0" lang="pt-BR" sz="1800" u="none" cap="none" strike="noStrike">
                <a:solidFill>
                  <a:schemeClr val="lt1"/>
                </a:solidFill>
                <a:latin typeface="Arial Narrow"/>
                <a:ea typeface="Arial Narrow"/>
                <a:cs typeface="Arial Narrow"/>
                <a:sym typeface="Arial Narrow"/>
              </a:rPr>
              <a:t>James R. Snyder</a:t>
            </a:r>
            <a:endParaRPr b="0" i="0" sz="14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800"/>
              <a:buFont typeface="Arial"/>
              <a:buNone/>
            </a:pPr>
            <a:r>
              <a:rPr b="0" i="0" lang="pt-BR" sz="1800" u="none" cap="none" strike="noStrike">
                <a:solidFill>
                  <a:schemeClr val="lt1"/>
                </a:solidFill>
                <a:latin typeface="Arial Narrow"/>
                <a:ea typeface="Arial Narrow"/>
                <a:cs typeface="Arial Narrow"/>
                <a:sym typeface="Arial Narrow"/>
              </a:rPr>
              <a:t>“Father of PMI”</a:t>
            </a:r>
            <a:endParaRPr b="0" i="0" sz="1400" u="none" cap="none" strike="noStrike">
              <a:solidFill>
                <a:srgbClr val="000000"/>
              </a:solidFill>
              <a:latin typeface="Arial"/>
              <a:ea typeface="Arial"/>
              <a:cs typeface="Arial"/>
              <a:sym typeface="Arial"/>
            </a:endParaRPr>
          </a:p>
        </p:txBody>
      </p:sp>
      <p:pic>
        <p:nvPicPr>
          <p:cNvPr id="244" name="Google Shape;244;p31"/>
          <p:cNvPicPr preferRelativeResize="0"/>
          <p:nvPr/>
        </p:nvPicPr>
        <p:blipFill rotWithShape="1">
          <a:blip r:embed="rId4">
            <a:alphaModFix/>
          </a:blip>
          <a:srcRect b="0" l="0" r="0" t="0"/>
          <a:stretch/>
        </p:blipFill>
        <p:spPr>
          <a:xfrm>
            <a:off x="9684713" y="68745"/>
            <a:ext cx="2268534" cy="2286829"/>
          </a:xfrm>
          <a:prstGeom prst="rect">
            <a:avLst/>
          </a:prstGeom>
          <a:noFill/>
          <a:ln>
            <a:noFill/>
          </a:ln>
        </p:spPr>
      </p:pic>
      <p:sp>
        <p:nvSpPr>
          <p:cNvPr id="245" name="Google Shape;245;p31"/>
          <p:cNvSpPr txBox="1"/>
          <p:nvPr/>
        </p:nvSpPr>
        <p:spPr>
          <a:xfrm>
            <a:off x="10240776" y="2431775"/>
            <a:ext cx="1133644"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lt1"/>
                </a:solidFill>
                <a:latin typeface="Arial Narrow"/>
                <a:ea typeface="Arial Narrow"/>
                <a:cs typeface="Arial Narrow"/>
                <a:sym typeface="Arial Narrow"/>
              </a:rPr>
              <a:t>Eric Jenett </a:t>
            </a:r>
            <a:endParaRPr b="0" i="0" sz="1400" u="none" cap="none" strike="noStrike">
              <a:solidFill>
                <a:srgbClr val="000000"/>
              </a:solidFill>
              <a:latin typeface="Arial"/>
              <a:ea typeface="Arial"/>
              <a:cs typeface="Arial"/>
              <a:sym typeface="Arial"/>
            </a:endParaRPr>
          </a:p>
        </p:txBody>
      </p:sp>
      <p:pic>
        <p:nvPicPr>
          <p:cNvPr id="246" name="Google Shape;246;p31"/>
          <p:cNvPicPr preferRelativeResize="0"/>
          <p:nvPr/>
        </p:nvPicPr>
        <p:blipFill rotWithShape="1">
          <a:blip r:embed="rId5">
            <a:alphaModFix/>
          </a:blip>
          <a:srcRect b="0" l="0" r="0" t="0"/>
          <a:stretch/>
        </p:blipFill>
        <p:spPr>
          <a:xfrm>
            <a:off x="2536744" y="68745"/>
            <a:ext cx="2286828" cy="2286828"/>
          </a:xfrm>
          <a:prstGeom prst="rect">
            <a:avLst/>
          </a:prstGeom>
          <a:noFill/>
          <a:ln>
            <a:noFill/>
          </a:ln>
        </p:spPr>
      </p:pic>
      <p:sp>
        <p:nvSpPr>
          <p:cNvPr id="247" name="Google Shape;247;p31"/>
          <p:cNvSpPr txBox="1"/>
          <p:nvPr/>
        </p:nvSpPr>
        <p:spPr>
          <a:xfrm>
            <a:off x="2917672" y="2431775"/>
            <a:ext cx="1544012"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lt1"/>
                </a:solidFill>
                <a:latin typeface="Arial Narrow"/>
                <a:ea typeface="Arial Narrow"/>
                <a:cs typeface="Arial Narrow"/>
                <a:sym typeface="Arial Narrow"/>
              </a:rPr>
              <a:t>J. Gordon Davis</a:t>
            </a:r>
            <a:endParaRPr b="0" i="0" sz="1400" u="none" cap="none" strike="noStrike">
              <a:solidFill>
                <a:srgbClr val="000000"/>
              </a:solidFill>
              <a:latin typeface="Arial"/>
              <a:ea typeface="Arial"/>
              <a:cs typeface="Arial"/>
              <a:sym typeface="Arial"/>
            </a:endParaRPr>
          </a:p>
        </p:txBody>
      </p:sp>
      <p:pic>
        <p:nvPicPr>
          <p:cNvPr id="248" name="Google Shape;248;p31"/>
          <p:cNvPicPr preferRelativeResize="0"/>
          <p:nvPr/>
        </p:nvPicPr>
        <p:blipFill rotWithShape="1">
          <a:blip r:embed="rId6">
            <a:alphaModFix/>
          </a:blip>
          <a:srcRect b="0" l="0" r="0" t="0"/>
          <a:stretch/>
        </p:blipFill>
        <p:spPr>
          <a:xfrm>
            <a:off x="7277452" y="68746"/>
            <a:ext cx="2286828" cy="2286828"/>
          </a:xfrm>
          <a:prstGeom prst="rect">
            <a:avLst/>
          </a:prstGeom>
          <a:noFill/>
          <a:ln>
            <a:noFill/>
          </a:ln>
        </p:spPr>
      </p:pic>
      <p:sp>
        <p:nvSpPr>
          <p:cNvPr id="249" name="Google Shape;249;p31"/>
          <p:cNvSpPr txBox="1"/>
          <p:nvPr/>
        </p:nvSpPr>
        <p:spPr>
          <a:xfrm>
            <a:off x="7427902" y="2431775"/>
            <a:ext cx="1838965"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lt1"/>
                </a:solidFill>
                <a:latin typeface="Arial Narrow"/>
                <a:ea typeface="Arial Narrow"/>
                <a:cs typeface="Arial Narrow"/>
                <a:sym typeface="Arial Narrow"/>
              </a:rPr>
              <a:t>E.A. "Ned" Engman</a:t>
            </a:r>
            <a:endParaRPr b="0" i="0" sz="1800" u="none" cap="none" strike="noStrike">
              <a:solidFill>
                <a:schemeClr val="lt1"/>
              </a:solidFill>
              <a:latin typeface="Arial Narrow"/>
              <a:ea typeface="Arial Narrow"/>
              <a:cs typeface="Arial Narrow"/>
              <a:sym typeface="Arial Narrow"/>
            </a:endParaRPr>
          </a:p>
        </p:txBody>
      </p:sp>
      <p:pic>
        <p:nvPicPr>
          <p:cNvPr id="250" name="Google Shape;250;p31"/>
          <p:cNvPicPr preferRelativeResize="0"/>
          <p:nvPr/>
        </p:nvPicPr>
        <p:blipFill rotWithShape="1">
          <a:blip r:embed="rId7">
            <a:alphaModFix/>
          </a:blip>
          <a:srcRect b="0" l="0" r="0" t="0"/>
          <a:stretch/>
        </p:blipFill>
        <p:spPr>
          <a:xfrm>
            <a:off x="4904070" y="73641"/>
            <a:ext cx="2257990" cy="2295939"/>
          </a:xfrm>
          <a:prstGeom prst="rect">
            <a:avLst/>
          </a:prstGeom>
          <a:noFill/>
          <a:ln>
            <a:noFill/>
          </a:ln>
        </p:spPr>
      </p:pic>
      <p:sp>
        <p:nvSpPr>
          <p:cNvPr id="251" name="Google Shape;251;p31"/>
          <p:cNvSpPr txBox="1"/>
          <p:nvPr/>
        </p:nvSpPr>
        <p:spPr>
          <a:xfrm>
            <a:off x="5244241" y="2483807"/>
            <a:ext cx="1840568"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pt-BR" sz="1800" u="none" cap="none" strike="noStrike">
                <a:solidFill>
                  <a:schemeClr val="lt1"/>
                </a:solidFill>
                <a:latin typeface="Arial Narrow"/>
                <a:ea typeface="Arial Narrow"/>
                <a:cs typeface="Arial Narrow"/>
                <a:sym typeface="Arial Narrow"/>
              </a:rPr>
              <a:t>Susan C. Gallagher</a:t>
            </a:r>
            <a:endParaRPr b="0" i="0" sz="1400" u="none" cap="none" strike="noStrike">
              <a:solidFill>
                <a:srgbClr val="000000"/>
              </a:solidFill>
              <a:latin typeface="Arial"/>
              <a:ea typeface="Arial"/>
              <a:cs typeface="Arial"/>
              <a:sym typeface="Arial"/>
            </a:endParaRPr>
          </a:p>
        </p:txBody>
      </p:sp>
      <p:sp>
        <p:nvSpPr>
          <p:cNvPr id="252" name="Google Shape;252;p31"/>
          <p:cNvSpPr/>
          <p:nvPr/>
        </p:nvSpPr>
        <p:spPr>
          <a:xfrm>
            <a:off x="45867" y="3117226"/>
            <a:ext cx="11841429" cy="2308324"/>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2400"/>
              <a:buFont typeface="Arial"/>
              <a:buNone/>
            </a:pPr>
            <a:r>
              <a:rPr b="0" i="0" lang="pt-BR" sz="2400" u="none" cap="none" strike="noStrike">
                <a:solidFill>
                  <a:schemeClr val="lt1"/>
                </a:solidFill>
                <a:latin typeface="Arial Narrow"/>
                <a:ea typeface="Arial Narrow"/>
                <a:cs typeface="Arial Narrow"/>
                <a:sym typeface="Arial Narrow"/>
              </a:rPr>
              <a:t>Em 1969 na Filadélfia, </a:t>
            </a:r>
            <a:r>
              <a:rPr b="0" i="0" lang="pt-BR" sz="2400" u="none" cap="none" strike="noStrike">
                <a:solidFill>
                  <a:srgbClr val="FFFF00"/>
                </a:solidFill>
                <a:latin typeface="Arial Narrow"/>
                <a:ea typeface="Arial Narrow"/>
                <a:cs typeface="Arial Narrow"/>
                <a:sym typeface="Arial Narrow"/>
              </a:rPr>
              <a:t>Snyder e Davis</a:t>
            </a:r>
            <a:r>
              <a:rPr b="0" i="0" lang="pt-BR" sz="2400" u="none" cap="none" strike="noStrike">
                <a:solidFill>
                  <a:schemeClr val="lt1"/>
                </a:solidFill>
                <a:latin typeface="Arial Narrow"/>
                <a:ea typeface="Arial Narrow"/>
                <a:cs typeface="Arial Narrow"/>
                <a:sym typeface="Arial Narrow"/>
              </a:rPr>
              <a:t>, decidiram criar uma nova organização que proporcionasse um meio de os gerentes de projeto se reunirem, compartilharem informações e discutirem problemas comuns. Isso resultou no nascimento do </a:t>
            </a:r>
            <a:r>
              <a:rPr b="0" i="0" lang="pt-BR" sz="2400" u="none" cap="none" strike="noStrike">
                <a:solidFill>
                  <a:srgbClr val="FFFF00"/>
                </a:solidFill>
                <a:latin typeface="Arial Narrow"/>
                <a:ea typeface="Arial Narrow"/>
                <a:cs typeface="Arial Narrow"/>
                <a:sym typeface="Arial Narrow"/>
              </a:rPr>
              <a:t>Project Management Institute (PMI)</a:t>
            </a:r>
            <a:r>
              <a:rPr b="0" i="0" lang="pt-BR" sz="2400" u="none" cap="none" strike="noStrike">
                <a:solidFill>
                  <a:schemeClr val="lt1"/>
                </a:solidFill>
                <a:latin typeface="Arial Narrow"/>
                <a:ea typeface="Arial Narrow"/>
                <a:cs typeface="Arial Narrow"/>
                <a:sym typeface="Arial Narrow"/>
              </a:rPr>
              <a:t> e algum tempo depois, artigos de incorporação foram arquivados na Pensilvânia, assinados por cinco pessoas oficialmente reconhecidas como </a:t>
            </a:r>
            <a:r>
              <a:rPr b="0" i="0" lang="pt-BR" sz="2400" u="none" cap="none" strike="noStrike">
                <a:solidFill>
                  <a:srgbClr val="FFFF00"/>
                </a:solidFill>
                <a:latin typeface="Arial Narrow"/>
                <a:ea typeface="Arial Narrow"/>
                <a:cs typeface="Arial Narrow"/>
                <a:sym typeface="Arial Narrow"/>
              </a:rPr>
              <a:t>fundadoras do PMI</a:t>
            </a:r>
            <a:r>
              <a:rPr b="0" i="0" lang="pt-BR" sz="2400" u="none" cap="none" strike="noStrike">
                <a:solidFill>
                  <a:schemeClr val="lt1"/>
                </a:solidFill>
                <a:latin typeface="Arial Narrow"/>
                <a:ea typeface="Arial Narrow"/>
                <a:cs typeface="Arial Narrow"/>
                <a:sym typeface="Arial Narrow"/>
              </a:rPr>
              <a:t>, além dos dois anteriores. São elas: </a:t>
            </a:r>
            <a:r>
              <a:rPr b="0" i="0" lang="pt-BR" sz="2400" u="none" cap="none" strike="noStrike">
                <a:solidFill>
                  <a:srgbClr val="FFFF00"/>
                </a:solidFill>
                <a:latin typeface="Arial Narrow"/>
                <a:ea typeface="Arial Narrow"/>
                <a:cs typeface="Arial Narrow"/>
                <a:sym typeface="Arial Narrow"/>
              </a:rPr>
              <a:t>Susan Gallagher, EA Ned Engman e Eric Jennet</a:t>
            </a:r>
            <a:r>
              <a:rPr b="0" i="0" lang="pt-BR" sz="2400" u="none" cap="none" strike="noStrike">
                <a:solidFill>
                  <a:schemeClr val="lt1"/>
                </a:solidFill>
                <a:latin typeface="Arial Narrow"/>
                <a:ea typeface="Arial Narrow"/>
                <a:cs typeface="Arial Narrow"/>
                <a:sym typeface="Arial Narrow"/>
              </a:rPr>
              <a:t>.</a:t>
            </a:r>
            <a:endParaRPr b="0" i="0" sz="1400" u="none" cap="none" strike="noStrike">
              <a:solidFill>
                <a:srgbClr val="000000"/>
              </a:solidFill>
              <a:latin typeface="Arial"/>
              <a:ea typeface="Arial"/>
              <a:cs typeface="Arial"/>
              <a:sym typeface="Arial"/>
            </a:endParaRPr>
          </a:p>
        </p:txBody>
      </p:sp>
      <p:sp>
        <p:nvSpPr>
          <p:cNvPr id="253" name="Google Shape;253;p31"/>
          <p:cNvSpPr/>
          <p:nvPr/>
        </p:nvSpPr>
        <p:spPr>
          <a:xfrm>
            <a:off x="0" y="5482376"/>
            <a:ext cx="11815954" cy="830997"/>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2400"/>
              <a:buFont typeface="Arial"/>
              <a:buNone/>
            </a:pPr>
            <a:r>
              <a:rPr b="0" i="0" lang="pt-BR" sz="2400" u="none" cap="none" strike="noStrike">
                <a:solidFill>
                  <a:schemeClr val="lt1"/>
                </a:solidFill>
                <a:latin typeface="Arial Narrow"/>
                <a:ea typeface="Arial Narrow"/>
                <a:cs typeface="Arial Narrow"/>
                <a:sym typeface="Arial Narrow"/>
              </a:rPr>
              <a:t>A 1ª edição do PMBOK só foi publicada em 1996, época em que o PMI viu a necessidade de estruturar um documento oficial orientando sobre o desenvolvimento da carreira de gerenciamento de projetos.</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3"/>
                                        </p:tgtEl>
                                        <p:attrNameLst>
                                          <p:attrName>style.visibility</p:attrName>
                                        </p:attrNameLst>
                                      </p:cBhvr>
                                      <p:to>
                                        <p:strVal val="visible"/>
                                      </p:to>
                                    </p:set>
                                    <p:animEffect filter="fade" transition="in">
                                      <p:cBhvr>
                                        <p:cTn dur="500"/>
                                        <p:tgtEl>
                                          <p:spTgt spid="25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2"/>
          <p:cNvSpPr txBox="1"/>
          <p:nvPr/>
        </p:nvSpPr>
        <p:spPr>
          <a:xfrm>
            <a:off x="2729949" y="118676"/>
            <a:ext cx="9289774" cy="3046988"/>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Isso não significa que você como gerente é obrigado a aplicar e seguir todos os processos do PMBOK em todos os seus projetos, isso não é verdade e nem uma lei. O Guia PMBOK 6ª edição é apenas um guia, como o próprio nome confirma, e possui </a:t>
            </a:r>
            <a:r>
              <a:rPr b="1" i="0" lang="pt-BR" sz="3200" u="none" cap="none" strike="noStrike">
                <a:solidFill>
                  <a:srgbClr val="FFFF00"/>
                </a:solidFill>
                <a:latin typeface="Arial Narrow"/>
                <a:ea typeface="Arial Narrow"/>
                <a:cs typeface="Arial Narrow"/>
                <a:sym typeface="Arial Narrow"/>
              </a:rPr>
              <a:t>boas práticas</a:t>
            </a:r>
            <a:r>
              <a:rPr b="0" i="0" lang="pt-BR" sz="3200" u="none" cap="none" strike="noStrike">
                <a:solidFill>
                  <a:schemeClr val="lt1"/>
                </a:solidFill>
                <a:latin typeface="Arial Narrow"/>
                <a:ea typeface="Arial Narrow"/>
                <a:cs typeface="Arial Narrow"/>
                <a:sym typeface="Arial Narrow"/>
              </a:rPr>
              <a:t> que </a:t>
            </a:r>
            <a:r>
              <a:rPr b="0" i="0" lang="pt-BR" sz="3200" u="none" cap="none" strike="noStrike">
                <a:solidFill>
                  <a:srgbClr val="FFFF00"/>
                </a:solidFill>
                <a:latin typeface="Arial Narrow"/>
                <a:ea typeface="Arial Narrow"/>
                <a:cs typeface="Arial Narrow"/>
                <a:sym typeface="Arial Narrow"/>
              </a:rPr>
              <a:t>podem ser aplicadas na maioria dos projetos</a:t>
            </a:r>
            <a:r>
              <a:rPr b="0" i="0" lang="pt-BR" sz="3200" u="none" cap="none" strike="noStrike">
                <a:solidFill>
                  <a:schemeClr val="lt1"/>
                </a:solidFill>
                <a:latin typeface="Arial Narrow"/>
                <a:ea typeface="Arial Narrow"/>
                <a:cs typeface="Arial Narrow"/>
                <a:sym typeface="Arial Narrow"/>
              </a:rPr>
              <a:t>, na maior parte do tempo.</a:t>
            </a:r>
            <a:endParaRPr b="0" i="0" sz="1400" u="none" cap="none" strike="noStrike">
              <a:solidFill>
                <a:srgbClr val="000000"/>
              </a:solidFill>
              <a:latin typeface="Arial"/>
              <a:ea typeface="Arial"/>
              <a:cs typeface="Arial"/>
              <a:sym typeface="Arial"/>
            </a:endParaRPr>
          </a:p>
        </p:txBody>
      </p:sp>
      <p:pic>
        <p:nvPicPr>
          <p:cNvPr descr="Resultado de imagem para pmbok 6 ediÃ§Ã£o" id="259" name="Google Shape;259;p32"/>
          <p:cNvPicPr preferRelativeResize="0"/>
          <p:nvPr/>
        </p:nvPicPr>
        <p:blipFill rotWithShape="1">
          <a:blip r:embed="rId3">
            <a:alphaModFix/>
          </a:blip>
          <a:srcRect b="0" l="0" r="0" t="0"/>
          <a:stretch/>
        </p:blipFill>
        <p:spPr>
          <a:xfrm>
            <a:off x="79514" y="53008"/>
            <a:ext cx="2358888" cy="3286539"/>
          </a:xfrm>
          <a:prstGeom prst="rect">
            <a:avLst/>
          </a:prstGeom>
          <a:noFill/>
          <a:ln>
            <a:noFill/>
          </a:ln>
        </p:spPr>
      </p:pic>
      <p:sp>
        <p:nvSpPr>
          <p:cNvPr id="260" name="Google Shape;260;p32"/>
          <p:cNvSpPr txBox="1"/>
          <p:nvPr/>
        </p:nvSpPr>
        <p:spPr>
          <a:xfrm>
            <a:off x="79514" y="3670853"/>
            <a:ext cx="11940209" cy="2554545"/>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rgbClr val="000000"/>
              </a:buClr>
              <a:buSzPts val="3200"/>
              <a:buFont typeface="Arial"/>
              <a:buNone/>
            </a:pPr>
            <a:r>
              <a:rPr b="0" i="0" lang="pt-BR" sz="3200" u="none" cap="none" strike="noStrike">
                <a:solidFill>
                  <a:schemeClr val="lt1"/>
                </a:solidFill>
                <a:latin typeface="Arial Narrow"/>
                <a:ea typeface="Arial Narrow"/>
                <a:cs typeface="Arial Narrow"/>
                <a:sym typeface="Arial Narrow"/>
              </a:rPr>
              <a:t>PMBOK está na 6ª Edição; lançada em 2018, possui </a:t>
            </a:r>
            <a:r>
              <a:rPr b="0" i="0" lang="pt-BR" sz="3200" u="none" cap="none" strike="noStrike">
                <a:solidFill>
                  <a:srgbClr val="FFFF00"/>
                </a:solidFill>
                <a:latin typeface="Arial Narrow"/>
                <a:ea typeface="Arial Narrow"/>
                <a:cs typeface="Arial Narrow"/>
                <a:sym typeface="Arial Narrow"/>
              </a:rPr>
              <a:t>5 grupos de processos</a:t>
            </a:r>
            <a:r>
              <a:rPr b="0" i="0" lang="pt-BR" sz="3200" u="none" cap="none" strike="noStrike">
                <a:solidFill>
                  <a:schemeClr val="lt1"/>
                </a:solidFill>
                <a:latin typeface="Arial Narrow"/>
                <a:ea typeface="Arial Narrow"/>
                <a:cs typeface="Arial Narrow"/>
                <a:sym typeface="Arial Narrow"/>
              </a:rPr>
              <a:t> que abrangem </a:t>
            </a:r>
            <a:r>
              <a:rPr b="0" i="0" lang="pt-BR" sz="3200" u="none" cap="none" strike="noStrike">
                <a:solidFill>
                  <a:srgbClr val="FFFF00"/>
                </a:solidFill>
                <a:latin typeface="Arial Narrow"/>
                <a:ea typeface="Arial Narrow"/>
                <a:cs typeface="Arial Narrow"/>
                <a:sym typeface="Arial Narrow"/>
              </a:rPr>
              <a:t>10 áreas de conhecimento </a:t>
            </a:r>
            <a:r>
              <a:rPr b="0" i="0" lang="pt-BR" sz="3200" u="none" cap="none" strike="noStrike">
                <a:solidFill>
                  <a:schemeClr val="lt1"/>
                </a:solidFill>
                <a:latin typeface="Arial Narrow"/>
                <a:ea typeface="Arial Narrow"/>
                <a:cs typeface="Arial Narrow"/>
                <a:sym typeface="Arial Narrow"/>
              </a:rPr>
              <a:t>e a partir da combinação de grupos de processos com áreas de conhecimento, o Guia PMBOK 6ª edição apresenta </a:t>
            </a:r>
            <a:r>
              <a:rPr b="0" i="0" lang="pt-BR" sz="3200" u="none" cap="none" strike="noStrike">
                <a:solidFill>
                  <a:srgbClr val="FFFF00"/>
                </a:solidFill>
                <a:latin typeface="Arial Narrow"/>
                <a:ea typeface="Arial Narrow"/>
                <a:cs typeface="Arial Narrow"/>
                <a:sym typeface="Arial Narrow"/>
              </a:rPr>
              <a:t>49 processos </a:t>
            </a:r>
            <a:r>
              <a:rPr b="0" i="0" lang="pt-BR" sz="3200" u="none" cap="none" strike="noStrike">
                <a:solidFill>
                  <a:schemeClr val="lt1"/>
                </a:solidFill>
                <a:latin typeface="Arial Narrow"/>
                <a:ea typeface="Arial Narrow"/>
                <a:cs typeface="Arial Narrow"/>
                <a:sym typeface="Arial Narrow"/>
              </a:rPr>
              <a:t>que são sugeridos como necessários e aplicáveis para se gerenciar um projeto, desde o seu início até a sua entrega.</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0"/>
                                        </p:tgtEl>
                                        <p:attrNameLst>
                                          <p:attrName>style.visibility</p:attrName>
                                        </p:attrNameLst>
                                      </p:cBhvr>
                                      <p:to>
                                        <p:strVal val="visible"/>
                                      </p:to>
                                    </p:set>
                                    <p:animEffect filter="fade" transition="in">
                                      <p:cBhvr>
                                        <p:cTn dur="500"/>
                                        <p:tgtEl>
                                          <p:spTgt spid="26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33"/>
          <p:cNvSpPr/>
          <p:nvPr/>
        </p:nvSpPr>
        <p:spPr>
          <a:xfrm>
            <a:off x="212035" y="111349"/>
            <a:ext cx="8309114" cy="646331"/>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O PMBoK é </a:t>
            </a:r>
            <a:r>
              <a:rPr b="0" i="0" lang="pt-BR" sz="3600" u="none" cap="none" strike="noStrike">
                <a:solidFill>
                  <a:srgbClr val="FFFF00"/>
                </a:solidFill>
                <a:latin typeface="Arial Narrow"/>
                <a:ea typeface="Arial Narrow"/>
                <a:cs typeface="Arial Narrow"/>
                <a:sym typeface="Arial Narrow"/>
              </a:rPr>
              <a:t>um guia </a:t>
            </a:r>
            <a:r>
              <a:rPr b="0" i="0" lang="pt-BR" sz="3600" u="none" cap="none" strike="noStrike">
                <a:solidFill>
                  <a:schemeClr val="lt1"/>
                </a:solidFill>
                <a:latin typeface="Arial Narrow"/>
                <a:ea typeface="Arial Narrow"/>
                <a:cs typeface="Arial Narrow"/>
                <a:sym typeface="Arial Narrow"/>
              </a:rPr>
              <a:t>e não uma metodologia!</a:t>
            </a:r>
            <a:endParaRPr b="0" i="0" sz="1400" u="none" cap="none" strike="noStrike">
              <a:solidFill>
                <a:srgbClr val="000000"/>
              </a:solidFill>
              <a:latin typeface="Arial"/>
              <a:ea typeface="Arial"/>
              <a:cs typeface="Arial"/>
              <a:sym typeface="Arial"/>
            </a:endParaRPr>
          </a:p>
        </p:txBody>
      </p:sp>
      <p:sp>
        <p:nvSpPr>
          <p:cNvPr id="266" name="Google Shape;266;p33"/>
          <p:cNvSpPr/>
          <p:nvPr/>
        </p:nvSpPr>
        <p:spPr>
          <a:xfrm>
            <a:off x="212034" y="1958009"/>
            <a:ext cx="11767931" cy="1200329"/>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O guia </a:t>
            </a:r>
            <a:r>
              <a:rPr b="0" i="0" lang="pt-BR" sz="3600" u="none" cap="none" strike="noStrike">
                <a:solidFill>
                  <a:srgbClr val="FFFF00"/>
                </a:solidFill>
                <a:latin typeface="Arial Narrow"/>
                <a:ea typeface="Arial Narrow"/>
                <a:cs typeface="Arial Narrow"/>
                <a:sym typeface="Arial Narrow"/>
              </a:rPr>
              <a:t>não determina</a:t>
            </a:r>
            <a:r>
              <a:rPr b="0" i="0" lang="pt-BR" sz="3600" u="none" cap="none" strike="noStrike">
                <a:solidFill>
                  <a:schemeClr val="lt1"/>
                </a:solidFill>
                <a:latin typeface="Arial Narrow"/>
                <a:ea typeface="Arial Narrow"/>
                <a:cs typeface="Arial Narrow"/>
                <a:sym typeface="Arial Narrow"/>
              </a:rPr>
              <a:t> como será gerenciado um projeto, ele apenas </a:t>
            </a:r>
            <a:r>
              <a:rPr b="0" i="0" lang="pt-BR" sz="3600" u="none" cap="none" strike="noStrike">
                <a:solidFill>
                  <a:srgbClr val="FFFF00"/>
                </a:solidFill>
                <a:latin typeface="Arial Narrow"/>
                <a:ea typeface="Arial Narrow"/>
                <a:cs typeface="Arial Narrow"/>
                <a:sym typeface="Arial Narrow"/>
              </a:rPr>
              <a:t>sugere boas práticas</a:t>
            </a:r>
            <a:r>
              <a:rPr b="0" i="0" lang="pt-BR" sz="3600" u="none" cap="none" strike="noStrike">
                <a:solidFill>
                  <a:schemeClr val="lt1"/>
                </a:solidFill>
                <a:latin typeface="Arial Narrow"/>
                <a:ea typeface="Arial Narrow"/>
                <a:cs typeface="Arial Narrow"/>
                <a:sym typeface="Arial Narrow"/>
              </a:rPr>
              <a:t>. </a:t>
            </a:r>
            <a:endParaRPr b="0" i="0" sz="1400" u="none" cap="none" strike="noStrike">
              <a:solidFill>
                <a:srgbClr val="000000"/>
              </a:solidFill>
              <a:latin typeface="Arial"/>
              <a:ea typeface="Arial"/>
              <a:cs typeface="Arial"/>
              <a:sym typeface="Arial"/>
            </a:endParaRPr>
          </a:p>
        </p:txBody>
      </p:sp>
      <p:sp>
        <p:nvSpPr>
          <p:cNvPr id="267" name="Google Shape;267;p33"/>
          <p:cNvSpPr/>
          <p:nvPr/>
        </p:nvSpPr>
        <p:spPr>
          <a:xfrm>
            <a:off x="212034" y="4458062"/>
            <a:ext cx="11767931" cy="1754326"/>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O PMBoK possui informações consensuais que foram identificados por profissionais da área e que se forem usados nos projetos </a:t>
            </a:r>
            <a:r>
              <a:rPr b="0" i="0" lang="pt-BR" sz="3600" u="none" cap="none" strike="noStrike">
                <a:solidFill>
                  <a:srgbClr val="FFFF00"/>
                </a:solidFill>
                <a:latin typeface="Arial Narrow"/>
                <a:ea typeface="Arial Narrow"/>
                <a:cs typeface="Arial Narrow"/>
                <a:sym typeface="Arial Narrow"/>
              </a:rPr>
              <a:t>aumentam as chances de sucesso </a:t>
            </a:r>
            <a:r>
              <a:rPr b="0" i="0" lang="pt-BR" sz="3600" u="none" cap="none" strike="noStrike">
                <a:solidFill>
                  <a:schemeClr val="lt1"/>
                </a:solidFill>
                <a:latin typeface="Arial Narrow"/>
                <a:ea typeface="Arial Narrow"/>
                <a:cs typeface="Arial Narrow"/>
                <a:sym typeface="Arial Narrow"/>
              </a:rPr>
              <a:t>nesses projetos.</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6"/>
                                        </p:tgtEl>
                                        <p:attrNameLst>
                                          <p:attrName>style.visibility</p:attrName>
                                        </p:attrNameLst>
                                      </p:cBhvr>
                                      <p:to>
                                        <p:strVal val="visible"/>
                                      </p:to>
                                    </p:set>
                                    <p:animEffect filter="fade" transition="in">
                                      <p:cBhvr>
                                        <p:cTn dur="500"/>
                                        <p:tgtEl>
                                          <p:spTgt spid="2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5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pic>
        <p:nvPicPr>
          <p:cNvPr id="272" name="Google Shape;272;p34"/>
          <p:cNvPicPr preferRelativeResize="0"/>
          <p:nvPr/>
        </p:nvPicPr>
        <p:blipFill rotWithShape="1">
          <a:blip r:embed="rId3">
            <a:alphaModFix/>
          </a:blip>
          <a:srcRect b="0" l="0" r="0" t="0"/>
          <a:stretch/>
        </p:blipFill>
        <p:spPr>
          <a:xfrm>
            <a:off x="2543174" y="606077"/>
            <a:ext cx="7183921" cy="6139276"/>
          </a:xfrm>
          <a:prstGeom prst="rect">
            <a:avLst/>
          </a:prstGeom>
          <a:noFill/>
          <a:ln>
            <a:noFill/>
          </a:ln>
        </p:spPr>
      </p:pic>
      <p:pic>
        <p:nvPicPr>
          <p:cNvPr id="273" name="Google Shape;273;p34"/>
          <p:cNvPicPr preferRelativeResize="0"/>
          <p:nvPr/>
        </p:nvPicPr>
        <p:blipFill rotWithShape="1">
          <a:blip r:embed="rId4">
            <a:alphaModFix/>
          </a:blip>
          <a:srcRect b="0" l="0" r="0" t="0"/>
          <a:stretch/>
        </p:blipFill>
        <p:spPr>
          <a:xfrm>
            <a:off x="212034" y="2062578"/>
            <a:ext cx="3498563" cy="1939575"/>
          </a:xfrm>
          <a:prstGeom prst="rect">
            <a:avLst/>
          </a:prstGeom>
          <a:noFill/>
          <a:ln>
            <a:noFill/>
          </a:ln>
        </p:spPr>
      </p:pic>
      <p:pic>
        <p:nvPicPr>
          <p:cNvPr id="274" name="Google Shape;274;p34"/>
          <p:cNvPicPr preferRelativeResize="0"/>
          <p:nvPr/>
        </p:nvPicPr>
        <p:blipFill rotWithShape="1">
          <a:blip r:embed="rId5">
            <a:alphaModFix/>
          </a:blip>
          <a:srcRect b="0" l="0" r="0" t="0"/>
          <a:stretch/>
        </p:blipFill>
        <p:spPr>
          <a:xfrm>
            <a:off x="3662233" y="2066597"/>
            <a:ext cx="4050517" cy="2343839"/>
          </a:xfrm>
          <a:prstGeom prst="rect">
            <a:avLst/>
          </a:prstGeom>
          <a:noFill/>
          <a:ln>
            <a:noFill/>
          </a:ln>
        </p:spPr>
      </p:pic>
      <p:pic>
        <p:nvPicPr>
          <p:cNvPr id="275" name="Google Shape;275;p34"/>
          <p:cNvPicPr preferRelativeResize="0"/>
          <p:nvPr/>
        </p:nvPicPr>
        <p:blipFill rotWithShape="1">
          <a:blip r:embed="rId6">
            <a:alphaModFix/>
          </a:blip>
          <a:srcRect b="0" l="0" r="0" t="0"/>
          <a:stretch/>
        </p:blipFill>
        <p:spPr>
          <a:xfrm>
            <a:off x="3728501" y="4385930"/>
            <a:ext cx="4050516" cy="1944248"/>
          </a:xfrm>
          <a:prstGeom prst="rect">
            <a:avLst/>
          </a:prstGeom>
          <a:noFill/>
          <a:ln>
            <a:noFill/>
          </a:ln>
        </p:spPr>
      </p:pic>
      <p:pic>
        <p:nvPicPr>
          <p:cNvPr id="276" name="Google Shape;276;p34"/>
          <p:cNvPicPr preferRelativeResize="0"/>
          <p:nvPr/>
        </p:nvPicPr>
        <p:blipFill rotWithShape="1">
          <a:blip r:embed="rId7">
            <a:alphaModFix/>
          </a:blip>
          <a:srcRect b="0" l="0" r="0" t="0"/>
          <a:stretch/>
        </p:blipFill>
        <p:spPr>
          <a:xfrm>
            <a:off x="8672793" y="4368145"/>
            <a:ext cx="3237149" cy="1824970"/>
          </a:xfrm>
          <a:prstGeom prst="rect">
            <a:avLst/>
          </a:prstGeom>
          <a:noFill/>
          <a:ln>
            <a:noFill/>
          </a:ln>
        </p:spPr>
      </p:pic>
      <p:sp>
        <p:nvSpPr>
          <p:cNvPr id="277" name="Google Shape;277;p34"/>
          <p:cNvSpPr txBox="1"/>
          <p:nvPr/>
        </p:nvSpPr>
        <p:spPr>
          <a:xfrm>
            <a:off x="3271348" y="-53009"/>
            <a:ext cx="4964821" cy="64633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600"/>
              <a:buFont typeface="Arial"/>
              <a:buNone/>
            </a:pPr>
            <a:r>
              <a:rPr b="0" i="0" lang="pt-BR" sz="3600" u="none" cap="none" strike="noStrike">
                <a:solidFill>
                  <a:srgbClr val="FFFF00"/>
                </a:solidFill>
                <a:latin typeface="Arial Narrow"/>
                <a:ea typeface="Arial Narrow"/>
                <a:cs typeface="Arial Narrow"/>
                <a:sym typeface="Arial Narrow"/>
              </a:rPr>
              <a:t>GRUPOS DE PROCESSOS</a:t>
            </a:r>
            <a:endParaRPr b="0" i="0" sz="1400" u="none" cap="none" strike="noStrike">
              <a:solidFill>
                <a:srgbClr val="000000"/>
              </a:solidFill>
              <a:latin typeface="Arial"/>
              <a:ea typeface="Arial"/>
              <a:cs typeface="Arial"/>
              <a:sym typeface="Arial"/>
            </a:endParaRPr>
          </a:p>
        </p:txBody>
      </p:sp>
      <p:pic>
        <p:nvPicPr>
          <p:cNvPr id="278" name="Google Shape;278;p34"/>
          <p:cNvPicPr preferRelativeResize="0"/>
          <p:nvPr/>
        </p:nvPicPr>
        <p:blipFill rotWithShape="1">
          <a:blip r:embed="rId8">
            <a:alphaModFix/>
          </a:blip>
          <a:srcRect b="0" l="0" r="0" t="0"/>
          <a:stretch/>
        </p:blipFill>
        <p:spPr>
          <a:xfrm>
            <a:off x="914400" y="89930"/>
            <a:ext cx="10045148" cy="66554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3"/>
                                        </p:tgtEl>
                                        <p:attrNameLst>
                                          <p:attrName>style.visibility</p:attrName>
                                        </p:attrNameLst>
                                      </p:cBhvr>
                                      <p:to>
                                        <p:strVal val="visible"/>
                                      </p:to>
                                    </p:set>
                                    <p:animEffect filter="fade" transition="in">
                                      <p:cBhvr>
                                        <p:cTn dur="500"/>
                                        <p:tgtEl>
                                          <p:spTgt spid="2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4"/>
                                        </p:tgtEl>
                                        <p:attrNameLst>
                                          <p:attrName>style.visibility</p:attrName>
                                        </p:attrNameLst>
                                      </p:cBhvr>
                                      <p:to>
                                        <p:strVal val="visible"/>
                                      </p:to>
                                    </p:set>
                                    <p:animEffect filter="fade" transition="in">
                                      <p:cBhvr>
                                        <p:cTn dur="500"/>
                                        <p:tgtEl>
                                          <p:spTgt spid="2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5"/>
                                        </p:tgtEl>
                                        <p:attrNameLst>
                                          <p:attrName>style.visibility</p:attrName>
                                        </p:attrNameLst>
                                      </p:cBhvr>
                                      <p:to>
                                        <p:strVal val="visible"/>
                                      </p:to>
                                    </p:set>
                                    <p:animEffect filter="fade" transition="in">
                                      <p:cBhvr>
                                        <p:cTn dur="500"/>
                                        <p:tgtEl>
                                          <p:spTgt spid="2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2"/>
                                        </p:tgtEl>
                                        <p:attrNameLst>
                                          <p:attrName>style.visibility</p:attrName>
                                        </p:attrNameLst>
                                      </p:cBhvr>
                                      <p:to>
                                        <p:strVal val="visible"/>
                                      </p:to>
                                    </p:set>
                                    <p:animEffect filter="fade" transition="in">
                                      <p:cBhvr>
                                        <p:cTn dur="500"/>
                                        <p:tgtEl>
                                          <p:spTgt spid="2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6"/>
                                        </p:tgtEl>
                                        <p:attrNameLst>
                                          <p:attrName>style.visibility</p:attrName>
                                        </p:attrNameLst>
                                      </p:cBhvr>
                                      <p:to>
                                        <p:strVal val="visible"/>
                                      </p:to>
                                    </p:set>
                                    <p:animEffect filter="fade" transition="in">
                                      <p:cBhvr>
                                        <p:cTn dur="500"/>
                                        <p:tgtEl>
                                          <p:spTgt spid="2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278"/>
                                        </p:tgtEl>
                                        <p:attrNameLst>
                                          <p:attrName>style.visibility</p:attrName>
                                        </p:attrNameLst>
                                      </p:cBhvr>
                                      <p:to>
                                        <p:strVal val="visible"/>
                                      </p:to>
                                    </p:set>
                                    <p:anim calcmode="lin" valueType="num">
                                      <p:cBhvr additive="base">
                                        <p:cTn dur="500"/>
                                        <p:tgtEl>
                                          <p:spTgt spid="278"/>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pic>
        <p:nvPicPr>
          <p:cNvPr id="283" name="Google Shape;283;p35"/>
          <p:cNvPicPr preferRelativeResize="0"/>
          <p:nvPr/>
        </p:nvPicPr>
        <p:blipFill rotWithShape="1">
          <a:blip r:embed="rId3">
            <a:alphaModFix/>
          </a:blip>
          <a:srcRect b="0" l="0" r="0" t="0"/>
          <a:stretch/>
        </p:blipFill>
        <p:spPr>
          <a:xfrm>
            <a:off x="0" y="0"/>
            <a:ext cx="3498563" cy="1939575"/>
          </a:xfrm>
          <a:prstGeom prst="rect">
            <a:avLst/>
          </a:prstGeom>
          <a:noFill/>
          <a:ln>
            <a:noFill/>
          </a:ln>
        </p:spPr>
      </p:pic>
      <p:sp>
        <p:nvSpPr>
          <p:cNvPr id="284" name="Google Shape;284;p35"/>
          <p:cNvSpPr/>
          <p:nvPr/>
        </p:nvSpPr>
        <p:spPr>
          <a:xfrm>
            <a:off x="3604592" y="66260"/>
            <a:ext cx="8415130" cy="2246769"/>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O Grupo de Processos de Iniciação define um novo projeto, através da obtenção da autorização para iniciá-lo.</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Neste grupo de processos o </a:t>
            </a:r>
            <a:r>
              <a:rPr b="0" i="0" lang="pt-BR" sz="2800" u="none" cap="none" strike="noStrike">
                <a:solidFill>
                  <a:srgbClr val="FFFF00"/>
                </a:solidFill>
                <a:latin typeface="Arial Narrow"/>
                <a:ea typeface="Arial Narrow"/>
                <a:cs typeface="Arial Narrow"/>
                <a:sym typeface="Arial Narrow"/>
              </a:rPr>
              <a:t>escopo</a:t>
            </a:r>
            <a:r>
              <a:rPr b="0" i="0" lang="pt-BR" sz="2800" u="none" cap="none" strike="noStrike">
                <a:solidFill>
                  <a:schemeClr val="lt1"/>
                </a:solidFill>
                <a:latin typeface="Arial Narrow"/>
                <a:ea typeface="Arial Narrow"/>
                <a:cs typeface="Arial Narrow"/>
                <a:sym typeface="Arial Narrow"/>
              </a:rPr>
              <a:t> inicial é definido, os </a:t>
            </a:r>
            <a:r>
              <a:rPr b="0" i="0" lang="pt-BR" sz="2800" u="none" cap="none" strike="noStrike">
                <a:solidFill>
                  <a:srgbClr val="FFFF00"/>
                </a:solidFill>
                <a:latin typeface="Arial Narrow"/>
                <a:ea typeface="Arial Narrow"/>
                <a:cs typeface="Arial Narrow"/>
                <a:sym typeface="Arial Narrow"/>
              </a:rPr>
              <a:t>recursos financeiros </a:t>
            </a:r>
            <a:r>
              <a:rPr b="0" i="0" lang="pt-BR" sz="2800" u="none" cap="none" strike="noStrike">
                <a:solidFill>
                  <a:schemeClr val="lt1"/>
                </a:solidFill>
                <a:latin typeface="Arial Narrow"/>
                <a:ea typeface="Arial Narrow"/>
                <a:cs typeface="Arial Narrow"/>
                <a:sym typeface="Arial Narrow"/>
              </a:rPr>
              <a:t>iniciais são comprometidos e </a:t>
            </a:r>
            <a:r>
              <a:rPr b="0" i="0" lang="pt-BR" sz="2800" u="none" cap="none" strike="noStrike">
                <a:solidFill>
                  <a:srgbClr val="FFFF00"/>
                </a:solidFill>
                <a:latin typeface="Arial Narrow"/>
                <a:ea typeface="Arial Narrow"/>
                <a:cs typeface="Arial Narrow"/>
                <a:sym typeface="Arial Narrow"/>
              </a:rPr>
              <a:t>duração</a:t>
            </a:r>
            <a:r>
              <a:rPr b="0" i="0" lang="pt-BR" sz="2800" u="none" cap="none" strike="noStrike">
                <a:solidFill>
                  <a:schemeClr val="lt1"/>
                </a:solidFill>
                <a:latin typeface="Arial Narrow"/>
                <a:ea typeface="Arial Narrow"/>
                <a:cs typeface="Arial Narrow"/>
                <a:sym typeface="Arial Narrow"/>
              </a:rPr>
              <a:t> do projeto é estipulada.</a:t>
            </a:r>
            <a:endParaRPr b="0" i="0" sz="2800" u="none" cap="none" strike="noStrike">
              <a:solidFill>
                <a:schemeClr val="lt1"/>
              </a:solidFill>
              <a:latin typeface="Arial Narrow"/>
              <a:ea typeface="Arial Narrow"/>
              <a:cs typeface="Arial Narrow"/>
              <a:sym typeface="Arial Narrow"/>
            </a:endParaRPr>
          </a:p>
        </p:txBody>
      </p:sp>
      <p:sp>
        <p:nvSpPr>
          <p:cNvPr id="285" name="Google Shape;285;p35"/>
          <p:cNvSpPr/>
          <p:nvPr/>
        </p:nvSpPr>
        <p:spPr>
          <a:xfrm>
            <a:off x="1510749" y="3429000"/>
            <a:ext cx="4212086" cy="3117574"/>
          </a:xfrm>
          <a:prstGeom prst="triangle">
            <a:avLst>
              <a:gd fmla="val 50000" name="adj"/>
            </a:avLst>
          </a:prstGeom>
          <a:solidFill>
            <a:schemeClr val="lt1"/>
          </a:solidFill>
          <a:ln cap="rnd" cmpd="sng" w="19050">
            <a:solidFill>
              <a:srgbClr val="7D2D8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0000"/>
              </a:solidFill>
              <a:latin typeface="Arial Narrow"/>
              <a:ea typeface="Arial Narrow"/>
              <a:cs typeface="Arial Narrow"/>
              <a:sym typeface="Arial Narrow"/>
            </a:endParaRPr>
          </a:p>
        </p:txBody>
      </p:sp>
      <p:sp>
        <p:nvSpPr>
          <p:cNvPr id="286" name="Google Shape;286;p35"/>
          <p:cNvSpPr txBox="1"/>
          <p:nvPr/>
        </p:nvSpPr>
        <p:spPr>
          <a:xfrm>
            <a:off x="3075618" y="2962941"/>
            <a:ext cx="4798108"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pt-BR" sz="2400" u="none" cap="none" strike="noStrike">
                <a:solidFill>
                  <a:srgbClr val="FFFF00"/>
                </a:solidFill>
                <a:latin typeface="Arial Narrow"/>
                <a:ea typeface="Arial Narrow"/>
                <a:cs typeface="Arial Narrow"/>
                <a:sym typeface="Arial Narrow"/>
              </a:rPr>
              <a:t>TEMPO (tempo de duração do projeto)</a:t>
            </a:r>
            <a:endParaRPr b="0" i="0" sz="1400" u="none" cap="none" strike="noStrike">
              <a:solidFill>
                <a:srgbClr val="000000"/>
              </a:solidFill>
              <a:latin typeface="Arial"/>
              <a:ea typeface="Arial"/>
              <a:cs typeface="Arial"/>
              <a:sym typeface="Arial"/>
            </a:endParaRPr>
          </a:p>
        </p:txBody>
      </p:sp>
      <p:sp>
        <p:nvSpPr>
          <p:cNvPr id="287" name="Google Shape;287;p35"/>
          <p:cNvSpPr txBox="1"/>
          <p:nvPr/>
        </p:nvSpPr>
        <p:spPr>
          <a:xfrm>
            <a:off x="445586" y="6089303"/>
            <a:ext cx="1065163"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pt-BR" sz="2400" u="none" cap="none" strike="noStrike">
                <a:solidFill>
                  <a:srgbClr val="FFFF00"/>
                </a:solidFill>
                <a:latin typeface="Arial Narrow"/>
                <a:ea typeface="Arial Narrow"/>
                <a:cs typeface="Arial Narrow"/>
                <a:sym typeface="Arial Narrow"/>
              </a:rPr>
              <a:t>CUSTO</a:t>
            </a:r>
            <a:endParaRPr b="0" i="0" sz="1400" u="none" cap="none" strike="noStrike">
              <a:solidFill>
                <a:srgbClr val="000000"/>
              </a:solidFill>
              <a:latin typeface="Arial"/>
              <a:ea typeface="Arial"/>
              <a:cs typeface="Arial"/>
              <a:sym typeface="Arial"/>
            </a:endParaRPr>
          </a:p>
        </p:txBody>
      </p:sp>
      <p:sp>
        <p:nvSpPr>
          <p:cNvPr id="288" name="Google Shape;288;p35"/>
          <p:cNvSpPr txBox="1"/>
          <p:nvPr/>
        </p:nvSpPr>
        <p:spPr>
          <a:xfrm>
            <a:off x="5835820" y="6089303"/>
            <a:ext cx="3877985"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pt-BR" sz="2400" u="none" cap="none" strike="noStrike">
                <a:solidFill>
                  <a:srgbClr val="FFFF00"/>
                </a:solidFill>
                <a:latin typeface="Arial Narrow"/>
                <a:ea typeface="Arial Narrow"/>
                <a:cs typeface="Arial Narrow"/>
                <a:sym typeface="Arial Narrow"/>
              </a:rPr>
              <a:t>ESCOPO (o que deve ser feito)</a:t>
            </a:r>
            <a:endParaRPr b="0" i="0" sz="1400" u="none" cap="none" strike="noStrike">
              <a:solidFill>
                <a:srgbClr val="000000"/>
              </a:solidFill>
              <a:latin typeface="Arial"/>
              <a:ea typeface="Arial"/>
              <a:cs typeface="Arial"/>
              <a:sym typeface="Arial"/>
            </a:endParaRPr>
          </a:p>
        </p:txBody>
      </p:sp>
      <p:sp>
        <p:nvSpPr>
          <p:cNvPr id="289" name="Google Shape;289;p35"/>
          <p:cNvSpPr txBox="1"/>
          <p:nvPr/>
        </p:nvSpPr>
        <p:spPr>
          <a:xfrm>
            <a:off x="2632209" y="4619608"/>
            <a:ext cx="1922321" cy="181588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1" i="0" lang="pt-BR" sz="2800" u="none" cap="none" strike="noStrike">
                <a:solidFill>
                  <a:srgbClr val="FF0000"/>
                </a:solidFill>
                <a:latin typeface="Arial Narrow"/>
                <a:ea typeface="Arial Narrow"/>
                <a:cs typeface="Arial Narrow"/>
                <a:sym typeface="Arial Narrow"/>
              </a:rPr>
              <a:t>TRÍPLICE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rPr b="1" i="0" lang="pt-BR" sz="2800" u="none" cap="none" strike="noStrike">
                <a:solidFill>
                  <a:srgbClr val="FF0000"/>
                </a:solidFill>
                <a:latin typeface="Arial Narrow"/>
                <a:ea typeface="Arial Narrow"/>
                <a:cs typeface="Arial Narrow"/>
                <a:sym typeface="Arial Narrow"/>
              </a:rPr>
              <a:t>RESTRIÇÃO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rPr b="1" i="0" lang="pt-BR" sz="2800" u="none" cap="none" strike="noStrike">
                <a:solidFill>
                  <a:srgbClr val="FF0000"/>
                </a:solidFill>
                <a:latin typeface="Arial Narrow"/>
                <a:ea typeface="Arial Narrow"/>
                <a:cs typeface="Arial Narrow"/>
                <a:sym typeface="Arial Narrow"/>
              </a:rPr>
              <a:t>DE UM</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rPr b="1" i="0" lang="pt-BR" sz="2800" u="none" cap="none" strike="noStrike">
                <a:solidFill>
                  <a:srgbClr val="FF0000"/>
                </a:solidFill>
                <a:latin typeface="Arial Narrow"/>
                <a:ea typeface="Arial Narrow"/>
                <a:cs typeface="Arial Narrow"/>
                <a:sym typeface="Arial Narrow"/>
              </a:rPr>
              <a:t>PROJETO</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5"/>
                                        </p:tgtEl>
                                        <p:attrNameLst>
                                          <p:attrName>style.visibility</p:attrName>
                                        </p:attrNameLst>
                                      </p:cBhvr>
                                      <p:to>
                                        <p:strVal val="visible"/>
                                      </p:to>
                                    </p:set>
                                    <p:animEffect filter="fade" transition="in">
                                      <p:cBhvr>
                                        <p:cTn dur="500"/>
                                        <p:tgtEl>
                                          <p:spTgt spid="285"/>
                                        </p:tgtEl>
                                      </p:cBhvr>
                                    </p:animEffect>
                                  </p:childTnLst>
                                </p:cTn>
                              </p:par>
                            </p:childTnLst>
                          </p:cTn>
                        </p:par>
                        <p:par>
                          <p:cTn fill="hold">
                            <p:stCondLst>
                              <p:cond delay="500"/>
                            </p:stCondLst>
                            <p:childTnLst>
                              <p:par>
                                <p:cTn fill="hold" nodeType="afterEffect" presetClass="entr" presetID="10" presetSubtype="0">
                                  <p:stCondLst>
                                    <p:cond delay="500"/>
                                  </p:stCondLst>
                                  <p:childTnLst>
                                    <p:set>
                                      <p:cBhvr>
                                        <p:cTn dur="1" fill="hold">
                                          <p:stCondLst>
                                            <p:cond delay="0"/>
                                          </p:stCondLst>
                                        </p:cTn>
                                        <p:tgtEl>
                                          <p:spTgt spid="286"/>
                                        </p:tgtEl>
                                        <p:attrNameLst>
                                          <p:attrName>style.visibility</p:attrName>
                                        </p:attrNameLst>
                                      </p:cBhvr>
                                      <p:to>
                                        <p:strVal val="visible"/>
                                      </p:to>
                                    </p:set>
                                    <p:animEffect filter="fade" transition="in">
                                      <p:cBhvr>
                                        <p:cTn dur="500"/>
                                        <p:tgtEl>
                                          <p:spTgt spid="286"/>
                                        </p:tgtEl>
                                      </p:cBhvr>
                                    </p:animEffect>
                                  </p:childTnLst>
                                </p:cTn>
                              </p:par>
                            </p:childTnLst>
                          </p:cTn>
                        </p:par>
                        <p:par>
                          <p:cTn fill="hold">
                            <p:stCondLst>
                              <p:cond delay="1000"/>
                            </p:stCondLst>
                            <p:childTnLst>
                              <p:par>
                                <p:cTn fill="hold" nodeType="afterEffect" presetClass="entr" presetID="10" presetSubtype="0">
                                  <p:stCondLst>
                                    <p:cond delay="500"/>
                                  </p:stCondLst>
                                  <p:childTnLst>
                                    <p:set>
                                      <p:cBhvr>
                                        <p:cTn dur="1" fill="hold">
                                          <p:stCondLst>
                                            <p:cond delay="0"/>
                                          </p:stCondLst>
                                        </p:cTn>
                                        <p:tgtEl>
                                          <p:spTgt spid="287"/>
                                        </p:tgtEl>
                                        <p:attrNameLst>
                                          <p:attrName>style.visibility</p:attrName>
                                        </p:attrNameLst>
                                      </p:cBhvr>
                                      <p:to>
                                        <p:strVal val="visible"/>
                                      </p:to>
                                    </p:set>
                                    <p:animEffect filter="fade" transition="in">
                                      <p:cBhvr>
                                        <p:cTn dur="500"/>
                                        <p:tgtEl>
                                          <p:spTgt spid="287"/>
                                        </p:tgtEl>
                                      </p:cBhvr>
                                    </p:animEffect>
                                  </p:childTnLst>
                                </p:cTn>
                              </p:par>
                            </p:childTnLst>
                          </p:cTn>
                        </p:par>
                        <p:par>
                          <p:cTn fill="hold">
                            <p:stCondLst>
                              <p:cond delay="1500"/>
                            </p:stCondLst>
                            <p:childTnLst>
                              <p:par>
                                <p:cTn fill="hold" nodeType="afterEffect" presetClass="entr" presetID="10" presetSubtype="0">
                                  <p:stCondLst>
                                    <p:cond delay="500"/>
                                  </p:stCondLst>
                                  <p:childTnLst>
                                    <p:set>
                                      <p:cBhvr>
                                        <p:cTn dur="1" fill="hold">
                                          <p:stCondLst>
                                            <p:cond delay="0"/>
                                          </p:stCondLst>
                                        </p:cTn>
                                        <p:tgtEl>
                                          <p:spTgt spid="288"/>
                                        </p:tgtEl>
                                        <p:attrNameLst>
                                          <p:attrName>style.visibility</p:attrName>
                                        </p:attrNameLst>
                                      </p:cBhvr>
                                      <p:to>
                                        <p:strVal val="visible"/>
                                      </p:to>
                                    </p:set>
                                    <p:animEffect filter="fade" transition="in">
                                      <p:cBhvr>
                                        <p:cTn dur="500"/>
                                        <p:tgtEl>
                                          <p:spTgt spid="288"/>
                                        </p:tgtEl>
                                      </p:cBhvr>
                                    </p:animEffect>
                                  </p:childTnLst>
                                </p:cTn>
                              </p:par>
                            </p:childTnLst>
                          </p:cTn>
                        </p:par>
                        <p:par>
                          <p:cTn fill="hold">
                            <p:stCondLst>
                              <p:cond delay="2000"/>
                            </p:stCondLst>
                            <p:childTnLst>
                              <p:par>
                                <p:cTn fill="hold" nodeType="afterEffect" presetClass="entr" presetID="10" presetSubtype="0">
                                  <p:stCondLst>
                                    <p:cond delay="500"/>
                                  </p:stCondLst>
                                  <p:childTnLst>
                                    <p:set>
                                      <p:cBhvr>
                                        <p:cTn dur="1" fill="hold">
                                          <p:stCondLst>
                                            <p:cond delay="0"/>
                                          </p:stCondLst>
                                        </p:cTn>
                                        <p:tgtEl>
                                          <p:spTgt spid="289"/>
                                        </p:tgtEl>
                                        <p:attrNameLst>
                                          <p:attrName>style.visibility</p:attrName>
                                        </p:attrNameLst>
                                      </p:cBhvr>
                                      <p:to>
                                        <p:strVal val="visible"/>
                                      </p:to>
                                    </p:set>
                                    <p:animEffect filter="fade" transition="in">
                                      <p:cBhvr>
                                        <p:cTn dur="500"/>
                                        <p:tgtEl>
                                          <p:spTgt spid="28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pic>
        <p:nvPicPr>
          <p:cNvPr id="294" name="Google Shape;294;p36"/>
          <p:cNvPicPr preferRelativeResize="0"/>
          <p:nvPr/>
        </p:nvPicPr>
        <p:blipFill rotWithShape="1">
          <a:blip r:embed="rId3">
            <a:alphaModFix/>
          </a:blip>
          <a:srcRect b="0" l="0" r="0" t="0"/>
          <a:stretch/>
        </p:blipFill>
        <p:spPr>
          <a:xfrm>
            <a:off x="0" y="0"/>
            <a:ext cx="4050517" cy="2343839"/>
          </a:xfrm>
          <a:prstGeom prst="rect">
            <a:avLst/>
          </a:prstGeom>
          <a:noFill/>
          <a:ln>
            <a:noFill/>
          </a:ln>
        </p:spPr>
      </p:pic>
      <p:sp>
        <p:nvSpPr>
          <p:cNvPr id="295" name="Google Shape;295;p36"/>
          <p:cNvSpPr/>
          <p:nvPr/>
        </p:nvSpPr>
        <p:spPr>
          <a:xfrm>
            <a:off x="4050517" y="0"/>
            <a:ext cx="8035466" cy="6986528"/>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2700"/>
              <a:buFont typeface="Arial"/>
              <a:buNone/>
            </a:pPr>
            <a:r>
              <a:rPr b="0" i="0" lang="pt-BR" sz="2700" u="none" cap="none" strike="noStrike">
                <a:solidFill>
                  <a:schemeClr val="lt1"/>
                </a:solidFill>
                <a:latin typeface="Arial Narrow"/>
                <a:ea typeface="Arial Narrow"/>
                <a:cs typeface="Arial Narrow"/>
                <a:sym typeface="Arial Narrow"/>
              </a:rPr>
              <a:t>O Planejamento </a:t>
            </a:r>
            <a:r>
              <a:rPr b="0" i="0" lang="pt-BR" sz="2700" u="none" cap="none" strike="noStrike">
                <a:solidFill>
                  <a:srgbClr val="FFFF00"/>
                </a:solidFill>
                <a:latin typeface="Arial Narrow"/>
                <a:ea typeface="Arial Narrow"/>
                <a:cs typeface="Arial Narrow"/>
                <a:sym typeface="Arial Narrow"/>
              </a:rPr>
              <a:t>refina o escopo </a:t>
            </a:r>
            <a:r>
              <a:rPr b="0" i="0" lang="pt-BR" sz="2700" u="none" cap="none" strike="noStrike">
                <a:solidFill>
                  <a:schemeClr val="lt1"/>
                </a:solidFill>
                <a:latin typeface="Arial Narrow"/>
                <a:ea typeface="Arial Narrow"/>
                <a:cs typeface="Arial Narrow"/>
                <a:sym typeface="Arial Narrow"/>
              </a:rPr>
              <a:t>do projeto e desenvolve os cursos de ação necessários para alcançar os objetivos para os quais o projeto foi criado.</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2700"/>
              <a:buFont typeface="Arial"/>
              <a:buNone/>
            </a:pPr>
            <a:r>
              <a:rPr b="0" i="0" lang="pt-BR" sz="2700" u="none" cap="none" strike="noStrike">
                <a:solidFill>
                  <a:schemeClr val="lt1"/>
                </a:solidFill>
                <a:latin typeface="Arial Narrow"/>
                <a:ea typeface="Arial Narrow"/>
                <a:cs typeface="Arial Narrow"/>
                <a:sym typeface="Arial Narrow"/>
              </a:rPr>
              <a:t>Um plano de gerenciamento do projeto (PGP) é um conjunto de planos com um plano de gerenciamento de escopo, um plano de gerenciamento de tempo, um plano de gerenciamento de custo, além de outros planos auxiliares (comunicação, riscos, qualidade, etc.).</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2700"/>
              <a:buFont typeface="Arial"/>
              <a:buNone/>
            </a:pPr>
            <a:r>
              <a:rPr b="0" i="0" lang="pt-BR" sz="2700" u="none" cap="none" strike="noStrike">
                <a:solidFill>
                  <a:schemeClr val="lt1"/>
                </a:solidFill>
                <a:latin typeface="Arial Narrow"/>
                <a:ea typeface="Arial Narrow"/>
                <a:cs typeface="Arial Narrow"/>
                <a:sym typeface="Arial Narrow"/>
              </a:rPr>
              <a:t>O Planejamento do projeto é iterativo e contínuo progressivamente, não é necessário definir todo planejamento do projeto no seu início e sim, em ondas sucessivas, na medida que o projeto vai evoluindo e mais informações vão sendo coletadas.</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2700"/>
              <a:buFont typeface="Arial"/>
              <a:buNone/>
            </a:pPr>
            <a:r>
              <a:rPr b="0" i="0" lang="pt-BR" sz="2700" u="none" cap="none" strike="noStrike">
                <a:solidFill>
                  <a:schemeClr val="lt1"/>
                </a:solidFill>
                <a:latin typeface="Arial Narrow"/>
                <a:ea typeface="Arial Narrow"/>
                <a:cs typeface="Arial Narrow"/>
                <a:sym typeface="Arial Narrow"/>
              </a:rPr>
              <a:t>Os processos de planejamento definem como a execução deve ocorrer, com seu escopo, tempo e custo, além de outros planos definidos conforme o plano.</a:t>
            </a:r>
            <a:endParaRPr b="0" i="0" sz="2700" u="none" cap="none" strike="noStrike">
              <a:solidFill>
                <a:schemeClr val="lt1"/>
              </a:solidFill>
              <a:latin typeface="Arial Narrow"/>
              <a:ea typeface="Arial Narrow"/>
              <a:cs typeface="Arial Narrow"/>
              <a:sym typeface="Arial Narrow"/>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pic>
        <p:nvPicPr>
          <p:cNvPr id="300" name="Google Shape;300;p37"/>
          <p:cNvPicPr preferRelativeResize="0"/>
          <p:nvPr/>
        </p:nvPicPr>
        <p:blipFill rotWithShape="1">
          <a:blip r:embed="rId3">
            <a:alphaModFix/>
          </a:blip>
          <a:srcRect b="0" l="0" r="0" t="0"/>
          <a:stretch/>
        </p:blipFill>
        <p:spPr>
          <a:xfrm>
            <a:off x="0" y="0"/>
            <a:ext cx="4050516" cy="1944248"/>
          </a:xfrm>
          <a:prstGeom prst="rect">
            <a:avLst/>
          </a:prstGeom>
          <a:noFill/>
          <a:ln>
            <a:noFill/>
          </a:ln>
        </p:spPr>
      </p:pic>
      <p:sp>
        <p:nvSpPr>
          <p:cNvPr id="301" name="Google Shape;301;p37"/>
          <p:cNvSpPr/>
          <p:nvPr/>
        </p:nvSpPr>
        <p:spPr>
          <a:xfrm>
            <a:off x="4103524" y="26504"/>
            <a:ext cx="7955954" cy="4524315"/>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O grupo de execução usa processos que são utilizados para executar o trabalho definido no plano de gerenciamento do projeto para satisfazer as especificações do mesmo.</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3600"/>
              <a:buFont typeface="Arial"/>
              <a:buNone/>
            </a:pPr>
            <a:r>
              <a:t/>
            </a:r>
            <a:endParaRPr b="0" i="0" sz="3600" u="none" cap="none" strike="noStrike">
              <a:solidFill>
                <a:schemeClr val="lt1"/>
              </a:solidFill>
              <a:latin typeface="Arial Narrow"/>
              <a:ea typeface="Arial Narrow"/>
              <a:cs typeface="Arial Narrow"/>
              <a:sym typeface="Arial Narrow"/>
            </a:endParaRPr>
          </a:p>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Neste grupo de processos é que a </a:t>
            </a:r>
            <a:r>
              <a:rPr b="0" i="0" lang="pt-BR" sz="3600" u="none" cap="none" strike="noStrike">
                <a:solidFill>
                  <a:srgbClr val="FFFF00"/>
                </a:solidFill>
                <a:latin typeface="Arial Narrow"/>
                <a:ea typeface="Arial Narrow"/>
                <a:cs typeface="Arial Narrow"/>
                <a:sym typeface="Arial Narrow"/>
              </a:rPr>
              <a:t>maior parte do orçamento será consumido, além do esforço da equipe</a:t>
            </a:r>
            <a:r>
              <a:rPr b="0" i="0" lang="pt-BR" sz="3600" u="none" cap="none" strike="noStrike">
                <a:solidFill>
                  <a:schemeClr val="lt1"/>
                </a:solidFill>
                <a:latin typeface="Arial Narrow"/>
                <a:ea typeface="Arial Narrow"/>
                <a:cs typeface="Arial Narrow"/>
                <a:sym typeface="Arial Narrow"/>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pic>
        <p:nvPicPr>
          <p:cNvPr id="306" name="Google Shape;306;p38"/>
          <p:cNvPicPr preferRelativeResize="0"/>
          <p:nvPr/>
        </p:nvPicPr>
        <p:blipFill rotWithShape="1">
          <a:blip r:embed="rId3">
            <a:alphaModFix/>
          </a:blip>
          <a:srcRect b="0" l="0" r="0" t="0"/>
          <a:stretch/>
        </p:blipFill>
        <p:spPr>
          <a:xfrm>
            <a:off x="0" y="-1"/>
            <a:ext cx="3613386" cy="3074505"/>
          </a:xfrm>
          <a:prstGeom prst="rect">
            <a:avLst/>
          </a:prstGeom>
          <a:noFill/>
          <a:ln>
            <a:noFill/>
          </a:ln>
        </p:spPr>
      </p:pic>
      <p:sp>
        <p:nvSpPr>
          <p:cNvPr id="307" name="Google Shape;307;p38"/>
          <p:cNvSpPr/>
          <p:nvPr/>
        </p:nvSpPr>
        <p:spPr>
          <a:xfrm>
            <a:off x="3776870" y="235226"/>
            <a:ext cx="8242852" cy="5632311"/>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Este grupo de processos possui processos necessários para acompanhar, revisar e regular o progresso e o desempenho do projeto, identificar todas as áreas nas quais serão necessárias mudanças no plano e iniciar mudanças correspondentes.</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É nos processos deste grupo que o </a:t>
            </a:r>
            <a:r>
              <a:rPr b="0" i="0" lang="pt-BR" sz="3600" u="none" cap="none" strike="noStrike">
                <a:solidFill>
                  <a:srgbClr val="FFFF00"/>
                </a:solidFill>
                <a:latin typeface="Arial Narrow"/>
                <a:ea typeface="Arial Narrow"/>
                <a:cs typeface="Arial Narrow"/>
                <a:sym typeface="Arial Narrow"/>
              </a:rPr>
              <a:t>desempenho</a:t>
            </a:r>
            <a:r>
              <a:rPr b="0" i="0" lang="pt-BR" sz="3600" u="none" cap="none" strike="noStrike">
                <a:solidFill>
                  <a:schemeClr val="lt1"/>
                </a:solidFill>
                <a:latin typeface="Arial Narrow"/>
                <a:ea typeface="Arial Narrow"/>
                <a:cs typeface="Arial Narrow"/>
                <a:sym typeface="Arial Narrow"/>
              </a:rPr>
              <a:t> do projeto é observado e </a:t>
            </a:r>
            <a:r>
              <a:rPr b="0" i="0" lang="pt-BR" sz="3600" u="none" cap="none" strike="noStrike">
                <a:solidFill>
                  <a:srgbClr val="FFFF00"/>
                </a:solidFill>
                <a:latin typeface="Arial Narrow"/>
                <a:ea typeface="Arial Narrow"/>
                <a:cs typeface="Arial Narrow"/>
                <a:sym typeface="Arial Narrow"/>
              </a:rPr>
              <a:t>mensurado</a:t>
            </a:r>
            <a:r>
              <a:rPr b="0" i="0" lang="pt-BR" sz="3600" u="none" cap="none" strike="noStrike">
                <a:solidFill>
                  <a:schemeClr val="lt1"/>
                </a:solidFill>
                <a:latin typeface="Arial Narrow"/>
                <a:ea typeface="Arial Narrow"/>
                <a:cs typeface="Arial Narrow"/>
                <a:sym typeface="Arial Narrow"/>
              </a:rPr>
              <a:t> de forma periódica e uniforme para identificar variações em relação ao plano.</a:t>
            </a:r>
            <a:endParaRPr b="0" i="0" sz="3600" u="none" cap="none" strike="noStrike">
              <a:solidFill>
                <a:schemeClr val="lt1"/>
              </a:solidFill>
              <a:latin typeface="Arial Narrow"/>
              <a:ea typeface="Arial Narrow"/>
              <a:cs typeface="Arial Narrow"/>
              <a:sym typeface="Arial Narrow"/>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pic>
        <p:nvPicPr>
          <p:cNvPr id="312" name="Google Shape;312;p39"/>
          <p:cNvPicPr preferRelativeResize="0"/>
          <p:nvPr/>
        </p:nvPicPr>
        <p:blipFill rotWithShape="1">
          <a:blip r:embed="rId3">
            <a:alphaModFix/>
          </a:blip>
          <a:srcRect b="0" l="0" r="0" t="0"/>
          <a:stretch/>
        </p:blipFill>
        <p:spPr>
          <a:xfrm>
            <a:off x="0" y="0"/>
            <a:ext cx="3237149" cy="1824970"/>
          </a:xfrm>
          <a:prstGeom prst="rect">
            <a:avLst/>
          </a:prstGeom>
          <a:noFill/>
          <a:ln>
            <a:noFill/>
          </a:ln>
        </p:spPr>
      </p:pic>
      <p:sp>
        <p:nvSpPr>
          <p:cNvPr id="313" name="Google Shape;313;p39"/>
          <p:cNvSpPr/>
          <p:nvPr/>
        </p:nvSpPr>
        <p:spPr>
          <a:xfrm>
            <a:off x="3405809" y="107460"/>
            <a:ext cx="8547652" cy="5078313"/>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Este grupo possui processos executados para </a:t>
            </a:r>
            <a:r>
              <a:rPr b="0" i="0" lang="pt-BR" sz="3600" u="none" cap="none" strike="noStrike">
                <a:solidFill>
                  <a:srgbClr val="FFFF00"/>
                </a:solidFill>
                <a:latin typeface="Arial Narrow"/>
                <a:ea typeface="Arial Narrow"/>
                <a:cs typeface="Arial Narrow"/>
                <a:sym typeface="Arial Narrow"/>
              </a:rPr>
              <a:t>finalizar todas as atividades </a:t>
            </a:r>
            <a:r>
              <a:rPr b="0" i="0" lang="pt-BR" sz="3600" u="none" cap="none" strike="noStrike">
                <a:solidFill>
                  <a:schemeClr val="lt1"/>
                </a:solidFill>
                <a:latin typeface="Arial Narrow"/>
                <a:ea typeface="Arial Narrow"/>
                <a:cs typeface="Arial Narrow"/>
                <a:sym typeface="Arial Narrow"/>
              </a:rPr>
              <a:t>de todos os processos visando encerrar formalmente o projeto ou a fase.</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3600"/>
              <a:buFont typeface="Arial"/>
              <a:buNone/>
            </a:pPr>
            <a:r>
              <a:rPr b="0" i="0" lang="pt-BR" sz="3600" u="none" cap="none" strike="noStrike">
                <a:solidFill>
                  <a:schemeClr val="lt1"/>
                </a:solidFill>
                <a:latin typeface="Arial Narrow"/>
                <a:ea typeface="Arial Narrow"/>
                <a:cs typeface="Arial Narrow"/>
                <a:sym typeface="Arial Narrow"/>
              </a:rPr>
              <a:t>Os processos de encerramento incluem a aceitação do cliente e do patrocinador, revisão pós-projeto ou fase, documentar lições aprendidas, atualizar ativos dos processos e arquivar documentos relevantes.</a:t>
            </a:r>
            <a:endParaRPr b="0" i="0" sz="3600" u="none" cap="none" strike="noStrike">
              <a:solidFill>
                <a:schemeClr val="lt1"/>
              </a:solidFill>
              <a:latin typeface="Arial Narrow"/>
              <a:ea typeface="Arial Narrow"/>
              <a:cs typeface="Arial Narrow"/>
              <a:sym typeface="Arial Narrow"/>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pic>
        <p:nvPicPr>
          <p:cNvPr id="318" name="Google Shape;318;p40"/>
          <p:cNvPicPr preferRelativeResize="0"/>
          <p:nvPr/>
        </p:nvPicPr>
        <p:blipFill rotWithShape="1">
          <a:blip r:embed="rId3">
            <a:alphaModFix/>
          </a:blip>
          <a:srcRect b="0" l="0" r="0" t="0"/>
          <a:stretch/>
        </p:blipFill>
        <p:spPr>
          <a:xfrm>
            <a:off x="1271587" y="795337"/>
            <a:ext cx="9648825" cy="5267325"/>
          </a:xfrm>
          <a:prstGeom prst="rect">
            <a:avLst/>
          </a:prstGeom>
          <a:noFill/>
          <a:ln>
            <a:noFill/>
          </a:ln>
        </p:spPr>
      </p:pic>
      <p:cxnSp>
        <p:nvCxnSpPr>
          <p:cNvPr id="319" name="Google Shape;319;p40"/>
          <p:cNvCxnSpPr/>
          <p:nvPr/>
        </p:nvCxnSpPr>
        <p:spPr>
          <a:xfrm rot="10800000">
            <a:off x="2266121" y="2862466"/>
            <a:ext cx="4359964" cy="0"/>
          </a:xfrm>
          <a:prstGeom prst="straightConnector1">
            <a:avLst/>
          </a:prstGeom>
          <a:noFill/>
          <a:ln cap="flat" cmpd="sng" w="76200">
            <a:solidFill>
              <a:srgbClr val="FF0000"/>
            </a:solidFill>
            <a:prstDash val="dot"/>
            <a:round/>
            <a:headEnd len="sm" w="sm" type="none"/>
            <a:tailEnd len="sm" w="sm" type="none"/>
          </a:ln>
        </p:spPr>
      </p:cxnSp>
      <p:cxnSp>
        <p:nvCxnSpPr>
          <p:cNvPr id="320" name="Google Shape;320;p40"/>
          <p:cNvCxnSpPr/>
          <p:nvPr/>
        </p:nvCxnSpPr>
        <p:spPr>
          <a:xfrm rot="10800000">
            <a:off x="2332381" y="3147387"/>
            <a:ext cx="2928729" cy="0"/>
          </a:xfrm>
          <a:prstGeom prst="straightConnector1">
            <a:avLst/>
          </a:prstGeom>
          <a:noFill/>
          <a:ln cap="flat" cmpd="sng" w="76200">
            <a:solidFill>
              <a:srgbClr val="FF0000"/>
            </a:solidFill>
            <a:prstDash val="dot"/>
            <a:round/>
            <a:headEnd len="sm" w="sm" type="none"/>
            <a:tailEnd len="sm" w="sm" type="none"/>
          </a:ln>
        </p:spPr>
      </p:cxnSp>
      <p:cxnSp>
        <p:nvCxnSpPr>
          <p:cNvPr id="321" name="Google Shape;321;p40"/>
          <p:cNvCxnSpPr/>
          <p:nvPr/>
        </p:nvCxnSpPr>
        <p:spPr>
          <a:xfrm rot="10800000">
            <a:off x="2199862" y="4890049"/>
            <a:ext cx="914398" cy="0"/>
          </a:xfrm>
          <a:prstGeom prst="straightConnector1">
            <a:avLst/>
          </a:prstGeom>
          <a:noFill/>
          <a:ln cap="flat" cmpd="sng" w="76200">
            <a:solidFill>
              <a:srgbClr val="FF0000"/>
            </a:solidFill>
            <a:prstDash val="dot"/>
            <a:round/>
            <a:headEnd len="sm" w="sm" type="none"/>
            <a:tailEnd len="sm" w="sm" type="none"/>
          </a:ln>
        </p:spPr>
      </p:cxnSp>
      <p:cxnSp>
        <p:nvCxnSpPr>
          <p:cNvPr id="322" name="Google Shape;322;p40"/>
          <p:cNvCxnSpPr/>
          <p:nvPr/>
        </p:nvCxnSpPr>
        <p:spPr>
          <a:xfrm rot="10800000">
            <a:off x="2372138" y="4240692"/>
            <a:ext cx="3975650" cy="0"/>
          </a:xfrm>
          <a:prstGeom prst="straightConnector1">
            <a:avLst/>
          </a:prstGeom>
          <a:noFill/>
          <a:ln cap="flat" cmpd="sng" w="76200">
            <a:solidFill>
              <a:srgbClr val="FF0000"/>
            </a:solidFill>
            <a:prstDash val="dot"/>
            <a:round/>
            <a:headEnd len="sm" w="sm" type="none"/>
            <a:tailEnd len="sm" w="sm" type="none"/>
          </a:ln>
        </p:spPr>
      </p:cxnSp>
      <p:cxnSp>
        <p:nvCxnSpPr>
          <p:cNvPr id="323" name="Google Shape;323;p40"/>
          <p:cNvCxnSpPr/>
          <p:nvPr/>
        </p:nvCxnSpPr>
        <p:spPr>
          <a:xfrm rot="10800000">
            <a:off x="2252869" y="4717771"/>
            <a:ext cx="6957391" cy="0"/>
          </a:xfrm>
          <a:prstGeom prst="straightConnector1">
            <a:avLst/>
          </a:prstGeom>
          <a:noFill/>
          <a:ln cap="flat" cmpd="sng" w="76200">
            <a:solidFill>
              <a:srgbClr val="FF0000"/>
            </a:solidFill>
            <a:prstDash val="dot"/>
            <a:round/>
            <a:headEnd len="sm" w="sm" type="none"/>
            <a:tailEnd len="sm" w="sm"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 presetSubtype="4">
                                  <p:stCondLst>
                                    <p:cond delay="0"/>
                                  </p:stCondLst>
                                  <p:childTnLst>
                                    <p:set>
                                      <p:cBhvr>
                                        <p:cTn dur="1" fill="hold">
                                          <p:stCondLst>
                                            <p:cond delay="0"/>
                                          </p:stCondLst>
                                        </p:cTn>
                                        <p:tgtEl>
                                          <p:spTgt spid="321"/>
                                        </p:tgtEl>
                                        <p:attrNameLst>
                                          <p:attrName>style.visibility</p:attrName>
                                        </p:attrNameLst>
                                      </p:cBhvr>
                                      <p:to>
                                        <p:strVal val="visible"/>
                                      </p:to>
                                    </p:set>
                                    <p:anim calcmode="lin" valueType="num">
                                      <p:cBhvr additive="base">
                                        <p:cTn dur="500"/>
                                        <p:tgtEl>
                                          <p:spTgt spid="321"/>
                                        </p:tgtEl>
                                        <p:attrNameLst>
                                          <p:attrName>ppt_y</p:attrName>
                                        </p:attrNameLst>
                                      </p:cBhvr>
                                      <p:tavLst>
                                        <p:tav fmla="" tm="0">
                                          <p:val>
                                            <p:strVal val="#ppt_y+1"/>
                                          </p:val>
                                        </p:tav>
                                        <p:tav fmla="" tm="100000">
                                          <p:val>
                                            <p:strVal val="#ppt_y"/>
                                          </p:val>
                                        </p:tav>
                                      </p:tavLst>
                                    </p:anim>
                                  </p:childTnLst>
                                </p:cTn>
                              </p:par>
                            </p:childTnLst>
                          </p:cTn>
                        </p:par>
                        <p:par>
                          <p:cTn fill="hold">
                            <p:stCondLst>
                              <p:cond delay="500"/>
                            </p:stCondLst>
                            <p:childTnLst>
                              <p:par>
                                <p:cTn fill="hold" nodeType="afterEffect" presetClass="entr" presetID="2" presetSubtype="4">
                                  <p:stCondLst>
                                    <p:cond delay="0"/>
                                  </p:stCondLst>
                                  <p:childTnLst>
                                    <p:set>
                                      <p:cBhvr>
                                        <p:cTn dur="1" fill="hold">
                                          <p:stCondLst>
                                            <p:cond delay="0"/>
                                          </p:stCondLst>
                                        </p:cTn>
                                        <p:tgtEl>
                                          <p:spTgt spid="323"/>
                                        </p:tgtEl>
                                        <p:attrNameLst>
                                          <p:attrName>style.visibility</p:attrName>
                                        </p:attrNameLst>
                                      </p:cBhvr>
                                      <p:to>
                                        <p:strVal val="visible"/>
                                      </p:to>
                                    </p:set>
                                    <p:anim calcmode="lin" valueType="num">
                                      <p:cBhvr additive="base">
                                        <p:cTn dur="500"/>
                                        <p:tgtEl>
                                          <p:spTgt spid="323"/>
                                        </p:tgtEl>
                                        <p:attrNameLst>
                                          <p:attrName>ppt_y</p:attrName>
                                        </p:attrNameLst>
                                      </p:cBhvr>
                                      <p:tavLst>
                                        <p:tav fmla="" tm="0">
                                          <p:val>
                                            <p:strVal val="#ppt_y+1"/>
                                          </p:val>
                                        </p:tav>
                                        <p:tav fmla="" tm="100000">
                                          <p:val>
                                            <p:strVal val="#ppt_y"/>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322"/>
                                        </p:tgtEl>
                                        <p:attrNameLst>
                                          <p:attrName>style.visibility</p:attrName>
                                        </p:attrNameLst>
                                      </p:cBhvr>
                                      <p:to>
                                        <p:strVal val="visible"/>
                                      </p:to>
                                    </p:set>
                                    <p:anim calcmode="lin" valueType="num">
                                      <p:cBhvr additive="base">
                                        <p:cTn dur="500"/>
                                        <p:tgtEl>
                                          <p:spTgt spid="322"/>
                                        </p:tgtEl>
                                        <p:attrNameLst>
                                          <p:attrName>ppt_y</p:attrName>
                                        </p:attrNameLst>
                                      </p:cBhvr>
                                      <p:tavLst>
                                        <p:tav fmla="" tm="0">
                                          <p:val>
                                            <p:strVal val="#ppt_y+1"/>
                                          </p:val>
                                        </p:tav>
                                        <p:tav fmla="" tm="100000">
                                          <p:val>
                                            <p:strVal val="#ppt_y"/>
                                          </p:val>
                                        </p:tav>
                                      </p:tavLst>
                                    </p:anim>
                                  </p:childTnLst>
                                </p:cTn>
                              </p:par>
                            </p:childTnLst>
                          </p:cTn>
                        </p:par>
                        <p:par>
                          <p:cTn fill="hold">
                            <p:stCondLst>
                              <p:cond delay="1500"/>
                            </p:stCondLst>
                            <p:childTnLst>
                              <p:par>
                                <p:cTn fill="hold" nodeType="afterEffect" presetClass="entr" presetID="2" presetSubtype="4">
                                  <p:stCondLst>
                                    <p:cond delay="0"/>
                                  </p:stCondLst>
                                  <p:childTnLst>
                                    <p:set>
                                      <p:cBhvr>
                                        <p:cTn dur="1" fill="hold">
                                          <p:stCondLst>
                                            <p:cond delay="0"/>
                                          </p:stCondLst>
                                        </p:cTn>
                                        <p:tgtEl>
                                          <p:spTgt spid="320"/>
                                        </p:tgtEl>
                                        <p:attrNameLst>
                                          <p:attrName>style.visibility</p:attrName>
                                        </p:attrNameLst>
                                      </p:cBhvr>
                                      <p:to>
                                        <p:strVal val="visible"/>
                                      </p:to>
                                    </p:set>
                                    <p:anim calcmode="lin" valueType="num">
                                      <p:cBhvr additive="base">
                                        <p:cTn dur="500"/>
                                        <p:tgtEl>
                                          <p:spTgt spid="320"/>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4">
                                  <p:stCondLst>
                                    <p:cond delay="0"/>
                                  </p:stCondLst>
                                  <p:childTnLst>
                                    <p:set>
                                      <p:cBhvr>
                                        <p:cTn dur="1" fill="hold">
                                          <p:stCondLst>
                                            <p:cond delay="0"/>
                                          </p:stCondLst>
                                        </p:cTn>
                                        <p:tgtEl>
                                          <p:spTgt spid="319"/>
                                        </p:tgtEl>
                                        <p:attrNameLst>
                                          <p:attrName>style.visibility</p:attrName>
                                        </p:attrNameLst>
                                      </p:cBhvr>
                                      <p:to>
                                        <p:strVal val="visible"/>
                                      </p:to>
                                    </p:set>
                                    <p:anim calcmode="lin" valueType="num">
                                      <p:cBhvr additive="base">
                                        <p:cTn dur="500"/>
                                        <p:tgtEl>
                                          <p:spTgt spid="319"/>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1"/>
          <p:cNvSpPr txBox="1"/>
          <p:nvPr/>
        </p:nvSpPr>
        <p:spPr>
          <a:xfrm>
            <a:off x="94854" y="1046922"/>
            <a:ext cx="12324208" cy="403187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FFFF00"/>
              </a:buClr>
              <a:buSzPts val="3200"/>
              <a:buFont typeface="Arial Narrow"/>
              <a:buChar char="•"/>
            </a:pPr>
            <a:r>
              <a:rPr b="1" i="0" lang="pt-BR" sz="3200" u="none" cap="none" strike="noStrike">
                <a:solidFill>
                  <a:srgbClr val="FFFF00"/>
                </a:solidFill>
                <a:latin typeface="Arial Narrow"/>
                <a:ea typeface="Arial Narrow"/>
                <a:cs typeface="Arial Narrow"/>
                <a:sym typeface="Arial Narrow"/>
              </a:rPr>
              <a:t>CAPM      – Profissional Técnico Certificado em Gerenciamento de Projetos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0" i="0" lang="pt-BR" sz="3200" u="none" cap="none" strike="noStrike">
                <a:solidFill>
                  <a:srgbClr val="FFFF00"/>
                </a:solidFill>
                <a:latin typeface="Arial Narrow"/>
                <a:ea typeface="Arial Narrow"/>
                <a:cs typeface="Arial Narrow"/>
                <a:sym typeface="Arial Narrow"/>
              </a:rPr>
              <a:t>PfMP        – Profissional de Gerenciamento de Portfolio do PMI</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0" i="0" lang="pt-BR" sz="3200" u="none" cap="none" strike="noStrike">
                <a:solidFill>
                  <a:srgbClr val="FFFF00"/>
                </a:solidFill>
                <a:latin typeface="Arial Narrow"/>
                <a:ea typeface="Arial Narrow"/>
                <a:cs typeface="Arial Narrow"/>
                <a:sym typeface="Arial Narrow"/>
              </a:rPr>
              <a:t>PMI-PBA  – Profissional em Análise de Negócios do PMI</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1" i="0" lang="pt-BR" sz="3200" u="none" cap="none" strike="noStrike">
                <a:solidFill>
                  <a:srgbClr val="FFFF00"/>
                </a:solidFill>
                <a:latin typeface="Arial Narrow"/>
                <a:ea typeface="Arial Narrow"/>
                <a:cs typeface="Arial Narrow"/>
                <a:sym typeface="Arial Narrow"/>
              </a:rPr>
              <a:t>PMP         – Profissional de Gerenciamento de Projetos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0" i="0" lang="pt-BR" sz="3200" u="none" cap="none" strike="noStrike">
                <a:solidFill>
                  <a:srgbClr val="FFFF00"/>
                </a:solidFill>
                <a:latin typeface="Arial Narrow"/>
                <a:ea typeface="Arial Narrow"/>
                <a:cs typeface="Arial Narrow"/>
                <a:sym typeface="Arial Narrow"/>
              </a:rPr>
              <a:t>PMI-SP    – Profissional em Gerenciamento de Cronograma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0" i="0" lang="pt-BR" sz="3200" u="none" cap="none" strike="noStrike">
                <a:solidFill>
                  <a:srgbClr val="FFFF00"/>
                </a:solidFill>
                <a:latin typeface="Arial Narrow"/>
                <a:ea typeface="Arial Narrow"/>
                <a:cs typeface="Arial Narrow"/>
                <a:sym typeface="Arial Narrow"/>
              </a:rPr>
              <a:t>PMI-RMP – Profissional em Gerenciamento de Riscos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0" i="0" lang="pt-BR" sz="3200" u="none" cap="none" strike="noStrike">
                <a:solidFill>
                  <a:srgbClr val="FFFF00"/>
                </a:solidFill>
                <a:latin typeface="Arial Narrow"/>
                <a:ea typeface="Arial Narrow"/>
                <a:cs typeface="Arial Narrow"/>
                <a:sym typeface="Arial Narrow"/>
              </a:rPr>
              <a:t>PgMP       – Profissional de Gerenciamento de Programas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00"/>
              </a:buClr>
              <a:buSzPts val="3200"/>
              <a:buFont typeface="Arial Narrow"/>
              <a:buChar char="•"/>
            </a:pPr>
            <a:r>
              <a:rPr b="0" i="0" lang="pt-BR" sz="3200" u="none" cap="none" strike="noStrike">
                <a:solidFill>
                  <a:srgbClr val="FFFF00"/>
                </a:solidFill>
                <a:latin typeface="Arial Narrow"/>
                <a:ea typeface="Arial Narrow"/>
                <a:cs typeface="Arial Narrow"/>
                <a:sym typeface="Arial Narrow"/>
              </a:rPr>
              <a:t>PMI-ACP  – Profissional Certificado em Métodos Ágeis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pic>
        <p:nvPicPr>
          <p:cNvPr id="333" name="Google Shape;333;p42"/>
          <p:cNvPicPr preferRelativeResize="0"/>
          <p:nvPr/>
        </p:nvPicPr>
        <p:blipFill rotWithShape="1">
          <a:blip r:embed="rId3">
            <a:alphaModFix/>
          </a:blip>
          <a:srcRect b="0" l="0" r="0" t="0"/>
          <a:stretch/>
        </p:blipFill>
        <p:spPr>
          <a:xfrm>
            <a:off x="2965790" y="361536"/>
            <a:ext cx="9202392" cy="6134928"/>
          </a:xfrm>
          <a:prstGeom prst="rect">
            <a:avLst/>
          </a:prstGeom>
          <a:noFill/>
          <a:ln>
            <a:noFill/>
          </a:ln>
        </p:spPr>
      </p:pic>
      <p:sp>
        <p:nvSpPr>
          <p:cNvPr id="334" name="Google Shape;334;p42"/>
          <p:cNvSpPr txBox="1"/>
          <p:nvPr/>
        </p:nvSpPr>
        <p:spPr>
          <a:xfrm>
            <a:off x="3047999" y="1099931"/>
            <a:ext cx="1455848"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INTEGRAÇÃO</a:t>
            </a:r>
            <a:endParaRPr b="0" i="0" sz="1400" u="none" cap="none" strike="noStrike">
              <a:solidFill>
                <a:srgbClr val="000000"/>
              </a:solidFill>
              <a:latin typeface="Arial"/>
              <a:ea typeface="Arial"/>
              <a:cs typeface="Arial"/>
              <a:sym typeface="Arial"/>
            </a:endParaRPr>
          </a:p>
        </p:txBody>
      </p:sp>
      <p:sp>
        <p:nvSpPr>
          <p:cNvPr id="335" name="Google Shape;335;p42"/>
          <p:cNvSpPr txBox="1"/>
          <p:nvPr/>
        </p:nvSpPr>
        <p:spPr>
          <a:xfrm>
            <a:off x="3061251" y="2749826"/>
            <a:ext cx="1601721"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CRONOGRAMA</a:t>
            </a:r>
            <a:endParaRPr b="0" i="0" sz="1400" u="none" cap="none" strike="noStrike">
              <a:solidFill>
                <a:srgbClr val="000000"/>
              </a:solidFill>
              <a:latin typeface="Arial"/>
              <a:ea typeface="Arial"/>
              <a:cs typeface="Arial"/>
              <a:sym typeface="Arial"/>
            </a:endParaRPr>
          </a:p>
        </p:txBody>
      </p:sp>
      <p:sp>
        <p:nvSpPr>
          <p:cNvPr id="336" name="Google Shape;336;p42"/>
          <p:cNvSpPr txBox="1"/>
          <p:nvPr/>
        </p:nvSpPr>
        <p:spPr>
          <a:xfrm>
            <a:off x="3061150" y="2207658"/>
            <a:ext cx="970074"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CUSTOS</a:t>
            </a:r>
            <a:endParaRPr b="0" i="0" sz="1400" u="none" cap="none" strike="noStrike">
              <a:solidFill>
                <a:srgbClr val="000000"/>
              </a:solidFill>
              <a:latin typeface="Arial"/>
              <a:ea typeface="Arial"/>
              <a:cs typeface="Arial"/>
              <a:sym typeface="Arial"/>
            </a:endParaRPr>
          </a:p>
        </p:txBody>
      </p:sp>
      <p:sp>
        <p:nvSpPr>
          <p:cNvPr id="337" name="Google Shape;337;p42"/>
          <p:cNvSpPr txBox="1"/>
          <p:nvPr/>
        </p:nvSpPr>
        <p:spPr>
          <a:xfrm>
            <a:off x="3014818" y="3314211"/>
            <a:ext cx="1308371"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QUALIDADE</a:t>
            </a:r>
            <a:endParaRPr b="0" i="0" sz="1400" u="none" cap="none" strike="noStrike">
              <a:solidFill>
                <a:srgbClr val="000000"/>
              </a:solidFill>
              <a:latin typeface="Arial"/>
              <a:ea typeface="Arial"/>
              <a:cs typeface="Arial"/>
              <a:sym typeface="Arial"/>
            </a:endParaRPr>
          </a:p>
        </p:txBody>
      </p:sp>
      <p:sp>
        <p:nvSpPr>
          <p:cNvPr id="338" name="Google Shape;338;p42"/>
          <p:cNvSpPr txBox="1"/>
          <p:nvPr/>
        </p:nvSpPr>
        <p:spPr>
          <a:xfrm>
            <a:off x="3014818" y="3877429"/>
            <a:ext cx="910827"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RISCOS</a:t>
            </a:r>
            <a:endParaRPr b="0" i="0" sz="1400" u="none" cap="none" strike="noStrike">
              <a:solidFill>
                <a:srgbClr val="000000"/>
              </a:solidFill>
              <a:latin typeface="Arial"/>
              <a:ea typeface="Arial"/>
              <a:cs typeface="Arial"/>
              <a:sym typeface="Arial"/>
            </a:endParaRPr>
          </a:p>
        </p:txBody>
      </p:sp>
      <p:sp>
        <p:nvSpPr>
          <p:cNvPr id="339" name="Google Shape;339;p42"/>
          <p:cNvSpPr txBox="1"/>
          <p:nvPr/>
        </p:nvSpPr>
        <p:spPr>
          <a:xfrm>
            <a:off x="3014818" y="4421938"/>
            <a:ext cx="1643399"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COMUNICAÇÃO</a:t>
            </a:r>
            <a:endParaRPr b="0" i="0" sz="1400" u="none" cap="none" strike="noStrike">
              <a:solidFill>
                <a:srgbClr val="000000"/>
              </a:solidFill>
              <a:latin typeface="Arial"/>
              <a:ea typeface="Arial"/>
              <a:cs typeface="Arial"/>
              <a:sym typeface="Arial"/>
            </a:endParaRPr>
          </a:p>
        </p:txBody>
      </p:sp>
      <p:sp>
        <p:nvSpPr>
          <p:cNvPr id="340" name="Google Shape;340;p42"/>
          <p:cNvSpPr txBox="1"/>
          <p:nvPr/>
        </p:nvSpPr>
        <p:spPr>
          <a:xfrm>
            <a:off x="3037651" y="4992952"/>
            <a:ext cx="1257075"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RECURSOS</a:t>
            </a:r>
            <a:endParaRPr b="0" i="0" sz="1400" u="none" cap="none" strike="noStrike">
              <a:solidFill>
                <a:srgbClr val="000000"/>
              </a:solidFill>
              <a:latin typeface="Arial"/>
              <a:ea typeface="Arial"/>
              <a:cs typeface="Arial"/>
              <a:sym typeface="Arial"/>
            </a:endParaRPr>
          </a:p>
        </p:txBody>
      </p:sp>
      <p:sp>
        <p:nvSpPr>
          <p:cNvPr id="341" name="Google Shape;341;p42"/>
          <p:cNvSpPr txBox="1"/>
          <p:nvPr/>
        </p:nvSpPr>
        <p:spPr>
          <a:xfrm>
            <a:off x="3052740" y="5480834"/>
            <a:ext cx="1257075"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AQUISIÇÃO</a:t>
            </a:r>
            <a:endParaRPr b="0" i="0" sz="1400" u="none" cap="none" strike="noStrike">
              <a:solidFill>
                <a:srgbClr val="000000"/>
              </a:solidFill>
              <a:latin typeface="Arial"/>
              <a:ea typeface="Arial"/>
              <a:cs typeface="Arial"/>
              <a:sym typeface="Arial"/>
            </a:endParaRPr>
          </a:p>
        </p:txBody>
      </p:sp>
      <p:sp>
        <p:nvSpPr>
          <p:cNvPr id="342" name="Google Shape;342;p42"/>
          <p:cNvSpPr txBox="1"/>
          <p:nvPr/>
        </p:nvSpPr>
        <p:spPr>
          <a:xfrm>
            <a:off x="3034646" y="6043970"/>
            <a:ext cx="1736950"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STAKEHOLDERS</a:t>
            </a:r>
            <a:endParaRPr b="0" i="0" sz="1400" u="none" cap="none" strike="noStrike">
              <a:solidFill>
                <a:srgbClr val="000000"/>
              </a:solidFill>
              <a:latin typeface="Arial"/>
              <a:ea typeface="Arial"/>
              <a:cs typeface="Arial"/>
              <a:sym typeface="Arial"/>
            </a:endParaRPr>
          </a:p>
        </p:txBody>
      </p:sp>
      <p:sp>
        <p:nvSpPr>
          <p:cNvPr id="343" name="Google Shape;343;p42"/>
          <p:cNvSpPr txBox="1"/>
          <p:nvPr/>
        </p:nvSpPr>
        <p:spPr>
          <a:xfrm>
            <a:off x="3052740" y="1663149"/>
            <a:ext cx="995785"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pt-BR" sz="1800" u="none" cap="none" strike="noStrike">
                <a:solidFill>
                  <a:schemeClr val="lt1"/>
                </a:solidFill>
                <a:latin typeface="Arial Narrow"/>
                <a:ea typeface="Arial Narrow"/>
                <a:cs typeface="Arial Narrow"/>
                <a:sym typeface="Arial Narrow"/>
              </a:rPr>
              <a:t>ESCOPO</a:t>
            </a:r>
            <a:endParaRPr b="0" i="0" sz="1400" u="none" cap="none" strike="noStrike">
              <a:solidFill>
                <a:srgbClr val="000000"/>
              </a:solidFill>
              <a:latin typeface="Arial"/>
              <a:ea typeface="Arial"/>
              <a:cs typeface="Arial"/>
              <a:sym typeface="Arial"/>
            </a:endParaRPr>
          </a:p>
        </p:txBody>
      </p:sp>
      <p:pic>
        <p:nvPicPr>
          <p:cNvPr descr="Uma imagem contendo xícara, comida, caneca, cortina&#10;&#10;Descrição gerada automaticamente" id="344" name="Google Shape;344;p42"/>
          <p:cNvPicPr preferRelativeResize="0"/>
          <p:nvPr/>
        </p:nvPicPr>
        <p:blipFill rotWithShape="1">
          <a:blip r:embed="rId4">
            <a:alphaModFix/>
          </a:blip>
          <a:srcRect b="0" l="0" r="0" t="0"/>
          <a:stretch/>
        </p:blipFill>
        <p:spPr>
          <a:xfrm>
            <a:off x="50322" y="1733585"/>
            <a:ext cx="2862032" cy="2143844"/>
          </a:xfrm>
          <a:prstGeom prst="rect">
            <a:avLst/>
          </a:prstGeom>
          <a:noFill/>
          <a:ln>
            <a:noFill/>
          </a:ln>
        </p:spPr>
      </p:pic>
      <p:sp>
        <p:nvSpPr>
          <p:cNvPr id="345" name="Google Shape;345;p42"/>
          <p:cNvSpPr txBox="1"/>
          <p:nvPr/>
        </p:nvSpPr>
        <p:spPr>
          <a:xfrm>
            <a:off x="72888" y="4852562"/>
            <a:ext cx="2839466" cy="1384995"/>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0" i="0" lang="pt-BR" sz="2800" u="none" cap="none" strike="noStrike">
                <a:solidFill>
                  <a:schemeClr val="lt1"/>
                </a:solidFill>
                <a:latin typeface="Arial Narrow"/>
                <a:ea typeface="Arial Narrow"/>
                <a:cs typeface="Arial Narrow"/>
                <a:sym typeface="Arial Narrow"/>
              </a:rPr>
              <a:t>PRÓXIMO VÍDEO: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rPr b="1" i="0" lang="pt-BR" sz="2800" u="none" cap="none" strike="noStrike">
                <a:solidFill>
                  <a:srgbClr val="FFFF00"/>
                </a:solidFill>
                <a:latin typeface="Arial Narrow"/>
                <a:ea typeface="Arial Narrow"/>
                <a:cs typeface="Arial Narrow"/>
                <a:sym typeface="Arial Narrow"/>
              </a:rPr>
              <a:t>ÁREAS DE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rPr b="1" i="0" lang="pt-BR" sz="2800" u="none" cap="none" strike="noStrike">
                <a:solidFill>
                  <a:srgbClr val="FFFF00"/>
                </a:solidFill>
                <a:latin typeface="Arial Narrow"/>
                <a:ea typeface="Arial Narrow"/>
                <a:cs typeface="Arial Narrow"/>
                <a:sym typeface="Arial Narrow"/>
              </a:rPr>
              <a:t>CONHECIMENTO</a:t>
            </a:r>
            <a:endParaRPr b="0" i="0" sz="2800" u="none" cap="none" strike="noStrike">
              <a:solidFill>
                <a:schemeClr val="lt1"/>
              </a:solidFill>
              <a:latin typeface="Arial Narrow"/>
              <a:ea typeface="Arial Narrow"/>
              <a:cs typeface="Arial Narrow"/>
              <a:sym typeface="Arial Narrow"/>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34"/>
                                        </p:tgtEl>
                                        <p:attrNameLst>
                                          <p:attrName>style.visibility</p:attrName>
                                        </p:attrNameLst>
                                      </p:cBhvr>
                                      <p:to>
                                        <p:strVal val="visible"/>
                                      </p:to>
                                    </p:set>
                                    <p:anim calcmode="lin" valueType="num">
                                      <p:cBhvr additive="base">
                                        <p:cTn dur="500"/>
                                        <p:tgtEl>
                                          <p:spTgt spid="334"/>
                                        </p:tgtEl>
                                        <p:attrNameLst>
                                          <p:attrName>ppt_y</p:attrName>
                                        </p:attrNameLst>
                                      </p:cBhvr>
                                      <p:tavLst>
                                        <p:tav fmla="" tm="0">
                                          <p:val>
                                            <p:strVal val="#ppt_y+1"/>
                                          </p:val>
                                        </p:tav>
                                        <p:tav fmla="" tm="100000">
                                          <p:val>
                                            <p:strVal val="#ppt_y"/>
                                          </p:val>
                                        </p:tav>
                                      </p:tavLst>
                                    </p:anim>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344"/>
                                        </p:tgtEl>
                                        <p:attrNameLst>
                                          <p:attrName>style.visibility</p:attrName>
                                        </p:attrNameLst>
                                      </p:cBhvr>
                                      <p:to>
                                        <p:strVal val="visible"/>
                                      </p:to>
                                    </p:set>
                                    <p:animEffect filter="fade" transition="in">
                                      <p:cBhvr>
                                        <p:cTn dur="500"/>
                                        <p:tgtEl>
                                          <p:spTgt spid="344"/>
                                        </p:tgtEl>
                                      </p:cBhvr>
                                    </p:animEffect>
                                  </p:childTnLst>
                                </p:cTn>
                              </p:par>
                            </p:childTnLst>
                          </p:cTn>
                        </p:par>
                        <p:par>
                          <p:cTn fill="hold">
                            <p:stCondLst>
                              <p:cond delay="1000"/>
                            </p:stCondLst>
                            <p:childTnLst>
                              <p:par>
                                <p:cTn fill="hold" nodeType="afterEffect" presetClass="entr" presetID="2" presetSubtype="4">
                                  <p:stCondLst>
                                    <p:cond delay="250"/>
                                  </p:stCondLst>
                                  <p:childTnLst>
                                    <p:set>
                                      <p:cBhvr>
                                        <p:cTn dur="1" fill="hold">
                                          <p:stCondLst>
                                            <p:cond delay="0"/>
                                          </p:stCondLst>
                                        </p:cTn>
                                        <p:tgtEl>
                                          <p:spTgt spid="343"/>
                                        </p:tgtEl>
                                        <p:attrNameLst>
                                          <p:attrName>style.visibility</p:attrName>
                                        </p:attrNameLst>
                                      </p:cBhvr>
                                      <p:to>
                                        <p:strVal val="visible"/>
                                      </p:to>
                                    </p:set>
                                    <p:anim calcmode="lin" valueType="num">
                                      <p:cBhvr additive="base">
                                        <p:cTn dur="500"/>
                                        <p:tgtEl>
                                          <p:spTgt spid="343"/>
                                        </p:tgtEl>
                                        <p:attrNameLst>
                                          <p:attrName>ppt_y</p:attrName>
                                        </p:attrNameLst>
                                      </p:cBhvr>
                                      <p:tavLst>
                                        <p:tav fmla="" tm="0">
                                          <p:val>
                                            <p:strVal val="#ppt_y+1"/>
                                          </p:val>
                                        </p:tav>
                                        <p:tav fmla="" tm="100000">
                                          <p:val>
                                            <p:strVal val="#ppt_y"/>
                                          </p:val>
                                        </p:tav>
                                      </p:tavLst>
                                    </p:anim>
                                  </p:childTnLst>
                                </p:cTn>
                              </p:par>
                            </p:childTnLst>
                          </p:cTn>
                        </p:par>
                        <p:par>
                          <p:cTn fill="hold">
                            <p:stCondLst>
                              <p:cond delay="1500"/>
                            </p:stCondLst>
                            <p:childTnLst>
                              <p:par>
                                <p:cTn fill="hold" nodeType="afterEffect" presetClass="entr" presetID="2" presetSubtype="4">
                                  <p:stCondLst>
                                    <p:cond delay="250"/>
                                  </p:stCondLst>
                                  <p:childTnLst>
                                    <p:set>
                                      <p:cBhvr>
                                        <p:cTn dur="1" fill="hold">
                                          <p:stCondLst>
                                            <p:cond delay="0"/>
                                          </p:stCondLst>
                                        </p:cTn>
                                        <p:tgtEl>
                                          <p:spTgt spid="336"/>
                                        </p:tgtEl>
                                        <p:attrNameLst>
                                          <p:attrName>style.visibility</p:attrName>
                                        </p:attrNameLst>
                                      </p:cBhvr>
                                      <p:to>
                                        <p:strVal val="visible"/>
                                      </p:to>
                                    </p:set>
                                    <p:anim calcmode="lin" valueType="num">
                                      <p:cBhvr additive="base">
                                        <p:cTn dur="500"/>
                                        <p:tgtEl>
                                          <p:spTgt spid="336"/>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4">
                                  <p:stCondLst>
                                    <p:cond delay="250"/>
                                  </p:stCondLst>
                                  <p:childTnLst>
                                    <p:set>
                                      <p:cBhvr>
                                        <p:cTn dur="1" fill="hold">
                                          <p:stCondLst>
                                            <p:cond delay="0"/>
                                          </p:stCondLst>
                                        </p:cTn>
                                        <p:tgtEl>
                                          <p:spTgt spid="335"/>
                                        </p:tgtEl>
                                        <p:attrNameLst>
                                          <p:attrName>style.visibility</p:attrName>
                                        </p:attrNameLst>
                                      </p:cBhvr>
                                      <p:to>
                                        <p:strVal val="visible"/>
                                      </p:to>
                                    </p:set>
                                    <p:anim calcmode="lin" valueType="num">
                                      <p:cBhvr additive="base">
                                        <p:cTn dur="500"/>
                                        <p:tgtEl>
                                          <p:spTgt spid="335"/>
                                        </p:tgtEl>
                                        <p:attrNameLst>
                                          <p:attrName>ppt_y</p:attrName>
                                        </p:attrNameLst>
                                      </p:cBhvr>
                                      <p:tavLst>
                                        <p:tav fmla="" tm="0">
                                          <p:val>
                                            <p:strVal val="#ppt_y+1"/>
                                          </p:val>
                                        </p:tav>
                                        <p:tav fmla="" tm="100000">
                                          <p:val>
                                            <p:strVal val="#ppt_y"/>
                                          </p:val>
                                        </p:tav>
                                      </p:tavLst>
                                    </p:anim>
                                  </p:childTnLst>
                                </p:cTn>
                              </p:par>
                            </p:childTnLst>
                          </p:cTn>
                        </p:par>
                        <p:par>
                          <p:cTn fill="hold">
                            <p:stCondLst>
                              <p:cond delay="2500"/>
                            </p:stCondLst>
                            <p:childTnLst>
                              <p:par>
                                <p:cTn fill="hold" nodeType="afterEffect" presetClass="entr" presetID="2" presetSubtype="4">
                                  <p:stCondLst>
                                    <p:cond delay="250"/>
                                  </p:stCondLst>
                                  <p:childTnLst>
                                    <p:set>
                                      <p:cBhvr>
                                        <p:cTn dur="1" fill="hold">
                                          <p:stCondLst>
                                            <p:cond delay="0"/>
                                          </p:stCondLst>
                                        </p:cTn>
                                        <p:tgtEl>
                                          <p:spTgt spid="337"/>
                                        </p:tgtEl>
                                        <p:attrNameLst>
                                          <p:attrName>style.visibility</p:attrName>
                                        </p:attrNameLst>
                                      </p:cBhvr>
                                      <p:to>
                                        <p:strVal val="visible"/>
                                      </p:to>
                                    </p:set>
                                    <p:anim calcmode="lin" valueType="num">
                                      <p:cBhvr additive="base">
                                        <p:cTn dur="500"/>
                                        <p:tgtEl>
                                          <p:spTgt spid="337"/>
                                        </p:tgtEl>
                                        <p:attrNameLst>
                                          <p:attrName>ppt_y</p:attrName>
                                        </p:attrNameLst>
                                      </p:cBhvr>
                                      <p:tavLst>
                                        <p:tav fmla="" tm="0">
                                          <p:val>
                                            <p:strVal val="#ppt_y+1"/>
                                          </p:val>
                                        </p:tav>
                                        <p:tav fmla="" tm="100000">
                                          <p:val>
                                            <p:strVal val="#ppt_y"/>
                                          </p:val>
                                        </p:tav>
                                      </p:tavLst>
                                    </p:anim>
                                  </p:childTnLst>
                                </p:cTn>
                              </p:par>
                            </p:childTnLst>
                          </p:cTn>
                        </p:par>
                        <p:par>
                          <p:cTn fill="hold">
                            <p:stCondLst>
                              <p:cond delay="3000"/>
                            </p:stCondLst>
                            <p:childTnLst>
                              <p:par>
                                <p:cTn fill="hold" nodeType="afterEffect" presetClass="entr" presetID="2" presetSubtype="4">
                                  <p:stCondLst>
                                    <p:cond delay="250"/>
                                  </p:stCondLst>
                                  <p:childTnLst>
                                    <p:set>
                                      <p:cBhvr>
                                        <p:cTn dur="1" fill="hold">
                                          <p:stCondLst>
                                            <p:cond delay="0"/>
                                          </p:stCondLst>
                                        </p:cTn>
                                        <p:tgtEl>
                                          <p:spTgt spid="338"/>
                                        </p:tgtEl>
                                        <p:attrNameLst>
                                          <p:attrName>style.visibility</p:attrName>
                                        </p:attrNameLst>
                                      </p:cBhvr>
                                      <p:to>
                                        <p:strVal val="visible"/>
                                      </p:to>
                                    </p:set>
                                    <p:anim calcmode="lin" valueType="num">
                                      <p:cBhvr additive="base">
                                        <p:cTn dur="500"/>
                                        <p:tgtEl>
                                          <p:spTgt spid="338"/>
                                        </p:tgtEl>
                                        <p:attrNameLst>
                                          <p:attrName>ppt_y</p:attrName>
                                        </p:attrNameLst>
                                      </p:cBhvr>
                                      <p:tavLst>
                                        <p:tav fmla="" tm="0">
                                          <p:val>
                                            <p:strVal val="#ppt_y+1"/>
                                          </p:val>
                                        </p:tav>
                                        <p:tav fmla="" tm="100000">
                                          <p:val>
                                            <p:strVal val="#ppt_y"/>
                                          </p:val>
                                        </p:tav>
                                      </p:tavLst>
                                    </p:anim>
                                  </p:childTnLst>
                                </p:cTn>
                              </p:par>
                            </p:childTnLst>
                          </p:cTn>
                        </p:par>
                        <p:par>
                          <p:cTn fill="hold">
                            <p:stCondLst>
                              <p:cond delay="3500"/>
                            </p:stCondLst>
                            <p:childTnLst>
                              <p:par>
                                <p:cTn fill="hold" nodeType="afterEffect" presetClass="entr" presetID="2" presetSubtype="4">
                                  <p:stCondLst>
                                    <p:cond delay="250"/>
                                  </p:stCondLst>
                                  <p:childTnLst>
                                    <p:set>
                                      <p:cBhvr>
                                        <p:cTn dur="1" fill="hold">
                                          <p:stCondLst>
                                            <p:cond delay="0"/>
                                          </p:stCondLst>
                                        </p:cTn>
                                        <p:tgtEl>
                                          <p:spTgt spid="339"/>
                                        </p:tgtEl>
                                        <p:attrNameLst>
                                          <p:attrName>style.visibility</p:attrName>
                                        </p:attrNameLst>
                                      </p:cBhvr>
                                      <p:to>
                                        <p:strVal val="visible"/>
                                      </p:to>
                                    </p:set>
                                    <p:anim calcmode="lin" valueType="num">
                                      <p:cBhvr additive="base">
                                        <p:cTn dur="500"/>
                                        <p:tgtEl>
                                          <p:spTgt spid="339"/>
                                        </p:tgtEl>
                                        <p:attrNameLst>
                                          <p:attrName>ppt_y</p:attrName>
                                        </p:attrNameLst>
                                      </p:cBhvr>
                                      <p:tavLst>
                                        <p:tav fmla="" tm="0">
                                          <p:val>
                                            <p:strVal val="#ppt_y+1"/>
                                          </p:val>
                                        </p:tav>
                                        <p:tav fmla="" tm="100000">
                                          <p:val>
                                            <p:strVal val="#ppt_y"/>
                                          </p:val>
                                        </p:tav>
                                      </p:tavLst>
                                    </p:anim>
                                  </p:childTnLst>
                                </p:cTn>
                              </p:par>
                            </p:childTnLst>
                          </p:cTn>
                        </p:par>
                        <p:par>
                          <p:cTn fill="hold">
                            <p:stCondLst>
                              <p:cond delay="4000"/>
                            </p:stCondLst>
                            <p:childTnLst>
                              <p:par>
                                <p:cTn fill="hold" nodeType="afterEffect" presetClass="entr" presetID="2" presetSubtype="4">
                                  <p:stCondLst>
                                    <p:cond delay="250"/>
                                  </p:stCondLst>
                                  <p:childTnLst>
                                    <p:set>
                                      <p:cBhvr>
                                        <p:cTn dur="1" fill="hold">
                                          <p:stCondLst>
                                            <p:cond delay="0"/>
                                          </p:stCondLst>
                                        </p:cTn>
                                        <p:tgtEl>
                                          <p:spTgt spid="340"/>
                                        </p:tgtEl>
                                        <p:attrNameLst>
                                          <p:attrName>style.visibility</p:attrName>
                                        </p:attrNameLst>
                                      </p:cBhvr>
                                      <p:to>
                                        <p:strVal val="visible"/>
                                      </p:to>
                                    </p:set>
                                    <p:anim calcmode="lin" valueType="num">
                                      <p:cBhvr additive="base">
                                        <p:cTn dur="500"/>
                                        <p:tgtEl>
                                          <p:spTgt spid="340"/>
                                        </p:tgtEl>
                                        <p:attrNameLst>
                                          <p:attrName>ppt_y</p:attrName>
                                        </p:attrNameLst>
                                      </p:cBhvr>
                                      <p:tavLst>
                                        <p:tav fmla="" tm="0">
                                          <p:val>
                                            <p:strVal val="#ppt_y+1"/>
                                          </p:val>
                                        </p:tav>
                                        <p:tav fmla="" tm="100000">
                                          <p:val>
                                            <p:strVal val="#ppt_y"/>
                                          </p:val>
                                        </p:tav>
                                      </p:tavLst>
                                    </p:anim>
                                  </p:childTnLst>
                                </p:cTn>
                              </p:par>
                            </p:childTnLst>
                          </p:cTn>
                        </p:par>
                        <p:par>
                          <p:cTn fill="hold">
                            <p:stCondLst>
                              <p:cond delay="4500"/>
                            </p:stCondLst>
                            <p:childTnLst>
                              <p:par>
                                <p:cTn fill="hold" nodeType="afterEffect" presetClass="entr" presetID="2" presetSubtype="4">
                                  <p:stCondLst>
                                    <p:cond delay="250"/>
                                  </p:stCondLst>
                                  <p:childTnLst>
                                    <p:set>
                                      <p:cBhvr>
                                        <p:cTn dur="1" fill="hold">
                                          <p:stCondLst>
                                            <p:cond delay="0"/>
                                          </p:stCondLst>
                                        </p:cTn>
                                        <p:tgtEl>
                                          <p:spTgt spid="341"/>
                                        </p:tgtEl>
                                        <p:attrNameLst>
                                          <p:attrName>style.visibility</p:attrName>
                                        </p:attrNameLst>
                                      </p:cBhvr>
                                      <p:to>
                                        <p:strVal val="visible"/>
                                      </p:to>
                                    </p:set>
                                    <p:anim calcmode="lin" valueType="num">
                                      <p:cBhvr additive="base">
                                        <p:cTn dur="500"/>
                                        <p:tgtEl>
                                          <p:spTgt spid="341"/>
                                        </p:tgtEl>
                                        <p:attrNameLst>
                                          <p:attrName>ppt_y</p:attrName>
                                        </p:attrNameLst>
                                      </p:cBhvr>
                                      <p:tavLst>
                                        <p:tav fmla="" tm="0">
                                          <p:val>
                                            <p:strVal val="#ppt_y+1"/>
                                          </p:val>
                                        </p:tav>
                                        <p:tav fmla="" tm="100000">
                                          <p:val>
                                            <p:strVal val="#ppt_y"/>
                                          </p:val>
                                        </p:tav>
                                      </p:tavLst>
                                    </p:anim>
                                  </p:childTnLst>
                                </p:cTn>
                              </p:par>
                            </p:childTnLst>
                          </p:cTn>
                        </p:par>
                        <p:par>
                          <p:cTn fill="hold">
                            <p:stCondLst>
                              <p:cond delay="5000"/>
                            </p:stCondLst>
                            <p:childTnLst>
                              <p:par>
                                <p:cTn fill="hold" nodeType="afterEffect" presetClass="entr" presetID="2" presetSubtype="4">
                                  <p:stCondLst>
                                    <p:cond delay="250"/>
                                  </p:stCondLst>
                                  <p:childTnLst>
                                    <p:set>
                                      <p:cBhvr>
                                        <p:cTn dur="1" fill="hold">
                                          <p:stCondLst>
                                            <p:cond delay="0"/>
                                          </p:stCondLst>
                                        </p:cTn>
                                        <p:tgtEl>
                                          <p:spTgt spid="342"/>
                                        </p:tgtEl>
                                        <p:attrNameLst>
                                          <p:attrName>style.visibility</p:attrName>
                                        </p:attrNameLst>
                                      </p:cBhvr>
                                      <p:to>
                                        <p:strVal val="visible"/>
                                      </p:to>
                                    </p:set>
                                    <p:anim calcmode="lin" valueType="num">
                                      <p:cBhvr additive="base">
                                        <p:cTn dur="500"/>
                                        <p:tgtEl>
                                          <p:spTgt spid="342"/>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elestial">
  <a:themeElements>
    <a:clrScheme name="Celestial">
      <a:dk1>
        <a:srgbClr val="000000"/>
      </a:dk1>
      <a:lt1>
        <a:srgbClr val="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