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9144000"/>
  <p:embeddedFontLst>
    <p:embeddedFont>
      <p:font typeface="Arial Narrow"/>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ArialNarrow-bold.fntdata"/><Relationship Id="rId10" Type="http://schemas.openxmlformats.org/officeDocument/2006/relationships/slide" Target="slides/slide6.xml"/><Relationship Id="rId32" Type="http://schemas.openxmlformats.org/officeDocument/2006/relationships/font" Target="fonts/ArialNarrow-regular.fntdata"/><Relationship Id="rId13" Type="http://schemas.openxmlformats.org/officeDocument/2006/relationships/slide" Target="slides/slide9.xml"/><Relationship Id="rId35" Type="http://schemas.openxmlformats.org/officeDocument/2006/relationships/font" Target="fonts/ArialNarrow-boldItalic.fntdata"/><Relationship Id="rId12" Type="http://schemas.openxmlformats.org/officeDocument/2006/relationships/slide" Target="slides/slide8.xml"/><Relationship Id="rId34" Type="http://schemas.openxmlformats.org/officeDocument/2006/relationships/font" Target="fonts/ArialNarrow-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5" name="Google Shape;31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9" name="Google Shape;44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6" name="Google Shape;51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3" name="Google Shape;58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0" name="Google Shape;65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7" name="Google Shape;71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7" name="Google Shape;72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7" name="Google Shape;73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5" name="Google Shape;80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6" name="Google Shape;81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6" name="Google Shape;88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4" name="Google Shape;95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2" name="Google Shape;102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0" name="Google Shape;109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5" name="Google Shape;109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0" name="Google Shape;110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5" name="Google Shape;1105;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11" name="Shape 11"/>
        <p:cNvGrpSpPr/>
        <p:nvPr/>
      </p:nvGrpSpPr>
      <p:grpSpPr>
        <a:xfrm>
          <a:off x="0" y="0"/>
          <a:ext cx="0" cy="0"/>
          <a:chOff x="0" y="0"/>
          <a:chExt cx="0" cy="0"/>
        </a:xfrm>
      </p:grpSpPr>
      <p:pic>
        <p:nvPicPr>
          <p:cNvPr descr="Celestia-R1---OverlayContentHD.png" id="12" name="Google Shape;12;p2"/>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3" name="Google Shape;13;p2"/>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bg>
      <p:bgPr>
        <a:blipFill>
          <a:blip r:embed="rId2">
            <a:alphaModFix/>
          </a:blip>
          <a:stretch>
            <a:fillRect/>
          </a:stretch>
        </a:blipFill>
      </p:bgPr>
    </p:bg>
    <p:spTree>
      <p:nvGrpSpPr>
        <p:cNvPr id="16" name="Shape 16"/>
        <p:cNvGrpSpPr/>
        <p:nvPr/>
      </p:nvGrpSpPr>
      <p:grpSpPr>
        <a:xfrm>
          <a:off x="0" y="0"/>
          <a:ext cx="0" cy="0"/>
          <a:chOff x="0" y="0"/>
          <a:chExt cx="0" cy="0"/>
        </a:xfrm>
      </p:grpSpPr>
      <p:pic>
        <p:nvPicPr>
          <p:cNvPr descr="Celestia-R1---OverlayTitleHD.png" id="17" name="Google Shape;17;p3"/>
          <p:cNvPicPr preferRelativeResize="0"/>
          <p:nvPr/>
        </p:nvPicPr>
        <p:blipFill rotWithShape="1">
          <a:blip r:embed="rId3">
            <a:alphaModFix/>
          </a:blip>
          <a:srcRect b="0" l="0" r="0" t="0"/>
          <a:stretch/>
        </p:blipFill>
        <p:spPr>
          <a:xfrm>
            <a:off x="0" y="0"/>
            <a:ext cx="12188825" cy="6856214"/>
          </a:xfrm>
          <a:prstGeom prst="rect">
            <a:avLst/>
          </a:prstGeom>
          <a:noFill/>
          <a:ln>
            <a:noFill/>
          </a:ln>
        </p:spPr>
      </p:pic>
      <p:sp>
        <p:nvSpPr>
          <p:cNvPr id="18" name="Google Shape;18;p3"/>
          <p:cNvSpPr txBox="1"/>
          <p:nvPr>
            <p:ph type="ctrTitle"/>
          </p:nvPr>
        </p:nvSpPr>
        <p:spPr>
          <a:xfrm>
            <a:off x="3962399" y="1964267"/>
            <a:ext cx="7197726" cy="2421464"/>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lt1"/>
              </a:buClr>
              <a:buSzPts val="4800"/>
              <a:buFont typeface="Calibri"/>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subTitle"/>
          </p:nvPr>
        </p:nvSpPr>
        <p:spPr>
          <a:xfrm>
            <a:off x="3962399" y="4385732"/>
            <a:ext cx="7197726" cy="1405467"/>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SzPts val="1800"/>
              <a:buNone/>
              <a:defRPr sz="1800" cap="none">
                <a:solidFill>
                  <a:schemeClr val="lt1"/>
                </a:solidFill>
              </a:defRPr>
            </a:lvl1pPr>
            <a:lvl2pPr lvl="1" algn="ctr">
              <a:lnSpc>
                <a:spcPct val="100000"/>
              </a:lnSpc>
              <a:spcBef>
                <a:spcPts val="1000"/>
              </a:spcBef>
              <a:spcAft>
                <a:spcPts val="0"/>
              </a:spcAft>
              <a:buSzPts val="1600"/>
              <a:buNone/>
              <a:defRPr>
                <a:solidFill>
                  <a:schemeClr val="lt1"/>
                </a:solidFill>
              </a:defRPr>
            </a:lvl2pPr>
            <a:lvl3pPr lvl="2" algn="ctr">
              <a:lnSpc>
                <a:spcPct val="100000"/>
              </a:lnSpc>
              <a:spcBef>
                <a:spcPts val="1000"/>
              </a:spcBef>
              <a:spcAft>
                <a:spcPts val="0"/>
              </a:spcAft>
              <a:buSzPts val="1400"/>
              <a:buNone/>
              <a:defRPr>
                <a:solidFill>
                  <a:schemeClr val="lt1"/>
                </a:solidFill>
              </a:defRPr>
            </a:lvl3pPr>
            <a:lvl4pPr lvl="3" algn="ctr">
              <a:lnSpc>
                <a:spcPct val="100000"/>
              </a:lnSpc>
              <a:spcBef>
                <a:spcPts val="1000"/>
              </a:spcBef>
              <a:spcAft>
                <a:spcPts val="0"/>
              </a:spcAft>
              <a:buSzPts val="1200"/>
              <a:buNone/>
              <a:defRPr>
                <a:solidFill>
                  <a:schemeClr val="lt1"/>
                </a:solidFill>
              </a:defRPr>
            </a:lvl4pPr>
            <a:lvl5pPr lvl="4" algn="ctr">
              <a:lnSpc>
                <a:spcPct val="100000"/>
              </a:lnSpc>
              <a:spcBef>
                <a:spcPts val="1000"/>
              </a:spcBef>
              <a:spcAft>
                <a:spcPts val="0"/>
              </a:spcAft>
              <a:buSzPts val="1200"/>
              <a:buNone/>
              <a:defRPr>
                <a:solidFill>
                  <a:schemeClr val="lt1"/>
                </a:solidFill>
              </a:defRPr>
            </a:lvl5pPr>
            <a:lvl6pPr lvl="5" algn="ctr">
              <a:lnSpc>
                <a:spcPct val="100000"/>
              </a:lnSpc>
              <a:spcBef>
                <a:spcPts val="1000"/>
              </a:spcBef>
              <a:spcAft>
                <a:spcPts val="0"/>
              </a:spcAft>
              <a:buSzPts val="1200"/>
              <a:buNone/>
              <a:defRPr>
                <a:solidFill>
                  <a:schemeClr val="lt1"/>
                </a:solidFill>
              </a:defRPr>
            </a:lvl6pPr>
            <a:lvl7pPr lvl="6" algn="ctr">
              <a:lnSpc>
                <a:spcPct val="100000"/>
              </a:lnSpc>
              <a:spcBef>
                <a:spcPts val="1000"/>
              </a:spcBef>
              <a:spcAft>
                <a:spcPts val="0"/>
              </a:spcAft>
              <a:buSzPts val="1200"/>
              <a:buNone/>
              <a:defRPr>
                <a:solidFill>
                  <a:schemeClr val="lt1"/>
                </a:solidFill>
              </a:defRPr>
            </a:lvl7pPr>
            <a:lvl8pPr lvl="7" algn="ctr">
              <a:lnSpc>
                <a:spcPct val="100000"/>
              </a:lnSpc>
              <a:spcBef>
                <a:spcPts val="1000"/>
              </a:spcBef>
              <a:spcAft>
                <a:spcPts val="0"/>
              </a:spcAft>
              <a:buSzPts val="1200"/>
              <a:buNone/>
              <a:defRPr>
                <a:solidFill>
                  <a:schemeClr val="lt1"/>
                </a:solidFill>
              </a:defRPr>
            </a:lvl8pPr>
            <a:lvl9pPr lvl="8" algn="ctr">
              <a:lnSpc>
                <a:spcPct val="100000"/>
              </a:lnSpc>
              <a:spcBef>
                <a:spcPts val="1000"/>
              </a:spcBef>
              <a:spcAft>
                <a:spcPts val="1000"/>
              </a:spcAft>
              <a:buSzPts val="1200"/>
              <a:buNone/>
              <a:defRPr>
                <a:solidFill>
                  <a:schemeClr val="lt1"/>
                </a:solidFill>
              </a:defRPr>
            </a:lvl9pPr>
          </a:lstStyle>
          <a:p/>
        </p:txBody>
      </p:sp>
      <p:sp>
        <p:nvSpPr>
          <p:cNvPr id="20" name="Google Shape;20;p3"/>
          <p:cNvSpPr txBox="1"/>
          <p:nvPr>
            <p:ph idx="10" type="dt"/>
          </p:nvPr>
        </p:nvSpPr>
        <p:spPr>
          <a:xfrm>
            <a:off x="8932558"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3962399" y="5870575"/>
            <a:ext cx="4893958"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10608958"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23" name="Shape 23"/>
        <p:cNvGrpSpPr/>
        <p:nvPr/>
      </p:nvGrpSpPr>
      <p:grpSpPr>
        <a:xfrm>
          <a:off x="0" y="0"/>
          <a:ext cx="0" cy="0"/>
          <a:chOff x="0" y="0"/>
          <a:chExt cx="0" cy="0"/>
        </a:xfrm>
      </p:grpSpPr>
      <p:pic>
        <p:nvPicPr>
          <p:cNvPr descr="Celestia-R1---OverlayContentHD.png" id="24" name="Google Shape;24;p4"/>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25" name="Google Shape;25;p4"/>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 type="body"/>
          </p:nvPr>
        </p:nvSpPr>
        <p:spPr>
          <a:xfrm>
            <a:off x="685801" y="2142067"/>
            <a:ext cx="10131425" cy="3649133"/>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27" name="Google Shape;27;p4"/>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30" name="Shape 30"/>
        <p:cNvGrpSpPr/>
        <p:nvPr/>
      </p:nvGrpSpPr>
      <p:grpSpPr>
        <a:xfrm>
          <a:off x="0" y="0"/>
          <a:ext cx="0" cy="0"/>
          <a:chOff x="0" y="0"/>
          <a:chExt cx="0" cy="0"/>
        </a:xfrm>
      </p:grpSpPr>
      <p:pic>
        <p:nvPicPr>
          <p:cNvPr descr="Celestia-R1---OverlayContentHD.png" id="31" name="Google Shape;31;p5"/>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32" name="Google Shape;32;p5"/>
          <p:cNvSpPr txBox="1"/>
          <p:nvPr>
            <p:ph type="title"/>
          </p:nvPr>
        </p:nvSpPr>
        <p:spPr>
          <a:xfrm>
            <a:off x="685800" y="3308581"/>
            <a:ext cx="10131427" cy="1468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4000"/>
              <a:buFont typeface="Calibri"/>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685799" y="4777381"/>
            <a:ext cx="10131428"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2000"/>
              <a:buNone/>
              <a:defRPr sz="2000" cap="none">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34" name="Google Shape;34;p5"/>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37" name="Shape 37"/>
        <p:cNvGrpSpPr/>
        <p:nvPr/>
      </p:nvGrpSpPr>
      <p:grpSpPr>
        <a:xfrm>
          <a:off x="0" y="0"/>
          <a:ext cx="0" cy="0"/>
          <a:chOff x="0" y="0"/>
          <a:chExt cx="0" cy="0"/>
        </a:xfrm>
      </p:grpSpPr>
      <p:pic>
        <p:nvPicPr>
          <p:cNvPr descr="Celestia-R1---OverlayContentHD.png" id="38" name="Google Shape;38;p6"/>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39" name="Google Shape;39;p6"/>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 type="body"/>
          </p:nvPr>
        </p:nvSpPr>
        <p:spPr>
          <a:xfrm>
            <a:off x="685802" y="2142067"/>
            <a:ext cx="4995334" cy="3649134"/>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41" name="Google Shape;41;p6"/>
          <p:cNvSpPr txBox="1"/>
          <p:nvPr>
            <p:ph idx="2" type="body"/>
          </p:nvPr>
        </p:nvSpPr>
        <p:spPr>
          <a:xfrm>
            <a:off x="5821895" y="2142067"/>
            <a:ext cx="4995332" cy="3649133"/>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42" name="Google Shape;42;p6"/>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5" name="Shape 45"/>
        <p:cNvGrpSpPr/>
        <p:nvPr/>
      </p:nvGrpSpPr>
      <p:grpSpPr>
        <a:xfrm>
          <a:off x="0" y="0"/>
          <a:ext cx="0" cy="0"/>
          <a:chOff x="0" y="0"/>
          <a:chExt cx="0" cy="0"/>
        </a:xfrm>
      </p:grpSpPr>
      <p:sp>
        <p:nvSpPr>
          <p:cNvPr id="46" name="Google Shape;46;p7"/>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 type="body"/>
          </p:nvPr>
        </p:nvSpPr>
        <p:spPr>
          <a:xfrm>
            <a:off x="973670" y="2218267"/>
            <a:ext cx="4709054"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SzPts val="2800"/>
              <a:buNone/>
              <a:defRPr b="0" sz="2800"/>
            </a:lvl1pPr>
            <a:lvl2pPr indent="-228600" lvl="1" marL="914400" algn="l">
              <a:lnSpc>
                <a:spcPct val="100000"/>
              </a:lnSpc>
              <a:spcBef>
                <a:spcPts val="1000"/>
              </a:spcBef>
              <a:spcAft>
                <a:spcPts val="0"/>
              </a:spcAft>
              <a:buSzPts val="2000"/>
              <a:buNone/>
              <a:defRPr b="1" sz="20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1000"/>
              </a:spcAft>
              <a:buSzPts val="1600"/>
              <a:buNone/>
              <a:defRPr b="1" sz="1600"/>
            </a:lvl9pPr>
          </a:lstStyle>
          <a:p/>
        </p:txBody>
      </p:sp>
      <p:sp>
        <p:nvSpPr>
          <p:cNvPr id="48" name="Google Shape;48;p7"/>
          <p:cNvSpPr txBox="1"/>
          <p:nvPr>
            <p:ph idx="2" type="body"/>
          </p:nvPr>
        </p:nvSpPr>
        <p:spPr>
          <a:xfrm>
            <a:off x="685801" y="2870201"/>
            <a:ext cx="4996923" cy="292099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49" name="Google Shape;49;p7"/>
          <p:cNvSpPr txBox="1"/>
          <p:nvPr>
            <p:ph idx="3" type="body"/>
          </p:nvPr>
        </p:nvSpPr>
        <p:spPr>
          <a:xfrm>
            <a:off x="6096003" y="2226734"/>
            <a:ext cx="4722813"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SzPts val="2800"/>
              <a:buNone/>
              <a:defRPr b="0" sz="2800"/>
            </a:lvl1pPr>
            <a:lvl2pPr indent="-228600" lvl="1" marL="914400" algn="l">
              <a:lnSpc>
                <a:spcPct val="100000"/>
              </a:lnSpc>
              <a:spcBef>
                <a:spcPts val="1000"/>
              </a:spcBef>
              <a:spcAft>
                <a:spcPts val="0"/>
              </a:spcAft>
              <a:buSzPts val="2000"/>
              <a:buNone/>
              <a:defRPr b="1" sz="20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1000"/>
              </a:spcAft>
              <a:buSzPts val="1600"/>
              <a:buNone/>
              <a:defRPr b="1" sz="1600"/>
            </a:lvl9pPr>
          </a:lstStyle>
          <a:p/>
        </p:txBody>
      </p:sp>
      <p:sp>
        <p:nvSpPr>
          <p:cNvPr id="50" name="Google Shape;50;p7"/>
          <p:cNvSpPr txBox="1"/>
          <p:nvPr>
            <p:ph idx="4" type="body"/>
          </p:nvPr>
        </p:nvSpPr>
        <p:spPr>
          <a:xfrm>
            <a:off x="5823483" y="2870201"/>
            <a:ext cx="4995334" cy="292099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51" name="Google Shape;51;p7"/>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54" name="Shape 54"/>
        <p:cNvGrpSpPr/>
        <p:nvPr/>
      </p:nvGrpSpPr>
      <p:grpSpPr>
        <a:xfrm>
          <a:off x="0" y="0"/>
          <a:ext cx="0" cy="0"/>
          <a:chOff x="0" y="0"/>
          <a:chExt cx="0" cy="0"/>
        </a:xfrm>
      </p:grpSpPr>
      <p:pic>
        <p:nvPicPr>
          <p:cNvPr descr="Celestia-R1---OverlayContentHD.png" id="55" name="Google Shape;55;p8"/>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56" name="Google Shape;56;p8"/>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8"/>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8"/>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60" name="Shape 60"/>
        <p:cNvGrpSpPr/>
        <p:nvPr/>
      </p:nvGrpSpPr>
      <p:grpSpPr>
        <a:xfrm>
          <a:off x="0" y="0"/>
          <a:ext cx="0" cy="0"/>
          <a:chOff x="0" y="0"/>
          <a:chExt cx="0" cy="0"/>
        </a:xfrm>
      </p:grpSpPr>
      <p:pic>
        <p:nvPicPr>
          <p:cNvPr descr="Celestia-R1---OverlayContentHD.png" id="61" name="Google Shape;61;p9"/>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62" name="Google Shape;62;p9"/>
          <p:cNvSpPr txBox="1"/>
          <p:nvPr>
            <p:ph type="title"/>
          </p:nvPr>
        </p:nvSpPr>
        <p:spPr>
          <a:xfrm>
            <a:off x="685800" y="2074333"/>
            <a:ext cx="3680885" cy="1371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400"/>
              <a:buFont typeface="Calibri"/>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 type="body"/>
          </p:nvPr>
        </p:nvSpPr>
        <p:spPr>
          <a:xfrm>
            <a:off x="4648201" y="609601"/>
            <a:ext cx="6169026" cy="5181600"/>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64" name="Google Shape;64;p9"/>
          <p:cNvSpPr txBox="1"/>
          <p:nvPr>
            <p:ph idx="2" type="body"/>
          </p:nvPr>
        </p:nvSpPr>
        <p:spPr>
          <a:xfrm>
            <a:off x="685800" y="3445933"/>
            <a:ext cx="3680885" cy="1828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600"/>
              <a:buNone/>
              <a:defRPr sz="16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1000"/>
              </a:spcAft>
              <a:buSzPts val="900"/>
              <a:buNone/>
              <a:defRPr sz="900"/>
            </a:lvl9pPr>
          </a:lstStyle>
          <a:p/>
        </p:txBody>
      </p:sp>
      <p:sp>
        <p:nvSpPr>
          <p:cNvPr id="65" name="Google Shape;65;p9"/>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9"/>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9"/>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8" name="Shape 68"/>
        <p:cNvGrpSpPr/>
        <p:nvPr/>
      </p:nvGrpSpPr>
      <p:grpSpPr>
        <a:xfrm>
          <a:off x="0" y="0"/>
          <a:ext cx="0" cy="0"/>
          <a:chOff x="0" y="0"/>
          <a:chExt cx="0" cy="0"/>
        </a:xfrm>
      </p:grpSpPr>
      <p:pic>
        <p:nvPicPr>
          <p:cNvPr descr="Celestia-R1---OverlayContentHD.png" id="69" name="Google Shape;69;p10"/>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70" name="Google Shape;70;p10"/>
          <p:cNvSpPr txBox="1"/>
          <p:nvPr>
            <p:ph type="title"/>
          </p:nvPr>
        </p:nvSpPr>
        <p:spPr>
          <a:xfrm>
            <a:off x="685800" y="1600200"/>
            <a:ext cx="6164653" cy="1371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800"/>
              <a:buFont typeface="Calibri"/>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p:nvPr>
            <p:ph idx="2" type="pic"/>
          </p:nvPr>
        </p:nvSpPr>
        <p:spPr>
          <a:xfrm>
            <a:off x="7536253" y="914400"/>
            <a:ext cx="3280974" cy="4572000"/>
          </a:xfrm>
          <a:prstGeom prst="roundRect">
            <a:avLst>
              <a:gd fmla="val 4280" name="adj"/>
            </a:avLst>
          </a:prstGeom>
          <a:noFill/>
          <a:ln cap="sq" cmpd="dbl" w="50800">
            <a:solidFill>
              <a:srgbClr val="FFFFFF"/>
            </a:solidFill>
            <a:prstDash val="solid"/>
            <a:miter lim="800000"/>
            <a:headEnd len="sm" w="sm" type="none"/>
            <a:tailEnd len="sm" w="sm" type="none"/>
          </a:ln>
          <a:effectLst>
            <a:outerShdw blurRad="254000" rotWithShape="0" algn="tl">
              <a:srgbClr val="000000">
                <a:alpha val="42353"/>
              </a:srgbClr>
            </a:outerShdw>
          </a:effectLst>
        </p:spPr>
      </p:sp>
      <p:sp>
        <p:nvSpPr>
          <p:cNvPr id="72" name="Google Shape;72;p10"/>
          <p:cNvSpPr txBox="1"/>
          <p:nvPr>
            <p:ph idx="1" type="body"/>
          </p:nvPr>
        </p:nvSpPr>
        <p:spPr>
          <a:xfrm>
            <a:off x="685800" y="2971800"/>
            <a:ext cx="6164653" cy="1828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800"/>
              <a:buNone/>
              <a:defRPr sz="18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1000"/>
              </a:spcAft>
              <a:buSzPts val="900"/>
              <a:buNone/>
              <a:defRPr sz="900"/>
            </a:lvl9pPr>
          </a:lstStyle>
          <a:p/>
        </p:txBody>
      </p:sp>
      <p:sp>
        <p:nvSpPr>
          <p:cNvPr id="73" name="Google Shape;73;p10"/>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0"/>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0"/>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to Panorâmica com Legenda">
  <p:cSld name="Foto Panorâmica com Legenda">
    <p:spTree>
      <p:nvGrpSpPr>
        <p:cNvPr id="76" name="Shape 76"/>
        <p:cNvGrpSpPr/>
        <p:nvPr/>
      </p:nvGrpSpPr>
      <p:grpSpPr>
        <a:xfrm>
          <a:off x="0" y="0"/>
          <a:ext cx="0" cy="0"/>
          <a:chOff x="0" y="0"/>
          <a:chExt cx="0" cy="0"/>
        </a:xfrm>
      </p:grpSpPr>
      <p:pic>
        <p:nvPicPr>
          <p:cNvPr descr="Celestia-R1---OverlayContentHD.png" id="77" name="Google Shape;77;p11"/>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78" name="Google Shape;78;p11"/>
          <p:cNvSpPr txBox="1"/>
          <p:nvPr>
            <p:ph type="title"/>
          </p:nvPr>
        </p:nvSpPr>
        <p:spPr>
          <a:xfrm>
            <a:off x="685800" y="4732865"/>
            <a:ext cx="10131427"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400"/>
              <a:buFont typeface="Calibri"/>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1"/>
          <p:cNvSpPr/>
          <p:nvPr>
            <p:ph idx="2" type="pic"/>
          </p:nvPr>
        </p:nvSpPr>
        <p:spPr>
          <a:xfrm>
            <a:off x="1371600" y="932112"/>
            <a:ext cx="8759827" cy="3164976"/>
          </a:xfrm>
          <a:prstGeom prst="roundRect">
            <a:avLst>
              <a:gd fmla="val 4380" name="adj"/>
            </a:avLst>
          </a:prstGeom>
          <a:noFill/>
          <a:ln cap="sq" cmpd="dbl" w="50800">
            <a:solidFill>
              <a:srgbClr val="FFFFFF"/>
            </a:solidFill>
            <a:prstDash val="solid"/>
            <a:miter lim="800000"/>
            <a:headEnd len="sm" w="sm" type="none"/>
            <a:tailEnd len="sm" w="sm" type="none"/>
          </a:ln>
          <a:effectLst>
            <a:outerShdw blurRad="254000" rotWithShape="0" algn="tl">
              <a:srgbClr val="000000">
                <a:alpha val="42353"/>
              </a:srgbClr>
            </a:outerShdw>
          </a:effectLst>
        </p:spPr>
      </p:sp>
      <p:sp>
        <p:nvSpPr>
          <p:cNvPr id="80" name="Google Shape;80;p11"/>
          <p:cNvSpPr txBox="1"/>
          <p:nvPr>
            <p:ph idx="1" type="body"/>
          </p:nvPr>
        </p:nvSpPr>
        <p:spPr>
          <a:xfrm>
            <a:off x="685800" y="5299603"/>
            <a:ext cx="10131427" cy="493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400"/>
              <a:buNone/>
              <a:defRPr sz="14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1000"/>
              </a:spcAft>
              <a:buSzPts val="900"/>
              <a:buNone/>
              <a:defRPr sz="900"/>
            </a:lvl9pPr>
          </a:lstStyle>
          <a:p/>
        </p:txBody>
      </p:sp>
      <p:sp>
        <p:nvSpPr>
          <p:cNvPr id="81" name="Google Shape;81;p11"/>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1"/>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1"/>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Legenda">
  <p:cSld name="Título e Legenda">
    <p:spTree>
      <p:nvGrpSpPr>
        <p:cNvPr id="84" name="Shape 84"/>
        <p:cNvGrpSpPr/>
        <p:nvPr/>
      </p:nvGrpSpPr>
      <p:grpSpPr>
        <a:xfrm>
          <a:off x="0" y="0"/>
          <a:ext cx="0" cy="0"/>
          <a:chOff x="0" y="0"/>
          <a:chExt cx="0" cy="0"/>
        </a:xfrm>
      </p:grpSpPr>
      <p:pic>
        <p:nvPicPr>
          <p:cNvPr descr="Celestia-R1---OverlayContentHD.png" id="85" name="Google Shape;85;p12"/>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86" name="Google Shape;86;p12"/>
          <p:cNvSpPr txBox="1"/>
          <p:nvPr>
            <p:ph type="title"/>
          </p:nvPr>
        </p:nvSpPr>
        <p:spPr>
          <a:xfrm>
            <a:off x="685801" y="609601"/>
            <a:ext cx="10131427" cy="3124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2"/>
          <p:cNvSpPr txBox="1"/>
          <p:nvPr>
            <p:ph idx="1" type="body"/>
          </p:nvPr>
        </p:nvSpPr>
        <p:spPr>
          <a:xfrm>
            <a:off x="685800" y="4343400"/>
            <a:ext cx="10131428" cy="14478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88" name="Google Shape;88;p12"/>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2"/>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2"/>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ção com Legenda">
  <p:cSld name="Citação com Legenda">
    <p:spTree>
      <p:nvGrpSpPr>
        <p:cNvPr id="91" name="Shape 91"/>
        <p:cNvGrpSpPr/>
        <p:nvPr/>
      </p:nvGrpSpPr>
      <p:grpSpPr>
        <a:xfrm>
          <a:off x="0" y="0"/>
          <a:ext cx="0" cy="0"/>
          <a:chOff x="0" y="0"/>
          <a:chExt cx="0" cy="0"/>
        </a:xfrm>
      </p:grpSpPr>
      <p:pic>
        <p:nvPicPr>
          <p:cNvPr descr="Celestia-R1---OverlayContentHD.png" id="92" name="Google Shape;92;p13"/>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93" name="Google Shape;93;p13"/>
          <p:cNvSpPr txBox="1"/>
          <p:nvPr/>
        </p:nvSpPr>
        <p:spPr>
          <a:xfrm>
            <a:off x="10237867" y="2743200"/>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pt-BR"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4" name="Google Shape;94;p13"/>
          <p:cNvSpPr txBox="1"/>
          <p:nvPr/>
        </p:nvSpPr>
        <p:spPr>
          <a:xfrm>
            <a:off x="488275" y="823337"/>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pt-BR"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5" name="Google Shape;95;p13"/>
          <p:cNvSpPr txBox="1"/>
          <p:nvPr>
            <p:ph type="title"/>
          </p:nvPr>
        </p:nvSpPr>
        <p:spPr>
          <a:xfrm>
            <a:off x="992267" y="609601"/>
            <a:ext cx="9550399" cy="2743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3"/>
          <p:cNvSpPr txBox="1"/>
          <p:nvPr>
            <p:ph idx="1" type="body"/>
          </p:nvPr>
        </p:nvSpPr>
        <p:spPr>
          <a:xfrm>
            <a:off x="1097875" y="3352800"/>
            <a:ext cx="9339184"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Font typeface="Calibri"/>
              <a:buNone/>
              <a:defRPr/>
            </a:lvl1pPr>
            <a:lvl2pPr indent="-228600" lvl="1" marL="914400" algn="l">
              <a:lnSpc>
                <a:spcPct val="100000"/>
              </a:lnSpc>
              <a:spcBef>
                <a:spcPts val="1000"/>
              </a:spcBef>
              <a:spcAft>
                <a:spcPts val="0"/>
              </a:spcAft>
              <a:buSzPts val="1600"/>
              <a:buFont typeface="Calibri"/>
              <a:buNone/>
              <a:defRPr/>
            </a:lvl2pPr>
            <a:lvl3pPr indent="-228600" lvl="2" marL="1371600" algn="l">
              <a:lnSpc>
                <a:spcPct val="100000"/>
              </a:lnSpc>
              <a:spcBef>
                <a:spcPts val="1000"/>
              </a:spcBef>
              <a:spcAft>
                <a:spcPts val="0"/>
              </a:spcAft>
              <a:buSzPts val="1400"/>
              <a:buFont typeface="Calibri"/>
              <a:buNone/>
              <a:defRPr/>
            </a:lvl3pPr>
            <a:lvl4pPr indent="-228600" lvl="3" marL="1828800" algn="l">
              <a:lnSpc>
                <a:spcPct val="100000"/>
              </a:lnSpc>
              <a:spcBef>
                <a:spcPts val="1000"/>
              </a:spcBef>
              <a:spcAft>
                <a:spcPts val="0"/>
              </a:spcAft>
              <a:buSzPts val="1200"/>
              <a:buFont typeface="Calibri"/>
              <a:buNone/>
              <a:defRPr/>
            </a:lvl4pPr>
            <a:lvl5pPr indent="-228600" lvl="4" marL="2286000" algn="l">
              <a:lnSpc>
                <a:spcPct val="100000"/>
              </a:lnSpc>
              <a:spcBef>
                <a:spcPts val="1000"/>
              </a:spcBef>
              <a:spcAft>
                <a:spcPts val="0"/>
              </a:spcAft>
              <a:buSzPts val="1200"/>
              <a:buFont typeface="Calibri"/>
              <a:buNone/>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97" name="Google Shape;97;p13"/>
          <p:cNvSpPr txBox="1"/>
          <p:nvPr>
            <p:ph idx="2" type="body"/>
          </p:nvPr>
        </p:nvSpPr>
        <p:spPr>
          <a:xfrm>
            <a:off x="687465" y="4343400"/>
            <a:ext cx="10152367" cy="14478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98" name="Google Shape;98;p13"/>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3"/>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3"/>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tão de Nome">
  <p:cSld name="Cartão de Nome">
    <p:spTree>
      <p:nvGrpSpPr>
        <p:cNvPr id="101" name="Shape 101"/>
        <p:cNvGrpSpPr/>
        <p:nvPr/>
      </p:nvGrpSpPr>
      <p:grpSpPr>
        <a:xfrm>
          <a:off x="0" y="0"/>
          <a:ext cx="0" cy="0"/>
          <a:chOff x="0" y="0"/>
          <a:chExt cx="0" cy="0"/>
        </a:xfrm>
      </p:grpSpPr>
      <p:pic>
        <p:nvPicPr>
          <p:cNvPr descr="Celestia-R1---OverlayContentHD.png" id="102" name="Google Shape;102;p14"/>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03" name="Google Shape;103;p14"/>
          <p:cNvSpPr txBox="1"/>
          <p:nvPr>
            <p:ph type="title"/>
          </p:nvPr>
        </p:nvSpPr>
        <p:spPr>
          <a:xfrm>
            <a:off x="685802" y="3308581"/>
            <a:ext cx="10131425" cy="1468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4"/>
          <p:cNvSpPr txBox="1"/>
          <p:nvPr>
            <p:ph idx="1" type="body"/>
          </p:nvPr>
        </p:nvSpPr>
        <p:spPr>
          <a:xfrm>
            <a:off x="685801" y="4777381"/>
            <a:ext cx="10131426"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05" name="Google Shape;105;p14"/>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4"/>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4"/>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r o Cartão de Nome">
  <p:cSld name="Citar o Cartão de Nome">
    <p:spTree>
      <p:nvGrpSpPr>
        <p:cNvPr id="108" name="Shape 108"/>
        <p:cNvGrpSpPr/>
        <p:nvPr/>
      </p:nvGrpSpPr>
      <p:grpSpPr>
        <a:xfrm>
          <a:off x="0" y="0"/>
          <a:ext cx="0" cy="0"/>
          <a:chOff x="0" y="0"/>
          <a:chExt cx="0" cy="0"/>
        </a:xfrm>
      </p:grpSpPr>
      <p:pic>
        <p:nvPicPr>
          <p:cNvPr descr="Celestia-R1---OverlayContentHD.png" id="109" name="Google Shape;109;p15"/>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10" name="Google Shape;110;p15"/>
          <p:cNvSpPr txBox="1"/>
          <p:nvPr/>
        </p:nvSpPr>
        <p:spPr>
          <a:xfrm>
            <a:off x="10237867" y="2743200"/>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pt-BR"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1" name="Google Shape;111;p15"/>
          <p:cNvSpPr txBox="1"/>
          <p:nvPr/>
        </p:nvSpPr>
        <p:spPr>
          <a:xfrm>
            <a:off x="488275" y="823337"/>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pt-BR"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2" name="Google Shape;112;p15"/>
          <p:cNvSpPr txBox="1"/>
          <p:nvPr>
            <p:ph type="title"/>
          </p:nvPr>
        </p:nvSpPr>
        <p:spPr>
          <a:xfrm>
            <a:off x="992267" y="609601"/>
            <a:ext cx="9550399" cy="2743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15"/>
          <p:cNvSpPr txBox="1"/>
          <p:nvPr>
            <p:ph idx="1" type="body"/>
          </p:nvPr>
        </p:nvSpPr>
        <p:spPr>
          <a:xfrm>
            <a:off x="685800" y="3886200"/>
            <a:ext cx="10135436" cy="8890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0"/>
              </a:spcBef>
              <a:spcAft>
                <a:spcPts val="0"/>
              </a:spcAft>
              <a:buSzPts val="2400"/>
              <a:buNone/>
              <a:defRPr b="0" sz="2400" cap="none">
                <a:solidFill>
                  <a:schemeClr val="lt1"/>
                </a:solidFil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14" name="Google Shape;114;p15"/>
          <p:cNvSpPr txBox="1"/>
          <p:nvPr>
            <p:ph idx="2" type="body"/>
          </p:nvPr>
        </p:nvSpPr>
        <p:spPr>
          <a:xfrm>
            <a:off x="685799" y="4775200"/>
            <a:ext cx="10135436" cy="1016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15" name="Google Shape;115;p15"/>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15"/>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15"/>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dadeiro ou Falso">
  <p:cSld name="Verdadeiro ou Falso">
    <p:spTree>
      <p:nvGrpSpPr>
        <p:cNvPr id="118" name="Shape 118"/>
        <p:cNvGrpSpPr/>
        <p:nvPr/>
      </p:nvGrpSpPr>
      <p:grpSpPr>
        <a:xfrm>
          <a:off x="0" y="0"/>
          <a:ext cx="0" cy="0"/>
          <a:chOff x="0" y="0"/>
          <a:chExt cx="0" cy="0"/>
        </a:xfrm>
      </p:grpSpPr>
      <p:pic>
        <p:nvPicPr>
          <p:cNvPr descr="Celestia-R1---OverlayContentHD.png" id="119" name="Google Shape;119;p16"/>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20" name="Google Shape;120;p16"/>
          <p:cNvSpPr txBox="1"/>
          <p:nvPr>
            <p:ph type="title"/>
          </p:nvPr>
        </p:nvSpPr>
        <p:spPr>
          <a:xfrm>
            <a:off x="685801" y="609601"/>
            <a:ext cx="10131427" cy="2743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600"/>
              <a:buFont typeface="Calibri"/>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16"/>
          <p:cNvSpPr txBox="1"/>
          <p:nvPr>
            <p:ph idx="1" type="body"/>
          </p:nvPr>
        </p:nvSpPr>
        <p:spPr>
          <a:xfrm>
            <a:off x="685801" y="3505200"/>
            <a:ext cx="10131428"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0"/>
              </a:spcBef>
              <a:spcAft>
                <a:spcPts val="0"/>
              </a:spcAft>
              <a:buSzPts val="2800"/>
              <a:buNone/>
              <a:defRPr b="0" sz="2800" cap="none">
                <a:solidFill>
                  <a:schemeClr val="lt1"/>
                </a:solidFil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22" name="Google Shape;122;p16"/>
          <p:cNvSpPr txBox="1"/>
          <p:nvPr>
            <p:ph idx="2" type="body"/>
          </p:nvPr>
        </p:nvSpPr>
        <p:spPr>
          <a:xfrm>
            <a:off x="685800" y="4343400"/>
            <a:ext cx="10131428"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23" name="Google Shape;123;p16"/>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16"/>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16"/>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126" name="Shape 126"/>
        <p:cNvGrpSpPr/>
        <p:nvPr/>
      </p:nvGrpSpPr>
      <p:grpSpPr>
        <a:xfrm>
          <a:off x="0" y="0"/>
          <a:ext cx="0" cy="0"/>
          <a:chOff x="0" y="0"/>
          <a:chExt cx="0" cy="0"/>
        </a:xfrm>
      </p:grpSpPr>
      <p:pic>
        <p:nvPicPr>
          <p:cNvPr descr="Celestia-R1---OverlayContentHD.png" id="127" name="Google Shape;127;p17"/>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28" name="Google Shape;128;p17"/>
          <p:cNvSpPr txBox="1"/>
          <p:nvPr>
            <p:ph idx="1" type="body"/>
          </p:nvPr>
        </p:nvSpPr>
        <p:spPr>
          <a:xfrm rot="5400000">
            <a:off x="3926947" y="-1099079"/>
            <a:ext cx="3649133" cy="10131425"/>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29" name="Google Shape;129;p17"/>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17"/>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17"/>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
        <p:nvSpPr>
          <p:cNvPr id="132" name="Google Shape;132;p17"/>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Título Vertical" type="vertTitleAndTx">
  <p:cSld name="VERTICAL_TITLE_AND_VERTICAL_TEXT">
    <p:spTree>
      <p:nvGrpSpPr>
        <p:cNvPr id="133" name="Shape 133"/>
        <p:cNvGrpSpPr/>
        <p:nvPr/>
      </p:nvGrpSpPr>
      <p:grpSpPr>
        <a:xfrm>
          <a:off x="0" y="0"/>
          <a:ext cx="0" cy="0"/>
          <a:chOff x="0" y="0"/>
          <a:chExt cx="0" cy="0"/>
        </a:xfrm>
      </p:grpSpPr>
      <p:pic>
        <p:nvPicPr>
          <p:cNvPr descr="Celestia-R1---OverlayContentHD.png" id="134" name="Google Shape;134;p18"/>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35" name="Google Shape;135;p18"/>
          <p:cNvSpPr txBox="1"/>
          <p:nvPr>
            <p:ph type="title"/>
          </p:nvPr>
        </p:nvSpPr>
        <p:spPr>
          <a:xfrm rot="5400000">
            <a:off x="7147151" y="2121124"/>
            <a:ext cx="5181601" cy="2158552"/>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18"/>
          <p:cNvSpPr txBox="1"/>
          <p:nvPr>
            <p:ph idx="1" type="body"/>
          </p:nvPr>
        </p:nvSpPr>
        <p:spPr>
          <a:xfrm rot="5400000">
            <a:off x="2011058" y="-715658"/>
            <a:ext cx="5181600" cy="783211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37" name="Google Shape;137;p18"/>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18"/>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18"/>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5.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lt1"/>
              </a:buClr>
              <a:buSzPts val="3600"/>
              <a:buFont typeface="Calibri"/>
              <a:buNone/>
              <a:defRPr b="0" i="0" sz="36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9pPr>
          </a:lstStyle>
          <a:p/>
        </p:txBody>
      </p:sp>
      <p:sp>
        <p:nvSpPr>
          <p:cNvPr id="7" name="Google Shape;7;p1"/>
          <p:cNvSpPr txBox="1"/>
          <p:nvPr>
            <p:ph idx="1" type="body"/>
          </p:nvPr>
        </p:nvSpPr>
        <p:spPr>
          <a:xfrm>
            <a:off x="685801" y="2142067"/>
            <a:ext cx="10131425" cy="3649133"/>
          </a:xfrm>
          <a:prstGeom prst="rect">
            <a:avLst/>
          </a:prstGeom>
          <a:noFill/>
          <a:ln>
            <a:noFill/>
          </a:ln>
        </p:spPr>
        <p:txBody>
          <a:bodyPr anchorCtr="0" anchor="ctr" bIns="45700" lIns="91425" spcFirstLastPara="1" rIns="91425" wrap="square" tIns="45700">
            <a:normAutofit/>
          </a:bodyPr>
          <a:lstStyle>
            <a:lvl1pPr indent="-342900" lvl="0" marL="457200" marR="0" rtl="0" algn="l">
              <a:lnSpc>
                <a:spcPct val="100000"/>
              </a:lnSpc>
              <a:spcBef>
                <a:spcPts val="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Calibri"/>
                <a:ea typeface="Calibri"/>
                <a:cs typeface="Calibri"/>
                <a:sym typeface="Calibri"/>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9pPr>
          </a:lstStyle>
          <a:p/>
        </p:txBody>
      </p:sp>
      <p:sp>
        <p:nvSpPr>
          <p:cNvPr id="8" name="Google Shape;8;p1"/>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9" name="Google Shape;9;p1"/>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10" name="Google Shape;10;p1"/>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1.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9"/>
          <p:cNvSpPr txBox="1"/>
          <p:nvPr/>
        </p:nvSpPr>
        <p:spPr>
          <a:xfrm>
            <a:off x="2517360" y="366682"/>
            <a:ext cx="7157279"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chemeClr val="lt1"/>
                </a:solidFill>
                <a:latin typeface="Arial Narrow"/>
                <a:ea typeface="Arial Narrow"/>
                <a:cs typeface="Arial Narrow"/>
                <a:sym typeface="Arial Narrow"/>
              </a:rPr>
              <a:t>Faculdade de Tecnologia de São Paulo</a:t>
            </a:r>
            <a:endParaRPr b="0" i="0" sz="1400" u="none" cap="none" strike="noStrike">
              <a:solidFill>
                <a:srgbClr val="000000"/>
              </a:solidFill>
              <a:latin typeface="Arial"/>
              <a:ea typeface="Arial"/>
              <a:cs typeface="Arial"/>
              <a:sym typeface="Arial"/>
            </a:endParaRPr>
          </a:p>
        </p:txBody>
      </p:sp>
      <p:sp>
        <p:nvSpPr>
          <p:cNvPr id="145" name="Google Shape;145;p19"/>
          <p:cNvSpPr txBox="1"/>
          <p:nvPr/>
        </p:nvSpPr>
        <p:spPr>
          <a:xfrm>
            <a:off x="4405075" y="3750662"/>
            <a:ext cx="3726405"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rgbClr val="FFFF00"/>
                </a:solidFill>
                <a:latin typeface="Arial Narrow"/>
                <a:ea typeface="Arial Narrow"/>
                <a:cs typeface="Arial Narrow"/>
                <a:sym typeface="Arial Narrow"/>
              </a:rPr>
              <a:t>Vídeo Aula 05: CPM</a:t>
            </a:r>
            <a:endParaRPr b="0" i="0" sz="1400" u="none" cap="none" strike="noStrike">
              <a:solidFill>
                <a:srgbClr val="000000"/>
              </a:solidFill>
              <a:latin typeface="Arial"/>
              <a:ea typeface="Arial"/>
              <a:cs typeface="Arial"/>
              <a:sym typeface="Arial"/>
            </a:endParaRPr>
          </a:p>
        </p:txBody>
      </p:sp>
      <p:sp>
        <p:nvSpPr>
          <p:cNvPr id="146" name="Google Shape;146;p19"/>
          <p:cNvSpPr txBox="1"/>
          <p:nvPr/>
        </p:nvSpPr>
        <p:spPr>
          <a:xfrm>
            <a:off x="1836311" y="1455437"/>
            <a:ext cx="8519383" cy="175432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chemeClr val="lt1"/>
                </a:solidFill>
                <a:latin typeface="Arial Narrow"/>
                <a:ea typeface="Arial Narrow"/>
                <a:cs typeface="Arial Narrow"/>
                <a:sym typeface="Arial Narrow"/>
              </a:rPr>
              <a:t>ADS - Análise e Desenvolvimento de Sistemas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chemeClr val="lt1"/>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chemeClr val="lt1"/>
                </a:solidFill>
                <a:latin typeface="Arial Narrow"/>
                <a:ea typeface="Arial Narrow"/>
                <a:cs typeface="Arial Narrow"/>
                <a:sym typeface="Arial Narrow"/>
              </a:rPr>
              <a:t>ENGENHARIA DE SOFTWARE III</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0"/>
          <p:cNvSpPr txBox="1"/>
          <p:nvPr/>
        </p:nvSpPr>
        <p:spPr>
          <a:xfrm>
            <a:off x="387228" y="186248"/>
            <a:ext cx="10399385"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chemeClr val="lt1"/>
                </a:solidFill>
                <a:latin typeface="Arial Narrow"/>
                <a:ea typeface="Arial Narrow"/>
                <a:cs typeface="Arial Narrow"/>
                <a:sym typeface="Arial Narrow"/>
              </a:rPr>
              <a:t>VÍDEO AULA ANTERIOR – ÁREAS DE CONHECIMENTO</a:t>
            </a:r>
            <a:endParaRPr b="0" i="0" sz="1400" u="none" cap="none" strike="noStrike">
              <a:solidFill>
                <a:srgbClr val="000000"/>
              </a:solidFill>
              <a:latin typeface="Arial"/>
              <a:ea typeface="Arial"/>
              <a:cs typeface="Arial"/>
              <a:sym typeface="Arial"/>
            </a:endParaRPr>
          </a:p>
        </p:txBody>
      </p:sp>
      <p:pic>
        <p:nvPicPr>
          <p:cNvPr id="152" name="Google Shape;152;p20"/>
          <p:cNvPicPr preferRelativeResize="0"/>
          <p:nvPr/>
        </p:nvPicPr>
        <p:blipFill rotWithShape="1">
          <a:blip r:embed="rId3">
            <a:alphaModFix/>
          </a:blip>
          <a:srcRect b="0" l="0" r="0" t="0"/>
          <a:stretch/>
        </p:blipFill>
        <p:spPr>
          <a:xfrm>
            <a:off x="138823" y="1119186"/>
            <a:ext cx="11647914" cy="4856588"/>
          </a:xfrm>
          <a:prstGeom prst="rect">
            <a:avLst/>
          </a:prstGeom>
          <a:noFill/>
          <a:ln>
            <a:noFill/>
          </a:ln>
        </p:spPr>
      </p:pic>
      <p:pic>
        <p:nvPicPr>
          <p:cNvPr id="153" name="Google Shape;153;p20"/>
          <p:cNvPicPr preferRelativeResize="0"/>
          <p:nvPr/>
        </p:nvPicPr>
        <p:blipFill rotWithShape="1">
          <a:blip r:embed="rId4">
            <a:alphaModFix/>
          </a:blip>
          <a:srcRect b="0" l="0" r="0" t="0"/>
          <a:stretch/>
        </p:blipFill>
        <p:spPr>
          <a:xfrm>
            <a:off x="2572992" y="1790865"/>
            <a:ext cx="6178401" cy="2516091"/>
          </a:xfrm>
          <a:prstGeom prst="rect">
            <a:avLst/>
          </a:prstGeom>
          <a:noFill/>
          <a:ln>
            <a:noFill/>
          </a:ln>
        </p:spPr>
      </p:pic>
      <p:pic>
        <p:nvPicPr>
          <p:cNvPr descr="Best Practice Insights: ITIL V3 Booklets - BMC Brasil" id="154" name="Google Shape;154;p20"/>
          <p:cNvPicPr preferRelativeResize="0"/>
          <p:nvPr/>
        </p:nvPicPr>
        <p:blipFill rotWithShape="1">
          <a:blip r:embed="rId5">
            <a:alphaModFix/>
          </a:blip>
          <a:srcRect b="0" l="0" r="0" t="0"/>
          <a:stretch/>
        </p:blipFill>
        <p:spPr>
          <a:xfrm>
            <a:off x="2691766" y="472855"/>
            <a:ext cx="5940851" cy="591228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500"/>
                                        <p:tgtEl>
                                          <p:spTgt spid="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21"/>
          <p:cNvPicPr preferRelativeResize="0"/>
          <p:nvPr/>
        </p:nvPicPr>
        <p:blipFill rotWithShape="1">
          <a:blip r:embed="rId3">
            <a:alphaModFix/>
          </a:blip>
          <a:srcRect b="0" l="0" r="0" t="0"/>
          <a:stretch/>
        </p:blipFill>
        <p:spPr>
          <a:xfrm>
            <a:off x="153509" y="115542"/>
            <a:ext cx="11670743" cy="649729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0"/>
                                        <p:tgtEl>
                                          <p:spTgt spid="1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2"/>
          <p:cNvSpPr/>
          <p:nvPr/>
        </p:nvSpPr>
        <p:spPr>
          <a:xfrm>
            <a:off x="-1" y="0"/>
            <a:ext cx="11953461" cy="7032694"/>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Um dos grandes problemas com os quais um gestor de projeto se defronta é o de como respeitar as datas limite do projeto e/ou dos respetivos </a:t>
            </a:r>
            <a:r>
              <a:rPr b="0" i="1" lang="pt-BR" sz="4000" u="none" cap="none" strike="noStrike">
                <a:solidFill>
                  <a:schemeClr val="lt1"/>
                </a:solidFill>
                <a:latin typeface="Arial Narrow"/>
                <a:ea typeface="Arial Narrow"/>
                <a:cs typeface="Arial Narrow"/>
                <a:sym typeface="Arial Narrow"/>
              </a:rPr>
              <a:t>milestones (pontos de controle ou verificação).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1200"/>
              </a:spcBef>
              <a:spcAft>
                <a:spcPts val="0"/>
              </a:spcAft>
              <a:buClr>
                <a:srgbClr val="000000"/>
              </a:buClr>
              <a:buSzPts val="1000"/>
              <a:buFont typeface="Arial"/>
              <a:buNone/>
            </a:pPr>
            <a:r>
              <a:t/>
            </a:r>
            <a:endParaRPr b="0" i="0" sz="1000" u="none" cap="none" strike="noStrike">
              <a:solidFill>
                <a:schemeClr val="lt1"/>
              </a:solidFill>
              <a:latin typeface="Arial Narrow"/>
              <a:ea typeface="Arial Narrow"/>
              <a:cs typeface="Arial Narrow"/>
              <a:sym typeface="Arial Narrow"/>
            </a:endParaRPr>
          </a:p>
          <a:p>
            <a:pPr indent="0" lvl="0" marL="0" marR="0" rtl="0" algn="just">
              <a:lnSpc>
                <a:spcPct val="100000"/>
              </a:lnSpc>
              <a:spcBef>
                <a:spcPts val="60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O caminho crítico é a sequência de atividades que devem ser concluídas nas datas programadas para que o projeto possa ser concluído dentro do prazo final.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Arial Narrow"/>
              <a:ea typeface="Arial Narrow"/>
              <a:cs typeface="Arial Narrow"/>
              <a:sym typeface="Arial Narrow"/>
            </a:endParaRPr>
          </a:p>
          <a:p>
            <a:pPr indent="0" lvl="0" marL="0" marR="0" rtl="0" algn="just">
              <a:lnSpc>
                <a:spcPct val="100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Se o </a:t>
            </a:r>
            <a:r>
              <a:rPr b="0" i="0" lang="pt-BR" sz="4000" u="none" cap="none" strike="noStrike">
                <a:solidFill>
                  <a:srgbClr val="FFFF00"/>
                </a:solidFill>
                <a:latin typeface="Arial Narrow"/>
                <a:ea typeface="Arial Narrow"/>
                <a:cs typeface="Arial Narrow"/>
                <a:sym typeface="Arial Narrow"/>
              </a:rPr>
              <a:t>prazo final for excedido</a:t>
            </a:r>
            <a:r>
              <a:rPr b="0" i="0" lang="pt-BR" sz="4000" u="none" cap="none" strike="noStrike">
                <a:solidFill>
                  <a:schemeClr val="lt1"/>
                </a:solidFill>
                <a:latin typeface="Arial Narrow"/>
                <a:ea typeface="Arial Narrow"/>
                <a:cs typeface="Arial Narrow"/>
                <a:sym typeface="Arial Narrow"/>
              </a:rPr>
              <a:t>, é porque no mínimo </a:t>
            </a:r>
            <a:r>
              <a:rPr b="0" i="0" lang="pt-BR" sz="4000" u="none" cap="none" strike="noStrike">
                <a:solidFill>
                  <a:srgbClr val="FFFF00"/>
                </a:solidFill>
                <a:latin typeface="Arial Narrow"/>
                <a:ea typeface="Arial Narrow"/>
                <a:cs typeface="Arial Narrow"/>
                <a:sym typeface="Arial Narrow"/>
              </a:rPr>
              <a:t>uma das atividades do caminho crítico não foi concluída </a:t>
            </a:r>
            <a:r>
              <a:rPr b="0" i="0" lang="pt-BR" sz="4000" u="none" cap="none" strike="noStrike">
                <a:solidFill>
                  <a:schemeClr val="lt1"/>
                </a:solidFill>
                <a:latin typeface="Arial Narrow"/>
                <a:ea typeface="Arial Narrow"/>
                <a:cs typeface="Arial Narrow"/>
                <a:sym typeface="Arial Narrow"/>
              </a:rPr>
              <a:t>na data programada. </a:t>
            </a:r>
            <a:endParaRPr b="0" i="0" sz="4000" u="none" cap="none" strike="noStrike">
              <a:solidFill>
                <a:schemeClr val="lt1"/>
              </a:solidFill>
              <a:latin typeface="Arial Narrow"/>
              <a:ea typeface="Arial Narrow"/>
              <a:cs typeface="Arial Narrow"/>
              <a:sym typeface="Arial Narro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3"/>
          <p:cNvSpPr/>
          <p:nvPr/>
        </p:nvSpPr>
        <p:spPr>
          <a:xfrm>
            <a:off x="172277" y="98773"/>
            <a:ext cx="11648661" cy="6175088"/>
          </a:xfrm>
          <a:prstGeom prst="rect">
            <a:avLst/>
          </a:prstGeom>
          <a:noFill/>
          <a:ln>
            <a:noFill/>
          </a:ln>
        </p:spPr>
        <p:txBody>
          <a:bodyPr anchorCtr="0" anchor="t" bIns="45700" lIns="91425" spcFirstLastPara="1" rIns="91425" wrap="square" tIns="45700">
            <a:noAutofit/>
          </a:bodyPr>
          <a:lstStyle/>
          <a:p>
            <a:pPr indent="0" lvl="0" marL="0" marR="0" rtl="0" algn="just">
              <a:lnSpc>
                <a:spcPct val="107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É importante entender a sequência do caminho crítico para saber onde você tem e onde você não tem flexibilidade. </a:t>
            </a:r>
            <a:endParaRPr b="0" i="0" sz="1400" u="none" cap="none" strike="noStrike">
              <a:solidFill>
                <a:srgbClr val="000000"/>
              </a:solidFill>
              <a:latin typeface="Arial"/>
              <a:ea typeface="Arial"/>
              <a:cs typeface="Arial"/>
              <a:sym typeface="Arial"/>
            </a:endParaRPr>
          </a:p>
          <a:p>
            <a:pPr indent="0" lvl="0" marL="0" marR="0" rtl="0" algn="just">
              <a:lnSpc>
                <a:spcPct val="107000"/>
              </a:lnSpc>
              <a:spcBef>
                <a:spcPts val="80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Por exemplo, você </a:t>
            </a:r>
            <a:r>
              <a:rPr b="0" i="0" lang="pt-BR" sz="4000" u="none" cap="none" strike="noStrike">
                <a:solidFill>
                  <a:srgbClr val="FFFF00"/>
                </a:solidFill>
                <a:latin typeface="Arial Narrow"/>
                <a:ea typeface="Arial Narrow"/>
                <a:cs typeface="Arial Narrow"/>
                <a:sym typeface="Arial Narrow"/>
              </a:rPr>
              <a:t>poderá ter uma série de atividades que foram concluídas com atraso</a:t>
            </a:r>
            <a:r>
              <a:rPr b="0" i="0" lang="pt-BR" sz="4000" u="none" cap="none" strike="noStrike">
                <a:solidFill>
                  <a:schemeClr val="lt1"/>
                </a:solidFill>
                <a:latin typeface="Arial Narrow"/>
                <a:ea typeface="Arial Narrow"/>
                <a:cs typeface="Arial Narrow"/>
                <a:sym typeface="Arial Narrow"/>
              </a:rPr>
              <a:t>, no entanto, o projeto como um todo ainda será concluído dentro do prazo, porque estas </a:t>
            </a:r>
            <a:r>
              <a:rPr b="0" i="0" lang="pt-BR" sz="4000" u="none" cap="none" strike="noStrike">
                <a:solidFill>
                  <a:srgbClr val="FFFF00"/>
                </a:solidFill>
                <a:latin typeface="Arial Narrow"/>
                <a:ea typeface="Arial Narrow"/>
                <a:cs typeface="Arial Narrow"/>
                <a:sym typeface="Arial Narrow"/>
              </a:rPr>
              <a:t>atividades não se encontravam no caminho crítico</a:t>
            </a:r>
            <a:r>
              <a:rPr b="0" i="0" lang="pt-BR" sz="4000" u="none" cap="none" strike="noStrike">
                <a:solidFill>
                  <a:schemeClr val="lt1"/>
                </a:solidFill>
                <a:latin typeface="Arial Narrow"/>
                <a:ea typeface="Arial Narrow"/>
                <a:cs typeface="Arial Narrow"/>
                <a:sym typeface="Arial Narrow"/>
              </a:rPr>
              <a:t>. </a:t>
            </a:r>
            <a:endParaRPr b="0" i="0" sz="1400" u="none" cap="none" strike="noStrike">
              <a:solidFill>
                <a:srgbClr val="000000"/>
              </a:solidFill>
              <a:latin typeface="Arial"/>
              <a:ea typeface="Arial"/>
              <a:cs typeface="Arial"/>
              <a:sym typeface="Arial"/>
            </a:endParaRPr>
          </a:p>
          <a:p>
            <a:pPr indent="0" lvl="0" marL="0" marR="0" rtl="0" algn="just">
              <a:lnSpc>
                <a:spcPct val="107000"/>
              </a:lnSpc>
              <a:spcBef>
                <a:spcPts val="80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Por outro lado, se o seu projeto está atrasado, e você alocar recursos adicionais em atividades que não estão no caminho crítico não fará com que o projeto termine mais cedo.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txBox="1"/>
          <p:nvPr/>
        </p:nvSpPr>
        <p:spPr>
          <a:xfrm>
            <a:off x="0" y="556591"/>
            <a:ext cx="12192000" cy="523220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5400"/>
              <a:buFont typeface="Arial"/>
              <a:buNone/>
            </a:pPr>
            <a:r>
              <a:rPr b="0" i="0" lang="pt-BR" sz="5400" u="none" cap="none" strike="noStrike">
                <a:solidFill>
                  <a:schemeClr val="lt1"/>
                </a:solidFill>
                <a:latin typeface="Arial Narrow"/>
                <a:ea typeface="Arial Narrow"/>
                <a:cs typeface="Arial Narrow"/>
                <a:sym typeface="Arial Narrow"/>
              </a:rPr>
              <a:t>O Método do Caminho Critico (CPM - Critical Path Method) é um dos vários métodos de análise de planejamento de projetos.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1200"/>
              </a:spcBef>
              <a:spcAft>
                <a:spcPts val="0"/>
              </a:spcAft>
              <a:buClr>
                <a:srgbClr val="000000"/>
              </a:buClr>
              <a:buSzPts val="5400"/>
              <a:buFont typeface="Arial"/>
              <a:buNone/>
            </a:pPr>
            <a:r>
              <a:rPr b="0" i="0" lang="pt-BR" sz="5400" u="none" cap="none" strike="noStrike">
                <a:solidFill>
                  <a:schemeClr val="lt1"/>
                </a:solidFill>
                <a:latin typeface="Arial Narrow"/>
                <a:ea typeface="Arial Narrow"/>
                <a:cs typeface="Arial Narrow"/>
                <a:sym typeface="Arial Narrow"/>
              </a:rPr>
              <a:t>O CPM está diretamente ligado no </a:t>
            </a:r>
            <a:r>
              <a:rPr b="0" i="0" lang="pt-BR" sz="5400" u="none" cap="none" strike="noStrike">
                <a:solidFill>
                  <a:srgbClr val="FFFF00"/>
                </a:solidFill>
                <a:latin typeface="Arial Narrow"/>
                <a:ea typeface="Arial Narrow"/>
                <a:cs typeface="Arial Narrow"/>
                <a:sym typeface="Arial Narrow"/>
              </a:rPr>
              <a:t>planejamento do tempo</a:t>
            </a:r>
            <a:r>
              <a:rPr b="0" i="0" lang="pt-BR" sz="5400" u="none" cap="none" strike="noStrike">
                <a:solidFill>
                  <a:schemeClr val="lt1"/>
                </a:solidFill>
                <a:latin typeface="Arial Narrow"/>
                <a:ea typeface="Arial Narrow"/>
                <a:cs typeface="Arial Narrow"/>
                <a:sym typeface="Arial Narrow"/>
              </a:rPr>
              <a:t>, com o objetivo de minimizar o tempo da duração total do projeto.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5"/>
          <p:cNvSpPr txBox="1"/>
          <p:nvPr/>
        </p:nvSpPr>
        <p:spPr>
          <a:xfrm>
            <a:off x="0" y="0"/>
            <a:ext cx="12192000" cy="6001643"/>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4800"/>
              <a:buFont typeface="Arial"/>
              <a:buNone/>
            </a:pPr>
            <a:r>
              <a:rPr b="0" i="0" lang="pt-BR" sz="4800" u="none" cap="none" strike="noStrike">
                <a:solidFill>
                  <a:schemeClr val="lt1"/>
                </a:solidFill>
                <a:latin typeface="Arial Narrow"/>
                <a:ea typeface="Arial Narrow"/>
                <a:cs typeface="Arial Narrow"/>
                <a:sym typeface="Arial Narrow"/>
              </a:rPr>
              <a:t>As atividades ou tarefas críticas definem assim o caminho crítico, ou seja, revela a </a:t>
            </a:r>
            <a:r>
              <a:rPr b="0" i="0" lang="pt-BR" sz="4800" u="none" cap="none" strike="noStrike">
                <a:solidFill>
                  <a:srgbClr val="FFFF00"/>
                </a:solidFill>
                <a:latin typeface="Arial Narrow"/>
                <a:ea typeface="Arial Narrow"/>
                <a:cs typeface="Arial Narrow"/>
                <a:sym typeface="Arial Narrow"/>
              </a:rPr>
              <a:t>sequência de tarefas que condicionam a duração total do projeto</a:t>
            </a:r>
            <a:r>
              <a:rPr b="0" i="0" lang="pt-BR" sz="4800" u="none" cap="none" strike="noStrike">
                <a:solidFill>
                  <a:schemeClr val="lt1"/>
                </a:solidFill>
                <a:latin typeface="Arial Narrow"/>
                <a:ea typeface="Arial Narrow"/>
                <a:cs typeface="Arial Narrow"/>
                <a:sym typeface="Arial Narrow"/>
              </a:rPr>
              <a:t>. Com isto, fornece também informação útil para que com isso se possa elaborar um projeto atendendo aos recursos necessários em função das restrições aliadas às tarefas críticas, conseguindo então uma equilibrada gestão de recursos por todo o projeto.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6"/>
          <p:cNvSpPr/>
          <p:nvPr/>
        </p:nvSpPr>
        <p:spPr>
          <a:xfrm>
            <a:off x="768621" y="2955235"/>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rgbClr val="FF0000"/>
                </a:solidFill>
                <a:latin typeface="Arial Narrow"/>
                <a:ea typeface="Arial Narrow"/>
                <a:cs typeface="Arial Narrow"/>
                <a:sym typeface="Arial Narrow"/>
              </a:rPr>
              <a:t>A</a:t>
            </a:r>
            <a:endParaRPr b="0" i="0" sz="1400" u="none" cap="none" strike="noStrike">
              <a:solidFill>
                <a:srgbClr val="000000"/>
              </a:solidFill>
              <a:latin typeface="Arial"/>
              <a:ea typeface="Arial"/>
              <a:cs typeface="Arial"/>
              <a:sym typeface="Arial"/>
            </a:endParaRPr>
          </a:p>
        </p:txBody>
      </p:sp>
      <p:sp>
        <p:nvSpPr>
          <p:cNvPr id="185" name="Google Shape;185;p26"/>
          <p:cNvSpPr/>
          <p:nvPr/>
        </p:nvSpPr>
        <p:spPr>
          <a:xfrm>
            <a:off x="2392012" y="1636644"/>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rgbClr val="FF0000"/>
                </a:solidFill>
                <a:latin typeface="Arial Narrow"/>
                <a:ea typeface="Arial Narrow"/>
                <a:cs typeface="Arial Narrow"/>
                <a:sym typeface="Arial Narrow"/>
              </a:rPr>
              <a:t>B</a:t>
            </a:r>
            <a:endParaRPr b="0" i="0" sz="1400" u="none" cap="none" strike="noStrike">
              <a:solidFill>
                <a:srgbClr val="000000"/>
              </a:solidFill>
              <a:latin typeface="Arial"/>
              <a:ea typeface="Arial"/>
              <a:cs typeface="Arial"/>
              <a:sym typeface="Arial"/>
            </a:endParaRPr>
          </a:p>
        </p:txBody>
      </p:sp>
      <p:sp>
        <p:nvSpPr>
          <p:cNvPr id="186" name="Google Shape;186;p26"/>
          <p:cNvSpPr/>
          <p:nvPr/>
        </p:nvSpPr>
        <p:spPr>
          <a:xfrm>
            <a:off x="3597960" y="1636644"/>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rgbClr val="FF0000"/>
                </a:solidFill>
                <a:latin typeface="Arial Narrow"/>
                <a:ea typeface="Arial Narrow"/>
                <a:cs typeface="Arial Narrow"/>
                <a:sym typeface="Arial Narrow"/>
              </a:rPr>
              <a:t>D</a:t>
            </a:r>
            <a:endParaRPr b="0" i="0" sz="1400" u="none" cap="none" strike="noStrike">
              <a:solidFill>
                <a:srgbClr val="000000"/>
              </a:solidFill>
              <a:latin typeface="Arial"/>
              <a:ea typeface="Arial"/>
              <a:cs typeface="Arial"/>
              <a:sym typeface="Arial"/>
            </a:endParaRPr>
          </a:p>
        </p:txBody>
      </p:sp>
      <p:sp>
        <p:nvSpPr>
          <p:cNvPr id="187" name="Google Shape;187;p26"/>
          <p:cNvSpPr/>
          <p:nvPr/>
        </p:nvSpPr>
        <p:spPr>
          <a:xfrm>
            <a:off x="2869090" y="4273827"/>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rgbClr val="FF0000"/>
                </a:solidFill>
                <a:latin typeface="Arial Narrow"/>
                <a:ea typeface="Arial Narrow"/>
                <a:cs typeface="Arial Narrow"/>
                <a:sym typeface="Arial Narrow"/>
              </a:rPr>
              <a:t>C</a:t>
            </a:r>
            <a:endParaRPr b="0" i="0" sz="1400" u="none" cap="none" strike="noStrike">
              <a:solidFill>
                <a:srgbClr val="000000"/>
              </a:solidFill>
              <a:latin typeface="Arial"/>
              <a:ea typeface="Arial"/>
              <a:cs typeface="Arial"/>
              <a:sym typeface="Arial"/>
            </a:endParaRPr>
          </a:p>
        </p:txBody>
      </p:sp>
      <p:sp>
        <p:nvSpPr>
          <p:cNvPr id="188" name="Google Shape;188;p26"/>
          <p:cNvSpPr/>
          <p:nvPr/>
        </p:nvSpPr>
        <p:spPr>
          <a:xfrm>
            <a:off x="4406340" y="3279913"/>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rgbClr val="FF0000"/>
                </a:solidFill>
                <a:latin typeface="Arial Narrow"/>
                <a:ea typeface="Arial Narrow"/>
                <a:cs typeface="Arial Narrow"/>
                <a:sym typeface="Arial Narrow"/>
              </a:rPr>
              <a:t>E</a:t>
            </a:r>
            <a:endParaRPr b="0" i="0" sz="1400" u="none" cap="none" strike="noStrike">
              <a:solidFill>
                <a:srgbClr val="000000"/>
              </a:solidFill>
              <a:latin typeface="Arial"/>
              <a:ea typeface="Arial"/>
              <a:cs typeface="Arial"/>
              <a:sym typeface="Arial"/>
            </a:endParaRPr>
          </a:p>
        </p:txBody>
      </p:sp>
      <p:sp>
        <p:nvSpPr>
          <p:cNvPr id="189" name="Google Shape;189;p26"/>
          <p:cNvSpPr/>
          <p:nvPr/>
        </p:nvSpPr>
        <p:spPr>
          <a:xfrm>
            <a:off x="4406340" y="4273827"/>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rgbClr val="FF0000"/>
                </a:solidFill>
                <a:latin typeface="Arial Narrow"/>
                <a:ea typeface="Arial Narrow"/>
                <a:cs typeface="Arial Narrow"/>
                <a:sym typeface="Arial Narrow"/>
              </a:rPr>
              <a:t>F</a:t>
            </a:r>
            <a:endParaRPr b="0" i="0" sz="1400" u="none" cap="none" strike="noStrike">
              <a:solidFill>
                <a:srgbClr val="000000"/>
              </a:solidFill>
              <a:latin typeface="Arial"/>
              <a:ea typeface="Arial"/>
              <a:cs typeface="Arial"/>
              <a:sym typeface="Arial"/>
            </a:endParaRPr>
          </a:p>
        </p:txBody>
      </p:sp>
      <p:sp>
        <p:nvSpPr>
          <p:cNvPr id="190" name="Google Shape;190;p26"/>
          <p:cNvSpPr/>
          <p:nvPr/>
        </p:nvSpPr>
        <p:spPr>
          <a:xfrm>
            <a:off x="4406339" y="5267741"/>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rgbClr val="FF0000"/>
                </a:solidFill>
                <a:latin typeface="Arial Narrow"/>
                <a:ea typeface="Arial Narrow"/>
                <a:cs typeface="Arial Narrow"/>
                <a:sym typeface="Arial Narrow"/>
              </a:rPr>
              <a:t>G</a:t>
            </a:r>
            <a:endParaRPr b="0" i="0" sz="1400" u="none" cap="none" strike="noStrike">
              <a:solidFill>
                <a:srgbClr val="000000"/>
              </a:solidFill>
              <a:latin typeface="Arial"/>
              <a:ea typeface="Arial"/>
              <a:cs typeface="Arial"/>
              <a:sym typeface="Arial"/>
            </a:endParaRPr>
          </a:p>
        </p:txBody>
      </p:sp>
      <p:sp>
        <p:nvSpPr>
          <p:cNvPr id="191" name="Google Shape;191;p26"/>
          <p:cNvSpPr/>
          <p:nvPr/>
        </p:nvSpPr>
        <p:spPr>
          <a:xfrm>
            <a:off x="5161716" y="64272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rgbClr val="FF0000"/>
                </a:solidFill>
                <a:latin typeface="Arial Narrow"/>
                <a:ea typeface="Arial Narrow"/>
                <a:cs typeface="Arial Narrow"/>
                <a:sym typeface="Arial Narrow"/>
              </a:rPr>
              <a:t>H</a:t>
            </a:r>
            <a:endParaRPr b="0" i="0" sz="1400" u="none" cap="none" strike="noStrike">
              <a:solidFill>
                <a:srgbClr val="000000"/>
              </a:solidFill>
              <a:latin typeface="Arial"/>
              <a:ea typeface="Arial"/>
              <a:cs typeface="Arial"/>
              <a:sym typeface="Arial"/>
            </a:endParaRPr>
          </a:p>
        </p:txBody>
      </p:sp>
      <p:sp>
        <p:nvSpPr>
          <p:cNvPr id="192" name="Google Shape;192;p26"/>
          <p:cNvSpPr/>
          <p:nvPr/>
        </p:nvSpPr>
        <p:spPr>
          <a:xfrm>
            <a:off x="5161715" y="2458278"/>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rgbClr val="FF0000"/>
                </a:solidFill>
                <a:latin typeface="Arial Narrow"/>
                <a:ea typeface="Arial Narrow"/>
                <a:cs typeface="Arial Narrow"/>
                <a:sym typeface="Arial Narrow"/>
              </a:rPr>
              <a:t>J</a:t>
            </a:r>
            <a:endParaRPr b="0" i="0" sz="1400" u="none" cap="none" strike="noStrike">
              <a:solidFill>
                <a:srgbClr val="000000"/>
              </a:solidFill>
              <a:latin typeface="Arial"/>
              <a:ea typeface="Arial"/>
              <a:cs typeface="Arial"/>
              <a:sym typeface="Arial"/>
            </a:endParaRPr>
          </a:p>
        </p:txBody>
      </p:sp>
      <p:sp>
        <p:nvSpPr>
          <p:cNvPr id="193" name="Google Shape;193;p26"/>
          <p:cNvSpPr/>
          <p:nvPr/>
        </p:nvSpPr>
        <p:spPr>
          <a:xfrm>
            <a:off x="5625540" y="4273827"/>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rgbClr val="FF0000"/>
                </a:solidFill>
                <a:latin typeface="Arial Narrow"/>
                <a:ea typeface="Arial Narrow"/>
                <a:cs typeface="Arial Narrow"/>
                <a:sym typeface="Arial Narrow"/>
              </a:rPr>
              <a:t>K</a:t>
            </a:r>
            <a:endParaRPr b="0" i="0" sz="1400" u="none" cap="none" strike="noStrike">
              <a:solidFill>
                <a:srgbClr val="000000"/>
              </a:solidFill>
              <a:latin typeface="Arial"/>
              <a:ea typeface="Arial"/>
              <a:cs typeface="Arial"/>
              <a:sym typeface="Arial"/>
            </a:endParaRPr>
          </a:p>
        </p:txBody>
      </p:sp>
      <p:sp>
        <p:nvSpPr>
          <p:cNvPr id="194" name="Google Shape;194;p26"/>
          <p:cNvSpPr/>
          <p:nvPr/>
        </p:nvSpPr>
        <p:spPr>
          <a:xfrm>
            <a:off x="6380917" y="64272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rgbClr val="FF0000"/>
                </a:solidFill>
                <a:latin typeface="Arial Narrow"/>
                <a:ea typeface="Arial Narrow"/>
                <a:cs typeface="Arial Narrow"/>
                <a:sym typeface="Arial Narrow"/>
              </a:rPr>
              <a:t>I</a:t>
            </a:r>
            <a:endParaRPr b="0" i="0" sz="1400" u="none" cap="none" strike="noStrike">
              <a:solidFill>
                <a:srgbClr val="000000"/>
              </a:solidFill>
              <a:latin typeface="Arial"/>
              <a:ea typeface="Arial"/>
              <a:cs typeface="Arial"/>
              <a:sym typeface="Arial"/>
            </a:endParaRPr>
          </a:p>
        </p:txBody>
      </p:sp>
      <p:sp>
        <p:nvSpPr>
          <p:cNvPr id="195" name="Google Shape;195;p26"/>
          <p:cNvSpPr/>
          <p:nvPr/>
        </p:nvSpPr>
        <p:spPr>
          <a:xfrm>
            <a:off x="8097074" y="1636644"/>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rgbClr val="FF0000"/>
                </a:solidFill>
                <a:latin typeface="Arial Narrow"/>
                <a:ea typeface="Arial Narrow"/>
                <a:cs typeface="Arial Narrow"/>
                <a:sym typeface="Arial Narrow"/>
              </a:rPr>
              <a:t>L</a:t>
            </a:r>
            <a:endParaRPr b="0" i="0" sz="1400" u="none" cap="none" strike="noStrike">
              <a:solidFill>
                <a:srgbClr val="000000"/>
              </a:solidFill>
              <a:latin typeface="Arial"/>
              <a:ea typeface="Arial"/>
              <a:cs typeface="Arial"/>
              <a:sym typeface="Arial"/>
            </a:endParaRPr>
          </a:p>
        </p:txBody>
      </p:sp>
      <p:sp>
        <p:nvSpPr>
          <p:cNvPr id="196" name="Google Shape;196;p26"/>
          <p:cNvSpPr/>
          <p:nvPr/>
        </p:nvSpPr>
        <p:spPr>
          <a:xfrm>
            <a:off x="6864621" y="4273827"/>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rgbClr val="FF0000"/>
                </a:solidFill>
                <a:latin typeface="Arial Narrow"/>
                <a:ea typeface="Arial Narrow"/>
                <a:cs typeface="Arial Narrow"/>
                <a:sym typeface="Arial Narrow"/>
              </a:rPr>
              <a:t>M</a:t>
            </a:r>
            <a:endParaRPr b="0" i="0" sz="1400" u="none" cap="none" strike="noStrike">
              <a:solidFill>
                <a:srgbClr val="000000"/>
              </a:solidFill>
              <a:latin typeface="Arial"/>
              <a:ea typeface="Arial"/>
              <a:cs typeface="Arial"/>
              <a:sym typeface="Arial"/>
            </a:endParaRPr>
          </a:p>
        </p:txBody>
      </p:sp>
      <p:grpSp>
        <p:nvGrpSpPr>
          <p:cNvPr id="197" name="Google Shape;197;p26"/>
          <p:cNvGrpSpPr/>
          <p:nvPr/>
        </p:nvGrpSpPr>
        <p:grpSpPr>
          <a:xfrm>
            <a:off x="1643262" y="1961322"/>
            <a:ext cx="1225828" cy="2650383"/>
            <a:chOff x="1272209" y="1948070"/>
            <a:chExt cx="1225828" cy="2650383"/>
          </a:xfrm>
        </p:grpSpPr>
        <p:cxnSp>
          <p:nvCxnSpPr>
            <p:cNvPr id="198" name="Google Shape;198;p26"/>
            <p:cNvCxnSpPr/>
            <p:nvPr/>
          </p:nvCxnSpPr>
          <p:spPr>
            <a:xfrm>
              <a:off x="1272209" y="3279913"/>
              <a:ext cx="291548" cy="0"/>
            </a:xfrm>
            <a:prstGeom prst="straightConnector1">
              <a:avLst/>
            </a:prstGeom>
            <a:noFill/>
            <a:ln cap="rnd" cmpd="sng" w="9525">
              <a:solidFill>
                <a:schemeClr val="lt1"/>
              </a:solidFill>
              <a:prstDash val="solid"/>
              <a:round/>
              <a:headEnd len="sm" w="sm" type="none"/>
              <a:tailEnd len="sm" w="sm" type="none"/>
            </a:ln>
          </p:spPr>
        </p:cxnSp>
        <p:cxnSp>
          <p:nvCxnSpPr>
            <p:cNvPr id="199" name="Google Shape;199;p26"/>
            <p:cNvCxnSpPr/>
            <p:nvPr/>
          </p:nvCxnSpPr>
          <p:spPr>
            <a:xfrm flipH="1" rot="10800000">
              <a:off x="1563757" y="1948070"/>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200" name="Google Shape;200;p26"/>
            <p:cNvCxnSpPr/>
            <p:nvPr/>
          </p:nvCxnSpPr>
          <p:spPr>
            <a:xfrm>
              <a:off x="169627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201" name="Google Shape;201;p26"/>
            <p:cNvCxnSpPr/>
            <p:nvPr/>
          </p:nvCxnSpPr>
          <p:spPr>
            <a:xfrm>
              <a:off x="1563757" y="3266661"/>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202" name="Google Shape;202;p26"/>
            <p:cNvCxnSpPr>
              <a:endCxn id="187" idx="1"/>
            </p:cNvCxnSpPr>
            <p:nvPr/>
          </p:nvCxnSpPr>
          <p:spPr>
            <a:xfrm flipH="1" rot="10800000">
              <a:off x="1696137" y="4585253"/>
              <a:ext cx="801900" cy="13200"/>
            </a:xfrm>
            <a:prstGeom prst="straightConnector1">
              <a:avLst/>
            </a:prstGeom>
            <a:noFill/>
            <a:ln cap="rnd" cmpd="sng" w="9525">
              <a:solidFill>
                <a:schemeClr val="lt1"/>
              </a:solidFill>
              <a:prstDash val="solid"/>
              <a:round/>
              <a:headEnd len="sm" w="sm" type="none"/>
              <a:tailEnd len="sm" w="sm" type="none"/>
            </a:ln>
          </p:spPr>
        </p:cxnSp>
      </p:grpSp>
      <p:grpSp>
        <p:nvGrpSpPr>
          <p:cNvPr id="203" name="Google Shape;203;p26"/>
          <p:cNvGrpSpPr/>
          <p:nvPr/>
        </p:nvGrpSpPr>
        <p:grpSpPr>
          <a:xfrm>
            <a:off x="3783490" y="3604591"/>
            <a:ext cx="682487" cy="1987826"/>
            <a:chOff x="3332921" y="3591339"/>
            <a:chExt cx="682487" cy="1987826"/>
          </a:xfrm>
        </p:grpSpPr>
        <p:cxnSp>
          <p:nvCxnSpPr>
            <p:cNvPr id="204" name="Google Shape;204;p26"/>
            <p:cNvCxnSpPr/>
            <p:nvPr/>
          </p:nvCxnSpPr>
          <p:spPr>
            <a:xfrm>
              <a:off x="3332921" y="4585252"/>
              <a:ext cx="291548" cy="0"/>
            </a:xfrm>
            <a:prstGeom prst="straightConnector1">
              <a:avLst/>
            </a:prstGeom>
            <a:noFill/>
            <a:ln cap="rnd" cmpd="sng" w="9525">
              <a:solidFill>
                <a:schemeClr val="lt1"/>
              </a:solidFill>
              <a:prstDash val="solid"/>
              <a:round/>
              <a:headEnd len="sm" w="sm" type="none"/>
              <a:tailEnd len="sm" w="sm" type="none"/>
            </a:ln>
          </p:spPr>
        </p:cxnSp>
        <p:cxnSp>
          <p:nvCxnSpPr>
            <p:cNvPr id="205" name="Google Shape;205;p26"/>
            <p:cNvCxnSpPr/>
            <p:nvPr/>
          </p:nvCxnSpPr>
          <p:spPr>
            <a:xfrm flipH="1" rot="10800000">
              <a:off x="3614527" y="3591339"/>
              <a:ext cx="109333" cy="993914"/>
            </a:xfrm>
            <a:prstGeom prst="straightConnector1">
              <a:avLst/>
            </a:prstGeom>
            <a:noFill/>
            <a:ln cap="rnd" cmpd="sng" w="9525">
              <a:solidFill>
                <a:schemeClr val="lt1"/>
              </a:solidFill>
              <a:prstDash val="solid"/>
              <a:round/>
              <a:headEnd len="sm" w="sm" type="none"/>
              <a:tailEnd len="sm" w="sm" type="none"/>
            </a:ln>
          </p:spPr>
        </p:cxnSp>
        <p:cxnSp>
          <p:nvCxnSpPr>
            <p:cNvPr id="206" name="Google Shape;206;p26"/>
            <p:cNvCxnSpPr/>
            <p:nvPr/>
          </p:nvCxnSpPr>
          <p:spPr>
            <a:xfrm>
              <a:off x="3614527" y="4585252"/>
              <a:ext cx="86143" cy="993913"/>
            </a:xfrm>
            <a:prstGeom prst="straightConnector1">
              <a:avLst/>
            </a:prstGeom>
            <a:noFill/>
            <a:ln cap="rnd" cmpd="sng" w="9525">
              <a:solidFill>
                <a:schemeClr val="lt1"/>
              </a:solidFill>
              <a:prstDash val="solid"/>
              <a:round/>
              <a:headEnd len="sm" w="sm" type="none"/>
              <a:tailEnd len="sm" w="sm" type="none"/>
            </a:ln>
          </p:spPr>
        </p:cxnSp>
        <p:cxnSp>
          <p:nvCxnSpPr>
            <p:cNvPr id="207" name="Google Shape;207;p26"/>
            <p:cNvCxnSpPr/>
            <p:nvPr/>
          </p:nvCxnSpPr>
          <p:spPr>
            <a:xfrm>
              <a:off x="3723860" y="3591339"/>
              <a:ext cx="291548" cy="0"/>
            </a:xfrm>
            <a:prstGeom prst="straightConnector1">
              <a:avLst/>
            </a:prstGeom>
            <a:noFill/>
            <a:ln cap="rnd" cmpd="sng" w="9525">
              <a:solidFill>
                <a:schemeClr val="lt1"/>
              </a:solidFill>
              <a:prstDash val="solid"/>
              <a:round/>
              <a:headEnd len="sm" w="sm" type="none"/>
              <a:tailEnd len="sm" w="sm" type="none"/>
            </a:ln>
          </p:spPr>
        </p:cxnSp>
        <p:cxnSp>
          <p:nvCxnSpPr>
            <p:cNvPr id="208" name="Google Shape;208;p26"/>
            <p:cNvCxnSpPr/>
            <p:nvPr/>
          </p:nvCxnSpPr>
          <p:spPr>
            <a:xfrm>
              <a:off x="3700670" y="5579165"/>
              <a:ext cx="291548" cy="0"/>
            </a:xfrm>
            <a:prstGeom prst="straightConnector1">
              <a:avLst/>
            </a:prstGeom>
            <a:noFill/>
            <a:ln cap="rnd" cmpd="sng" w="9525">
              <a:solidFill>
                <a:schemeClr val="lt1"/>
              </a:solidFill>
              <a:prstDash val="solid"/>
              <a:round/>
              <a:headEnd len="sm" w="sm" type="none"/>
              <a:tailEnd len="sm" w="sm" type="none"/>
            </a:ln>
          </p:spPr>
        </p:cxnSp>
        <p:cxnSp>
          <p:nvCxnSpPr>
            <p:cNvPr id="209" name="Google Shape;209;p26"/>
            <p:cNvCxnSpPr/>
            <p:nvPr/>
          </p:nvCxnSpPr>
          <p:spPr>
            <a:xfrm>
              <a:off x="3627774" y="4598504"/>
              <a:ext cx="341244" cy="1"/>
            </a:xfrm>
            <a:prstGeom prst="straightConnector1">
              <a:avLst/>
            </a:prstGeom>
            <a:noFill/>
            <a:ln cap="rnd" cmpd="sng" w="9525">
              <a:solidFill>
                <a:schemeClr val="lt1"/>
              </a:solidFill>
              <a:prstDash val="solid"/>
              <a:round/>
              <a:headEnd len="sm" w="sm" type="none"/>
              <a:tailEnd len="sm" w="sm" type="none"/>
            </a:ln>
          </p:spPr>
        </p:cxnSp>
      </p:grpSp>
      <p:cxnSp>
        <p:nvCxnSpPr>
          <p:cNvPr id="210" name="Google Shape;210;p26"/>
          <p:cNvCxnSpPr/>
          <p:nvPr/>
        </p:nvCxnSpPr>
        <p:spPr>
          <a:xfrm>
            <a:off x="3306412" y="1961322"/>
            <a:ext cx="291548" cy="0"/>
          </a:xfrm>
          <a:prstGeom prst="straightConnector1">
            <a:avLst/>
          </a:prstGeom>
          <a:noFill/>
          <a:ln cap="rnd" cmpd="sng" w="9525">
            <a:solidFill>
              <a:schemeClr val="lt1"/>
            </a:solidFill>
            <a:prstDash val="solid"/>
            <a:round/>
            <a:headEnd len="sm" w="sm" type="none"/>
            <a:tailEnd len="sm" w="sm" type="none"/>
          </a:ln>
        </p:spPr>
      </p:cxnSp>
      <p:cxnSp>
        <p:nvCxnSpPr>
          <p:cNvPr id="211" name="Google Shape;211;p26"/>
          <p:cNvCxnSpPr/>
          <p:nvPr/>
        </p:nvCxnSpPr>
        <p:spPr>
          <a:xfrm>
            <a:off x="5360496" y="4598504"/>
            <a:ext cx="291548" cy="0"/>
          </a:xfrm>
          <a:prstGeom prst="straightConnector1">
            <a:avLst/>
          </a:prstGeom>
          <a:noFill/>
          <a:ln cap="rnd" cmpd="sng" w="9525">
            <a:solidFill>
              <a:schemeClr val="lt1"/>
            </a:solidFill>
            <a:prstDash val="solid"/>
            <a:round/>
            <a:headEnd len="sm" w="sm" type="none"/>
            <a:tailEnd len="sm" w="sm" type="none"/>
          </a:ln>
        </p:spPr>
      </p:cxnSp>
      <p:grpSp>
        <p:nvGrpSpPr>
          <p:cNvPr id="212" name="Google Shape;212;p26"/>
          <p:cNvGrpSpPr/>
          <p:nvPr/>
        </p:nvGrpSpPr>
        <p:grpSpPr>
          <a:xfrm>
            <a:off x="5333992" y="3617843"/>
            <a:ext cx="1537253" cy="1974574"/>
            <a:chOff x="4883423" y="3604591"/>
            <a:chExt cx="1537253" cy="1974574"/>
          </a:xfrm>
        </p:grpSpPr>
        <p:cxnSp>
          <p:nvCxnSpPr>
            <p:cNvPr id="213" name="Google Shape;213;p26"/>
            <p:cNvCxnSpPr/>
            <p:nvPr/>
          </p:nvCxnSpPr>
          <p:spPr>
            <a:xfrm>
              <a:off x="6129128" y="4585252"/>
              <a:ext cx="291548" cy="0"/>
            </a:xfrm>
            <a:prstGeom prst="straightConnector1">
              <a:avLst/>
            </a:prstGeom>
            <a:noFill/>
            <a:ln cap="rnd" cmpd="sng" w="9525">
              <a:solidFill>
                <a:schemeClr val="lt1"/>
              </a:solidFill>
              <a:prstDash val="solid"/>
              <a:round/>
              <a:headEnd len="sm" w="sm" type="none"/>
              <a:tailEnd len="sm" w="sm" type="none"/>
            </a:ln>
          </p:spPr>
        </p:cxnSp>
        <p:cxnSp>
          <p:nvCxnSpPr>
            <p:cNvPr id="214" name="Google Shape;214;p26"/>
            <p:cNvCxnSpPr/>
            <p:nvPr/>
          </p:nvCxnSpPr>
          <p:spPr>
            <a:xfrm>
              <a:off x="4883423" y="3604591"/>
              <a:ext cx="1046925" cy="0"/>
            </a:xfrm>
            <a:prstGeom prst="straightConnector1">
              <a:avLst/>
            </a:prstGeom>
            <a:noFill/>
            <a:ln cap="rnd" cmpd="sng" w="9525">
              <a:solidFill>
                <a:schemeClr val="lt1"/>
              </a:solidFill>
              <a:prstDash val="solid"/>
              <a:round/>
              <a:headEnd len="sm" w="sm" type="none"/>
              <a:tailEnd len="sm" w="sm" type="none"/>
            </a:ln>
          </p:spPr>
        </p:cxnSp>
        <p:cxnSp>
          <p:nvCxnSpPr>
            <p:cNvPr id="215" name="Google Shape;215;p26"/>
            <p:cNvCxnSpPr/>
            <p:nvPr/>
          </p:nvCxnSpPr>
          <p:spPr>
            <a:xfrm>
              <a:off x="4909927" y="5579165"/>
              <a:ext cx="1020421" cy="0"/>
            </a:xfrm>
            <a:prstGeom prst="straightConnector1">
              <a:avLst/>
            </a:prstGeom>
            <a:noFill/>
            <a:ln cap="rnd" cmpd="sng" w="9525">
              <a:solidFill>
                <a:schemeClr val="lt1"/>
              </a:solidFill>
              <a:prstDash val="solid"/>
              <a:round/>
              <a:headEnd len="sm" w="sm" type="none"/>
              <a:tailEnd len="sm" w="sm" type="none"/>
            </a:ln>
          </p:spPr>
        </p:cxnSp>
        <p:cxnSp>
          <p:nvCxnSpPr>
            <p:cNvPr id="216" name="Google Shape;216;p26"/>
            <p:cNvCxnSpPr/>
            <p:nvPr/>
          </p:nvCxnSpPr>
          <p:spPr>
            <a:xfrm>
              <a:off x="5930348" y="3604591"/>
              <a:ext cx="324678" cy="311426"/>
            </a:xfrm>
            <a:prstGeom prst="straightConnector1">
              <a:avLst/>
            </a:prstGeom>
            <a:noFill/>
            <a:ln cap="rnd" cmpd="sng" w="9525">
              <a:solidFill>
                <a:schemeClr val="lt1"/>
              </a:solidFill>
              <a:prstDash val="solid"/>
              <a:round/>
              <a:headEnd len="sm" w="sm" type="none"/>
              <a:tailEnd len="sm" w="sm" type="none"/>
            </a:ln>
          </p:spPr>
        </p:cxnSp>
        <p:cxnSp>
          <p:nvCxnSpPr>
            <p:cNvPr id="217" name="Google Shape;217;p26"/>
            <p:cNvCxnSpPr/>
            <p:nvPr/>
          </p:nvCxnSpPr>
          <p:spPr>
            <a:xfrm flipH="1" rot="10800000">
              <a:off x="5930348" y="5141843"/>
              <a:ext cx="324678" cy="437322"/>
            </a:xfrm>
            <a:prstGeom prst="straightConnector1">
              <a:avLst/>
            </a:prstGeom>
            <a:noFill/>
            <a:ln cap="rnd" cmpd="sng" w="9525">
              <a:solidFill>
                <a:schemeClr val="lt1"/>
              </a:solidFill>
              <a:prstDash val="solid"/>
              <a:round/>
              <a:headEnd len="sm" w="sm" type="none"/>
              <a:tailEnd len="sm" w="sm" type="none"/>
            </a:ln>
          </p:spPr>
        </p:cxnSp>
        <p:cxnSp>
          <p:nvCxnSpPr>
            <p:cNvPr id="218" name="Google Shape;218;p26"/>
            <p:cNvCxnSpPr/>
            <p:nvPr/>
          </p:nvCxnSpPr>
          <p:spPr>
            <a:xfrm>
              <a:off x="6255026" y="3916017"/>
              <a:ext cx="0" cy="669234"/>
            </a:xfrm>
            <a:prstGeom prst="straightConnector1">
              <a:avLst/>
            </a:prstGeom>
            <a:noFill/>
            <a:ln cap="rnd" cmpd="sng" w="9525">
              <a:solidFill>
                <a:schemeClr val="lt1"/>
              </a:solidFill>
              <a:prstDash val="solid"/>
              <a:round/>
              <a:headEnd len="sm" w="sm" type="none"/>
              <a:tailEnd len="sm" w="sm" type="none"/>
            </a:ln>
          </p:spPr>
        </p:cxnSp>
        <p:cxnSp>
          <p:nvCxnSpPr>
            <p:cNvPr id="219" name="Google Shape;219;p26"/>
            <p:cNvCxnSpPr/>
            <p:nvPr/>
          </p:nvCxnSpPr>
          <p:spPr>
            <a:xfrm rot="10800000">
              <a:off x="6255026" y="4585251"/>
              <a:ext cx="13252" cy="556592"/>
            </a:xfrm>
            <a:prstGeom prst="straightConnector1">
              <a:avLst/>
            </a:prstGeom>
            <a:noFill/>
            <a:ln cap="rnd" cmpd="sng" w="9525">
              <a:solidFill>
                <a:schemeClr val="lt1"/>
              </a:solidFill>
              <a:prstDash val="solid"/>
              <a:round/>
              <a:headEnd len="sm" w="sm" type="none"/>
              <a:tailEnd len="sm" w="sm" type="none"/>
            </a:ln>
          </p:spPr>
        </p:cxnSp>
      </p:grpSp>
      <p:grpSp>
        <p:nvGrpSpPr>
          <p:cNvPr id="220" name="Google Shape;220;p26"/>
          <p:cNvGrpSpPr/>
          <p:nvPr/>
        </p:nvGrpSpPr>
        <p:grpSpPr>
          <a:xfrm>
            <a:off x="4552117" y="937593"/>
            <a:ext cx="715617" cy="1769165"/>
            <a:chOff x="4101548" y="924341"/>
            <a:chExt cx="715617" cy="1769165"/>
          </a:xfrm>
        </p:grpSpPr>
        <p:cxnSp>
          <p:nvCxnSpPr>
            <p:cNvPr id="221" name="Google Shape;221;p26"/>
            <p:cNvCxnSpPr/>
            <p:nvPr/>
          </p:nvCxnSpPr>
          <p:spPr>
            <a:xfrm>
              <a:off x="410154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222" name="Google Shape;222;p26"/>
            <p:cNvCxnSpPr/>
            <p:nvPr/>
          </p:nvCxnSpPr>
          <p:spPr>
            <a:xfrm flipH="1" rot="10800000">
              <a:off x="4416284" y="924341"/>
              <a:ext cx="109333" cy="993914"/>
            </a:xfrm>
            <a:prstGeom prst="straightConnector1">
              <a:avLst/>
            </a:prstGeom>
            <a:noFill/>
            <a:ln cap="rnd" cmpd="sng" w="9525">
              <a:solidFill>
                <a:schemeClr val="lt1"/>
              </a:solidFill>
              <a:prstDash val="solid"/>
              <a:round/>
              <a:headEnd len="sm" w="sm" type="none"/>
              <a:tailEnd len="sm" w="sm" type="none"/>
            </a:ln>
          </p:spPr>
        </p:cxnSp>
        <p:cxnSp>
          <p:nvCxnSpPr>
            <p:cNvPr id="223" name="Google Shape;223;p26"/>
            <p:cNvCxnSpPr/>
            <p:nvPr/>
          </p:nvCxnSpPr>
          <p:spPr>
            <a:xfrm>
              <a:off x="4416284" y="1918254"/>
              <a:ext cx="109333" cy="765311"/>
            </a:xfrm>
            <a:prstGeom prst="straightConnector1">
              <a:avLst/>
            </a:prstGeom>
            <a:noFill/>
            <a:ln cap="rnd" cmpd="sng" w="9525">
              <a:solidFill>
                <a:schemeClr val="lt1"/>
              </a:solidFill>
              <a:prstDash val="solid"/>
              <a:round/>
              <a:headEnd len="sm" w="sm" type="none"/>
              <a:tailEnd len="sm" w="sm" type="none"/>
            </a:ln>
          </p:spPr>
        </p:cxnSp>
        <p:cxnSp>
          <p:nvCxnSpPr>
            <p:cNvPr id="224" name="Google Shape;224;p26"/>
            <p:cNvCxnSpPr/>
            <p:nvPr/>
          </p:nvCxnSpPr>
          <p:spPr>
            <a:xfrm>
              <a:off x="4525617" y="924341"/>
              <a:ext cx="291548" cy="0"/>
            </a:xfrm>
            <a:prstGeom prst="straightConnector1">
              <a:avLst/>
            </a:prstGeom>
            <a:noFill/>
            <a:ln cap="rnd" cmpd="sng" w="9525">
              <a:solidFill>
                <a:schemeClr val="lt1"/>
              </a:solidFill>
              <a:prstDash val="solid"/>
              <a:round/>
              <a:headEnd len="sm" w="sm" type="none"/>
              <a:tailEnd len="sm" w="sm" type="none"/>
            </a:ln>
          </p:spPr>
        </p:cxnSp>
        <p:cxnSp>
          <p:nvCxnSpPr>
            <p:cNvPr id="225" name="Google Shape;225;p26"/>
            <p:cNvCxnSpPr/>
            <p:nvPr/>
          </p:nvCxnSpPr>
          <p:spPr>
            <a:xfrm>
              <a:off x="4525617" y="2693506"/>
              <a:ext cx="291548" cy="0"/>
            </a:xfrm>
            <a:prstGeom prst="straightConnector1">
              <a:avLst/>
            </a:prstGeom>
            <a:noFill/>
            <a:ln cap="rnd" cmpd="sng" w="9525">
              <a:solidFill>
                <a:schemeClr val="lt1"/>
              </a:solidFill>
              <a:prstDash val="solid"/>
              <a:round/>
              <a:headEnd len="sm" w="sm" type="none"/>
              <a:tailEnd len="sm" w="sm" type="none"/>
            </a:ln>
          </p:spPr>
        </p:cxnSp>
      </p:grpSp>
      <p:cxnSp>
        <p:nvCxnSpPr>
          <p:cNvPr id="226" name="Google Shape;226;p26"/>
          <p:cNvCxnSpPr/>
          <p:nvPr/>
        </p:nvCxnSpPr>
        <p:spPr>
          <a:xfrm>
            <a:off x="6115872" y="937593"/>
            <a:ext cx="291548" cy="0"/>
          </a:xfrm>
          <a:prstGeom prst="straightConnector1">
            <a:avLst/>
          </a:prstGeom>
          <a:noFill/>
          <a:ln cap="rnd" cmpd="sng" w="9525">
            <a:solidFill>
              <a:schemeClr val="lt1"/>
            </a:solidFill>
            <a:prstDash val="solid"/>
            <a:round/>
            <a:headEnd len="sm" w="sm" type="none"/>
            <a:tailEnd len="sm" w="sm" type="none"/>
          </a:ln>
        </p:spPr>
      </p:cxnSp>
      <p:grpSp>
        <p:nvGrpSpPr>
          <p:cNvPr id="227" name="Google Shape;227;p26"/>
          <p:cNvGrpSpPr/>
          <p:nvPr/>
        </p:nvGrpSpPr>
        <p:grpSpPr>
          <a:xfrm>
            <a:off x="6115872" y="950845"/>
            <a:ext cx="1981202" cy="1755913"/>
            <a:chOff x="5665303" y="937593"/>
            <a:chExt cx="1981202" cy="1755913"/>
          </a:xfrm>
        </p:grpSpPr>
        <p:cxnSp>
          <p:nvCxnSpPr>
            <p:cNvPr id="228" name="Google Shape;228;p26"/>
            <p:cNvCxnSpPr/>
            <p:nvPr/>
          </p:nvCxnSpPr>
          <p:spPr>
            <a:xfrm>
              <a:off x="5665303" y="2693506"/>
              <a:ext cx="1510750" cy="0"/>
            </a:xfrm>
            <a:prstGeom prst="straightConnector1">
              <a:avLst/>
            </a:prstGeom>
            <a:noFill/>
            <a:ln cap="rnd" cmpd="sng" w="9525">
              <a:solidFill>
                <a:schemeClr val="lt1"/>
              </a:solidFill>
              <a:prstDash val="solid"/>
              <a:round/>
              <a:headEnd len="sm" w="sm" type="none"/>
              <a:tailEnd len="sm" w="sm" type="none"/>
            </a:ln>
          </p:spPr>
        </p:cxnSp>
        <p:cxnSp>
          <p:nvCxnSpPr>
            <p:cNvPr id="229" name="Google Shape;229;p26"/>
            <p:cNvCxnSpPr/>
            <p:nvPr/>
          </p:nvCxnSpPr>
          <p:spPr>
            <a:xfrm>
              <a:off x="6884505" y="937593"/>
              <a:ext cx="291548" cy="0"/>
            </a:xfrm>
            <a:prstGeom prst="straightConnector1">
              <a:avLst/>
            </a:prstGeom>
            <a:noFill/>
            <a:ln cap="rnd" cmpd="sng" w="9525">
              <a:solidFill>
                <a:schemeClr val="lt1"/>
              </a:solidFill>
              <a:prstDash val="solid"/>
              <a:round/>
              <a:headEnd len="sm" w="sm" type="none"/>
              <a:tailEnd len="sm" w="sm" type="none"/>
            </a:ln>
          </p:spPr>
        </p:cxnSp>
        <p:cxnSp>
          <p:nvCxnSpPr>
            <p:cNvPr id="230" name="Google Shape;230;p26"/>
            <p:cNvCxnSpPr/>
            <p:nvPr/>
          </p:nvCxnSpPr>
          <p:spPr>
            <a:xfrm>
              <a:off x="7176053" y="937593"/>
              <a:ext cx="192156" cy="980661"/>
            </a:xfrm>
            <a:prstGeom prst="straightConnector1">
              <a:avLst/>
            </a:prstGeom>
            <a:noFill/>
            <a:ln cap="rnd" cmpd="sng" w="9525">
              <a:solidFill>
                <a:schemeClr val="lt1"/>
              </a:solidFill>
              <a:prstDash val="solid"/>
              <a:round/>
              <a:headEnd len="sm" w="sm" type="none"/>
              <a:tailEnd len="sm" w="sm" type="none"/>
            </a:ln>
          </p:spPr>
        </p:cxnSp>
        <p:cxnSp>
          <p:nvCxnSpPr>
            <p:cNvPr id="231" name="Google Shape;231;p26"/>
            <p:cNvCxnSpPr/>
            <p:nvPr/>
          </p:nvCxnSpPr>
          <p:spPr>
            <a:xfrm flipH="1" rot="10800000">
              <a:off x="7126357" y="1918254"/>
              <a:ext cx="241852" cy="775252"/>
            </a:xfrm>
            <a:prstGeom prst="straightConnector1">
              <a:avLst/>
            </a:prstGeom>
            <a:noFill/>
            <a:ln cap="rnd" cmpd="sng" w="9525">
              <a:solidFill>
                <a:schemeClr val="lt1"/>
              </a:solidFill>
              <a:prstDash val="solid"/>
              <a:round/>
              <a:headEnd len="sm" w="sm" type="none"/>
              <a:tailEnd len="sm" w="sm" type="none"/>
            </a:ln>
          </p:spPr>
        </p:cxnSp>
        <p:cxnSp>
          <p:nvCxnSpPr>
            <p:cNvPr id="232" name="Google Shape;232;p26"/>
            <p:cNvCxnSpPr/>
            <p:nvPr/>
          </p:nvCxnSpPr>
          <p:spPr>
            <a:xfrm>
              <a:off x="7354957" y="1918254"/>
              <a:ext cx="291548" cy="0"/>
            </a:xfrm>
            <a:prstGeom prst="straightConnector1">
              <a:avLst/>
            </a:prstGeom>
            <a:noFill/>
            <a:ln cap="rnd" cmpd="sng" w="9525">
              <a:solidFill>
                <a:schemeClr val="lt1"/>
              </a:solidFill>
              <a:prstDash val="solid"/>
              <a:round/>
              <a:headEnd len="sm" w="sm" type="none"/>
              <a:tailEnd len="sm" w="sm" type="none"/>
            </a:ln>
          </p:spPr>
        </p:cxnSp>
      </p:grpSp>
      <p:sp>
        <p:nvSpPr>
          <p:cNvPr id="233" name="Google Shape;233;p26"/>
          <p:cNvSpPr/>
          <p:nvPr/>
        </p:nvSpPr>
        <p:spPr>
          <a:xfrm>
            <a:off x="10419517" y="2955235"/>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rgbClr val="FF0000"/>
                </a:solidFill>
                <a:latin typeface="Arial Narrow"/>
                <a:ea typeface="Arial Narrow"/>
                <a:cs typeface="Arial Narrow"/>
                <a:sym typeface="Arial Narrow"/>
              </a:rPr>
              <a:t>N</a:t>
            </a:r>
            <a:endParaRPr b="0" i="0" sz="1400" u="none" cap="none" strike="noStrike">
              <a:solidFill>
                <a:srgbClr val="000000"/>
              </a:solidFill>
              <a:latin typeface="Arial"/>
              <a:ea typeface="Arial"/>
              <a:cs typeface="Arial"/>
              <a:sym typeface="Arial"/>
            </a:endParaRPr>
          </a:p>
        </p:txBody>
      </p:sp>
      <p:grpSp>
        <p:nvGrpSpPr>
          <p:cNvPr id="234" name="Google Shape;234;p26"/>
          <p:cNvGrpSpPr/>
          <p:nvPr/>
        </p:nvGrpSpPr>
        <p:grpSpPr>
          <a:xfrm>
            <a:off x="7818778" y="1961322"/>
            <a:ext cx="2600739" cy="2637182"/>
            <a:chOff x="7368209" y="1948070"/>
            <a:chExt cx="2600739" cy="2637182"/>
          </a:xfrm>
        </p:grpSpPr>
        <p:cxnSp>
          <p:nvCxnSpPr>
            <p:cNvPr id="235" name="Google Shape;235;p26"/>
            <p:cNvCxnSpPr/>
            <p:nvPr/>
          </p:nvCxnSpPr>
          <p:spPr>
            <a:xfrm>
              <a:off x="7368209" y="4585251"/>
              <a:ext cx="1524001" cy="0"/>
            </a:xfrm>
            <a:prstGeom prst="straightConnector1">
              <a:avLst/>
            </a:prstGeom>
            <a:noFill/>
            <a:ln cap="rnd" cmpd="sng" w="9525">
              <a:solidFill>
                <a:schemeClr val="lt1"/>
              </a:solidFill>
              <a:prstDash val="solid"/>
              <a:round/>
              <a:headEnd len="sm" w="sm" type="none"/>
              <a:tailEnd len="sm" w="sm" type="none"/>
            </a:ln>
          </p:spPr>
        </p:cxnSp>
        <p:cxnSp>
          <p:nvCxnSpPr>
            <p:cNvPr id="236" name="Google Shape;236;p26"/>
            <p:cNvCxnSpPr/>
            <p:nvPr/>
          </p:nvCxnSpPr>
          <p:spPr>
            <a:xfrm>
              <a:off x="8600662"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237" name="Google Shape;237;p26"/>
            <p:cNvCxnSpPr/>
            <p:nvPr/>
          </p:nvCxnSpPr>
          <p:spPr>
            <a:xfrm rot="10800000">
              <a:off x="8922027" y="1948072"/>
              <a:ext cx="513521" cy="1318589"/>
            </a:xfrm>
            <a:prstGeom prst="straightConnector1">
              <a:avLst/>
            </a:prstGeom>
            <a:noFill/>
            <a:ln cap="rnd" cmpd="sng" w="9525">
              <a:solidFill>
                <a:schemeClr val="lt1"/>
              </a:solidFill>
              <a:prstDash val="solid"/>
              <a:round/>
              <a:headEnd len="sm" w="sm" type="none"/>
              <a:tailEnd len="sm" w="sm" type="none"/>
            </a:ln>
          </p:spPr>
        </p:cxnSp>
        <p:cxnSp>
          <p:nvCxnSpPr>
            <p:cNvPr id="238" name="Google Shape;238;p26"/>
            <p:cNvCxnSpPr/>
            <p:nvPr/>
          </p:nvCxnSpPr>
          <p:spPr>
            <a:xfrm flipH="1">
              <a:off x="8922027" y="3266661"/>
              <a:ext cx="513521" cy="1318591"/>
            </a:xfrm>
            <a:prstGeom prst="straightConnector1">
              <a:avLst/>
            </a:prstGeom>
            <a:noFill/>
            <a:ln cap="rnd" cmpd="sng" w="9525">
              <a:solidFill>
                <a:schemeClr val="lt1"/>
              </a:solidFill>
              <a:prstDash val="solid"/>
              <a:round/>
              <a:headEnd len="sm" w="sm" type="none"/>
              <a:tailEnd len="sm" w="sm" type="none"/>
            </a:ln>
          </p:spPr>
        </p:cxnSp>
        <p:cxnSp>
          <p:nvCxnSpPr>
            <p:cNvPr id="239" name="Google Shape;239;p26"/>
            <p:cNvCxnSpPr/>
            <p:nvPr/>
          </p:nvCxnSpPr>
          <p:spPr>
            <a:xfrm>
              <a:off x="9435548" y="3279913"/>
              <a:ext cx="533400" cy="0"/>
            </a:xfrm>
            <a:prstGeom prst="straightConnector1">
              <a:avLst/>
            </a:prstGeom>
            <a:noFill/>
            <a:ln cap="rnd" cmpd="sng" w="9525">
              <a:solidFill>
                <a:schemeClr val="lt1"/>
              </a:solidFill>
              <a:prstDash val="solid"/>
              <a:round/>
              <a:headEnd len="sm" w="sm" type="none"/>
              <a:tailEnd len="sm" w="sm" type="none"/>
            </a:ln>
          </p:spPr>
        </p:cxnSp>
      </p:grpSp>
      <p:sp>
        <p:nvSpPr>
          <p:cNvPr id="240" name="Google Shape;240;p26"/>
          <p:cNvSpPr/>
          <p:nvPr/>
        </p:nvSpPr>
        <p:spPr>
          <a:xfrm>
            <a:off x="82821" y="3144079"/>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1" name="Google Shape;241;p26"/>
          <p:cNvSpPr/>
          <p:nvPr/>
        </p:nvSpPr>
        <p:spPr>
          <a:xfrm>
            <a:off x="11754674" y="3157332"/>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2" name="Google Shape;242;p26"/>
          <p:cNvSpPr txBox="1"/>
          <p:nvPr/>
        </p:nvSpPr>
        <p:spPr>
          <a:xfrm>
            <a:off x="25869" y="2386494"/>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1</a:t>
            </a:r>
            <a:endParaRPr b="0" i="0" sz="1400" u="none" cap="none" strike="noStrike">
              <a:solidFill>
                <a:srgbClr val="000000"/>
              </a:solidFill>
              <a:latin typeface="Arial"/>
              <a:ea typeface="Arial"/>
              <a:cs typeface="Arial"/>
              <a:sym typeface="Arial"/>
            </a:endParaRPr>
          </a:p>
        </p:txBody>
      </p:sp>
      <p:sp>
        <p:nvSpPr>
          <p:cNvPr id="243" name="Google Shape;243;p26"/>
          <p:cNvSpPr txBox="1"/>
          <p:nvPr/>
        </p:nvSpPr>
        <p:spPr>
          <a:xfrm>
            <a:off x="11697722" y="2410237"/>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2</a:t>
            </a:r>
            <a:endParaRPr b="0" i="0" sz="1400" u="none" cap="none" strike="noStrike">
              <a:solidFill>
                <a:srgbClr val="000000"/>
              </a:solidFill>
              <a:latin typeface="Arial"/>
              <a:ea typeface="Arial"/>
              <a:cs typeface="Arial"/>
              <a:sym typeface="Arial"/>
            </a:endParaRPr>
          </a:p>
        </p:txBody>
      </p:sp>
      <p:cxnSp>
        <p:nvCxnSpPr>
          <p:cNvPr id="244" name="Google Shape;244;p26"/>
          <p:cNvCxnSpPr>
            <a:stCxn id="240" idx="6"/>
            <a:endCxn id="184" idx="1"/>
          </p:cNvCxnSpPr>
          <p:nvPr/>
        </p:nvCxnSpPr>
        <p:spPr>
          <a:xfrm>
            <a:off x="387621" y="3279913"/>
            <a:ext cx="381000" cy="0"/>
          </a:xfrm>
          <a:prstGeom prst="straightConnector1">
            <a:avLst/>
          </a:prstGeom>
          <a:noFill/>
          <a:ln cap="rnd" cmpd="sng" w="9525">
            <a:solidFill>
              <a:schemeClr val="lt1"/>
            </a:solidFill>
            <a:prstDash val="solid"/>
            <a:round/>
            <a:headEnd len="sm" w="sm" type="none"/>
            <a:tailEnd len="sm" w="sm" type="none"/>
          </a:ln>
        </p:spPr>
      </p:cxnSp>
      <p:cxnSp>
        <p:nvCxnSpPr>
          <p:cNvPr id="245" name="Google Shape;245;p26"/>
          <p:cNvCxnSpPr/>
          <p:nvPr/>
        </p:nvCxnSpPr>
        <p:spPr>
          <a:xfrm>
            <a:off x="11373674" y="3286539"/>
            <a:ext cx="381000" cy="0"/>
          </a:xfrm>
          <a:prstGeom prst="straightConnector1">
            <a:avLst/>
          </a:prstGeom>
          <a:noFill/>
          <a:ln cap="rnd" cmpd="sng" w="9525">
            <a:solidFill>
              <a:schemeClr val="lt1"/>
            </a:solidFill>
            <a:prstDash val="solid"/>
            <a:round/>
            <a:headEnd len="sm" w="sm" type="none"/>
            <a:tailEnd len="sm" w="sm" type="none"/>
          </a:ln>
        </p:spPr>
      </p:cxnSp>
      <p:sp>
        <p:nvSpPr>
          <p:cNvPr id="246" name="Google Shape;246;p26"/>
          <p:cNvSpPr txBox="1"/>
          <p:nvPr/>
        </p:nvSpPr>
        <p:spPr>
          <a:xfrm>
            <a:off x="25869" y="0"/>
            <a:ext cx="399340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pt-BR" sz="3600" u="none" cap="none" strike="noStrike">
                <a:solidFill>
                  <a:schemeClr val="lt1"/>
                </a:solidFill>
                <a:latin typeface="Arial Narrow"/>
                <a:ea typeface="Arial Narrow"/>
                <a:cs typeface="Arial Narrow"/>
                <a:sym typeface="Arial Narrow"/>
              </a:rPr>
              <a:t>DIAGRAM NETWORK</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par>
                                <p:cTn fill="hold" nodeType="with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500"/>
                                        <p:tgtEl>
                                          <p:spTgt spid="210"/>
                                        </p:tgtEl>
                                      </p:cBhvr>
                                    </p:animEffect>
                                  </p:childTnLst>
                                </p:cTn>
                              </p:par>
                              <p:par>
                                <p:cTn fill="hold" nodeType="with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par>
                                <p:cTn fill="hold" nodeType="with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500"/>
                                        <p:tgtEl>
                                          <p:spTgt spid="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par>
                                <p:cTn fill="hold" nodeType="with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500"/>
                                        <p:tgtEl>
                                          <p:spTgt spid="191"/>
                                        </p:tgtEl>
                                      </p:cBhvr>
                                    </p:animEffect>
                                  </p:childTnLst>
                                </p:cTn>
                              </p:par>
                              <p:par>
                                <p:cTn fill="hold" nodeType="with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500"/>
                                        <p:tgtEl>
                                          <p:spTgt spid="226"/>
                                        </p:tgtEl>
                                      </p:cBhvr>
                                    </p:animEffect>
                                  </p:childTnLst>
                                </p:cTn>
                              </p:par>
                              <p:par>
                                <p:cTn fill="hold" nodeType="with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par>
                                <p:cTn fill="hold" nodeType="with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500"/>
                                        <p:tgtEl>
                                          <p:spTgt spid="192"/>
                                        </p:tgtEl>
                                      </p:cBhvr>
                                    </p:animEffect>
                                  </p:childTnLst>
                                </p:cTn>
                              </p:par>
                              <p:par>
                                <p:cTn fill="hold" nodeType="with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par>
                                <p:cTn fill="hold" nodeType="with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500"/>
                                        <p:tgtEl>
                                          <p:spTgt spid="189"/>
                                        </p:tgtEl>
                                      </p:cBhvr>
                                    </p:animEffect>
                                  </p:childTnLst>
                                </p:cTn>
                              </p:par>
                              <p:par>
                                <p:cTn fill="hold" nodeType="with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par>
                                <p:cTn fill="hold" nodeType="with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500"/>
                                        <p:tgtEl>
                                          <p:spTgt spid="227"/>
                                        </p:tgtEl>
                                      </p:cBhvr>
                                    </p:animEffect>
                                  </p:childTnLst>
                                </p:cTn>
                              </p:par>
                              <p:par>
                                <p:cTn fill="hold" nodeType="with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par>
                                <p:cTn fill="hold" nodeType="with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par>
                                <p:cTn fill="hold" nodeType="with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7"/>
          <p:cNvSpPr/>
          <p:nvPr/>
        </p:nvSpPr>
        <p:spPr>
          <a:xfrm>
            <a:off x="768621" y="2955235"/>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5 d</a:t>
            </a:r>
            <a:endParaRPr b="0" i="0" sz="1400" u="none" cap="none" strike="noStrike">
              <a:solidFill>
                <a:srgbClr val="000000"/>
              </a:solidFill>
              <a:latin typeface="Arial"/>
              <a:ea typeface="Arial"/>
              <a:cs typeface="Arial"/>
              <a:sym typeface="Arial"/>
            </a:endParaRPr>
          </a:p>
        </p:txBody>
      </p:sp>
      <p:sp>
        <p:nvSpPr>
          <p:cNvPr id="252" name="Google Shape;252;p27"/>
          <p:cNvSpPr/>
          <p:nvPr/>
        </p:nvSpPr>
        <p:spPr>
          <a:xfrm>
            <a:off x="2392012" y="1636644"/>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10 d</a:t>
            </a:r>
            <a:endParaRPr b="0" i="0" sz="1400" u="none" cap="none" strike="noStrike">
              <a:solidFill>
                <a:srgbClr val="000000"/>
              </a:solidFill>
              <a:latin typeface="Arial"/>
              <a:ea typeface="Arial"/>
              <a:cs typeface="Arial"/>
              <a:sym typeface="Arial"/>
            </a:endParaRPr>
          </a:p>
        </p:txBody>
      </p:sp>
      <p:sp>
        <p:nvSpPr>
          <p:cNvPr id="253" name="Google Shape;253;p27"/>
          <p:cNvSpPr/>
          <p:nvPr/>
        </p:nvSpPr>
        <p:spPr>
          <a:xfrm>
            <a:off x="3597960" y="1636644"/>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2 d</a:t>
            </a:r>
            <a:endParaRPr b="0" i="0" sz="1400" u="none" cap="none" strike="noStrike">
              <a:solidFill>
                <a:srgbClr val="000000"/>
              </a:solidFill>
              <a:latin typeface="Arial"/>
              <a:ea typeface="Arial"/>
              <a:cs typeface="Arial"/>
              <a:sym typeface="Arial"/>
            </a:endParaRPr>
          </a:p>
        </p:txBody>
      </p:sp>
      <p:sp>
        <p:nvSpPr>
          <p:cNvPr id="254" name="Google Shape;254;p27"/>
          <p:cNvSpPr/>
          <p:nvPr/>
        </p:nvSpPr>
        <p:spPr>
          <a:xfrm>
            <a:off x="2869090" y="4273827"/>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15 d</a:t>
            </a:r>
            <a:endParaRPr b="0" i="0" sz="1400" u="none" cap="none" strike="noStrike">
              <a:solidFill>
                <a:srgbClr val="000000"/>
              </a:solidFill>
              <a:latin typeface="Arial"/>
              <a:ea typeface="Arial"/>
              <a:cs typeface="Arial"/>
              <a:sym typeface="Arial"/>
            </a:endParaRPr>
          </a:p>
        </p:txBody>
      </p:sp>
      <p:sp>
        <p:nvSpPr>
          <p:cNvPr id="255" name="Google Shape;255;p27"/>
          <p:cNvSpPr/>
          <p:nvPr/>
        </p:nvSpPr>
        <p:spPr>
          <a:xfrm>
            <a:off x="4406340" y="3279913"/>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12 d</a:t>
            </a:r>
            <a:endParaRPr b="0" i="0" sz="1400" u="none" cap="none" strike="noStrike">
              <a:solidFill>
                <a:srgbClr val="000000"/>
              </a:solidFill>
              <a:latin typeface="Arial"/>
              <a:ea typeface="Arial"/>
              <a:cs typeface="Arial"/>
              <a:sym typeface="Arial"/>
            </a:endParaRPr>
          </a:p>
        </p:txBody>
      </p:sp>
      <p:sp>
        <p:nvSpPr>
          <p:cNvPr id="256" name="Google Shape;256;p27"/>
          <p:cNvSpPr/>
          <p:nvPr/>
        </p:nvSpPr>
        <p:spPr>
          <a:xfrm>
            <a:off x="4406340" y="4273827"/>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257" name="Google Shape;257;p27"/>
          <p:cNvSpPr/>
          <p:nvPr/>
        </p:nvSpPr>
        <p:spPr>
          <a:xfrm>
            <a:off x="4406339" y="5267741"/>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sp>
        <p:nvSpPr>
          <p:cNvPr id="258" name="Google Shape;258;p27"/>
          <p:cNvSpPr/>
          <p:nvPr/>
        </p:nvSpPr>
        <p:spPr>
          <a:xfrm>
            <a:off x="5161716" y="64272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H</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259" name="Google Shape;259;p27"/>
          <p:cNvSpPr/>
          <p:nvPr/>
        </p:nvSpPr>
        <p:spPr>
          <a:xfrm>
            <a:off x="5161715" y="2458278"/>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J</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260" name="Google Shape;260;p27"/>
          <p:cNvSpPr/>
          <p:nvPr/>
        </p:nvSpPr>
        <p:spPr>
          <a:xfrm>
            <a:off x="5625540" y="4273827"/>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261" name="Google Shape;261;p27"/>
          <p:cNvSpPr/>
          <p:nvPr/>
        </p:nvSpPr>
        <p:spPr>
          <a:xfrm>
            <a:off x="6380917" y="64272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3 d</a:t>
            </a:r>
            <a:endParaRPr b="0" i="0" sz="1400" u="none" cap="none" strike="noStrike">
              <a:solidFill>
                <a:srgbClr val="000000"/>
              </a:solidFill>
              <a:latin typeface="Arial"/>
              <a:ea typeface="Arial"/>
              <a:cs typeface="Arial"/>
              <a:sym typeface="Arial"/>
            </a:endParaRPr>
          </a:p>
        </p:txBody>
      </p:sp>
      <p:sp>
        <p:nvSpPr>
          <p:cNvPr id="262" name="Google Shape;262;p27"/>
          <p:cNvSpPr/>
          <p:nvPr/>
        </p:nvSpPr>
        <p:spPr>
          <a:xfrm>
            <a:off x="8097074" y="1636644"/>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9 d</a:t>
            </a:r>
            <a:endParaRPr b="0" i="0" sz="1400" u="none" cap="none" strike="noStrike">
              <a:solidFill>
                <a:srgbClr val="000000"/>
              </a:solidFill>
              <a:latin typeface="Arial"/>
              <a:ea typeface="Arial"/>
              <a:cs typeface="Arial"/>
              <a:sym typeface="Arial"/>
            </a:endParaRPr>
          </a:p>
        </p:txBody>
      </p:sp>
      <p:sp>
        <p:nvSpPr>
          <p:cNvPr id="263" name="Google Shape;263;p27"/>
          <p:cNvSpPr/>
          <p:nvPr/>
        </p:nvSpPr>
        <p:spPr>
          <a:xfrm>
            <a:off x="6864621" y="4273827"/>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grpSp>
        <p:nvGrpSpPr>
          <p:cNvPr id="264" name="Google Shape;264;p27"/>
          <p:cNvGrpSpPr/>
          <p:nvPr/>
        </p:nvGrpSpPr>
        <p:grpSpPr>
          <a:xfrm>
            <a:off x="1643262" y="1961322"/>
            <a:ext cx="1225828" cy="2650383"/>
            <a:chOff x="1272209" y="1948070"/>
            <a:chExt cx="1225828" cy="2650383"/>
          </a:xfrm>
        </p:grpSpPr>
        <p:cxnSp>
          <p:nvCxnSpPr>
            <p:cNvPr id="265" name="Google Shape;265;p27"/>
            <p:cNvCxnSpPr/>
            <p:nvPr/>
          </p:nvCxnSpPr>
          <p:spPr>
            <a:xfrm>
              <a:off x="1272209" y="3279913"/>
              <a:ext cx="291548" cy="0"/>
            </a:xfrm>
            <a:prstGeom prst="straightConnector1">
              <a:avLst/>
            </a:prstGeom>
            <a:noFill/>
            <a:ln cap="rnd" cmpd="sng" w="9525">
              <a:solidFill>
                <a:schemeClr val="lt1"/>
              </a:solidFill>
              <a:prstDash val="solid"/>
              <a:round/>
              <a:headEnd len="sm" w="sm" type="none"/>
              <a:tailEnd len="sm" w="sm" type="none"/>
            </a:ln>
          </p:spPr>
        </p:cxnSp>
        <p:cxnSp>
          <p:nvCxnSpPr>
            <p:cNvPr id="266" name="Google Shape;266;p27"/>
            <p:cNvCxnSpPr/>
            <p:nvPr/>
          </p:nvCxnSpPr>
          <p:spPr>
            <a:xfrm flipH="1" rot="10800000">
              <a:off x="1563757" y="1948070"/>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267" name="Google Shape;267;p27"/>
            <p:cNvCxnSpPr/>
            <p:nvPr/>
          </p:nvCxnSpPr>
          <p:spPr>
            <a:xfrm>
              <a:off x="169627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268" name="Google Shape;268;p27"/>
            <p:cNvCxnSpPr/>
            <p:nvPr/>
          </p:nvCxnSpPr>
          <p:spPr>
            <a:xfrm>
              <a:off x="1563757" y="3266661"/>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269" name="Google Shape;269;p27"/>
            <p:cNvCxnSpPr>
              <a:endCxn id="254" idx="1"/>
            </p:cNvCxnSpPr>
            <p:nvPr/>
          </p:nvCxnSpPr>
          <p:spPr>
            <a:xfrm flipH="1" rot="10800000">
              <a:off x="1696137" y="4585253"/>
              <a:ext cx="801900" cy="13200"/>
            </a:xfrm>
            <a:prstGeom prst="straightConnector1">
              <a:avLst/>
            </a:prstGeom>
            <a:noFill/>
            <a:ln cap="rnd" cmpd="sng" w="9525">
              <a:solidFill>
                <a:schemeClr val="lt1"/>
              </a:solidFill>
              <a:prstDash val="solid"/>
              <a:round/>
              <a:headEnd len="sm" w="sm" type="none"/>
              <a:tailEnd len="sm" w="sm" type="none"/>
            </a:ln>
          </p:spPr>
        </p:cxnSp>
      </p:grpSp>
      <p:grpSp>
        <p:nvGrpSpPr>
          <p:cNvPr id="270" name="Google Shape;270;p27"/>
          <p:cNvGrpSpPr/>
          <p:nvPr/>
        </p:nvGrpSpPr>
        <p:grpSpPr>
          <a:xfrm>
            <a:off x="3783490" y="3604591"/>
            <a:ext cx="682487" cy="1987826"/>
            <a:chOff x="3332921" y="3591339"/>
            <a:chExt cx="682487" cy="1987826"/>
          </a:xfrm>
        </p:grpSpPr>
        <p:cxnSp>
          <p:nvCxnSpPr>
            <p:cNvPr id="271" name="Google Shape;271;p27"/>
            <p:cNvCxnSpPr/>
            <p:nvPr/>
          </p:nvCxnSpPr>
          <p:spPr>
            <a:xfrm>
              <a:off x="3332921" y="4585252"/>
              <a:ext cx="291548" cy="0"/>
            </a:xfrm>
            <a:prstGeom prst="straightConnector1">
              <a:avLst/>
            </a:prstGeom>
            <a:noFill/>
            <a:ln cap="rnd" cmpd="sng" w="9525">
              <a:solidFill>
                <a:schemeClr val="lt1"/>
              </a:solidFill>
              <a:prstDash val="solid"/>
              <a:round/>
              <a:headEnd len="sm" w="sm" type="none"/>
              <a:tailEnd len="sm" w="sm" type="none"/>
            </a:ln>
          </p:spPr>
        </p:cxnSp>
        <p:cxnSp>
          <p:nvCxnSpPr>
            <p:cNvPr id="272" name="Google Shape;272;p27"/>
            <p:cNvCxnSpPr/>
            <p:nvPr/>
          </p:nvCxnSpPr>
          <p:spPr>
            <a:xfrm flipH="1" rot="10800000">
              <a:off x="3614527" y="3591339"/>
              <a:ext cx="109333" cy="993914"/>
            </a:xfrm>
            <a:prstGeom prst="straightConnector1">
              <a:avLst/>
            </a:prstGeom>
            <a:noFill/>
            <a:ln cap="rnd" cmpd="sng" w="9525">
              <a:solidFill>
                <a:schemeClr val="lt1"/>
              </a:solidFill>
              <a:prstDash val="solid"/>
              <a:round/>
              <a:headEnd len="sm" w="sm" type="none"/>
              <a:tailEnd len="sm" w="sm" type="none"/>
            </a:ln>
          </p:spPr>
        </p:cxnSp>
        <p:cxnSp>
          <p:nvCxnSpPr>
            <p:cNvPr id="273" name="Google Shape;273;p27"/>
            <p:cNvCxnSpPr/>
            <p:nvPr/>
          </p:nvCxnSpPr>
          <p:spPr>
            <a:xfrm>
              <a:off x="3614527" y="4585252"/>
              <a:ext cx="86143" cy="993913"/>
            </a:xfrm>
            <a:prstGeom prst="straightConnector1">
              <a:avLst/>
            </a:prstGeom>
            <a:noFill/>
            <a:ln cap="rnd" cmpd="sng" w="9525">
              <a:solidFill>
                <a:schemeClr val="lt1"/>
              </a:solidFill>
              <a:prstDash val="solid"/>
              <a:round/>
              <a:headEnd len="sm" w="sm" type="none"/>
              <a:tailEnd len="sm" w="sm" type="none"/>
            </a:ln>
          </p:spPr>
        </p:cxnSp>
        <p:cxnSp>
          <p:nvCxnSpPr>
            <p:cNvPr id="274" name="Google Shape;274;p27"/>
            <p:cNvCxnSpPr/>
            <p:nvPr/>
          </p:nvCxnSpPr>
          <p:spPr>
            <a:xfrm>
              <a:off x="3723860" y="3591339"/>
              <a:ext cx="291548" cy="0"/>
            </a:xfrm>
            <a:prstGeom prst="straightConnector1">
              <a:avLst/>
            </a:prstGeom>
            <a:noFill/>
            <a:ln cap="rnd" cmpd="sng" w="9525">
              <a:solidFill>
                <a:schemeClr val="lt1"/>
              </a:solidFill>
              <a:prstDash val="solid"/>
              <a:round/>
              <a:headEnd len="sm" w="sm" type="none"/>
              <a:tailEnd len="sm" w="sm" type="none"/>
            </a:ln>
          </p:spPr>
        </p:cxnSp>
        <p:cxnSp>
          <p:nvCxnSpPr>
            <p:cNvPr id="275" name="Google Shape;275;p27"/>
            <p:cNvCxnSpPr/>
            <p:nvPr/>
          </p:nvCxnSpPr>
          <p:spPr>
            <a:xfrm>
              <a:off x="3700670" y="5579165"/>
              <a:ext cx="291548" cy="0"/>
            </a:xfrm>
            <a:prstGeom prst="straightConnector1">
              <a:avLst/>
            </a:prstGeom>
            <a:noFill/>
            <a:ln cap="rnd" cmpd="sng" w="9525">
              <a:solidFill>
                <a:schemeClr val="lt1"/>
              </a:solidFill>
              <a:prstDash val="solid"/>
              <a:round/>
              <a:headEnd len="sm" w="sm" type="none"/>
              <a:tailEnd len="sm" w="sm" type="none"/>
            </a:ln>
          </p:spPr>
        </p:cxnSp>
        <p:cxnSp>
          <p:nvCxnSpPr>
            <p:cNvPr id="276" name="Google Shape;276;p27"/>
            <p:cNvCxnSpPr/>
            <p:nvPr/>
          </p:nvCxnSpPr>
          <p:spPr>
            <a:xfrm>
              <a:off x="3614522" y="4585252"/>
              <a:ext cx="341244" cy="1"/>
            </a:xfrm>
            <a:prstGeom prst="straightConnector1">
              <a:avLst/>
            </a:prstGeom>
            <a:noFill/>
            <a:ln cap="rnd" cmpd="sng" w="9525">
              <a:solidFill>
                <a:schemeClr val="lt1"/>
              </a:solidFill>
              <a:prstDash val="solid"/>
              <a:round/>
              <a:headEnd len="sm" w="sm" type="none"/>
              <a:tailEnd len="sm" w="sm" type="none"/>
            </a:ln>
          </p:spPr>
        </p:cxnSp>
      </p:grpSp>
      <p:cxnSp>
        <p:nvCxnSpPr>
          <p:cNvPr id="277" name="Google Shape;277;p27"/>
          <p:cNvCxnSpPr/>
          <p:nvPr/>
        </p:nvCxnSpPr>
        <p:spPr>
          <a:xfrm>
            <a:off x="3306412" y="1961322"/>
            <a:ext cx="291548" cy="0"/>
          </a:xfrm>
          <a:prstGeom prst="straightConnector1">
            <a:avLst/>
          </a:prstGeom>
          <a:noFill/>
          <a:ln cap="rnd" cmpd="sng" w="9525">
            <a:solidFill>
              <a:schemeClr val="lt1"/>
            </a:solidFill>
            <a:prstDash val="solid"/>
            <a:round/>
            <a:headEnd len="sm" w="sm" type="none"/>
            <a:tailEnd len="sm" w="sm" type="none"/>
          </a:ln>
        </p:spPr>
      </p:cxnSp>
      <p:cxnSp>
        <p:nvCxnSpPr>
          <p:cNvPr id="278" name="Google Shape;278;p27"/>
          <p:cNvCxnSpPr/>
          <p:nvPr/>
        </p:nvCxnSpPr>
        <p:spPr>
          <a:xfrm>
            <a:off x="5360496" y="4598504"/>
            <a:ext cx="291548" cy="0"/>
          </a:xfrm>
          <a:prstGeom prst="straightConnector1">
            <a:avLst/>
          </a:prstGeom>
          <a:noFill/>
          <a:ln cap="rnd" cmpd="sng" w="9525">
            <a:solidFill>
              <a:schemeClr val="lt1"/>
            </a:solidFill>
            <a:prstDash val="solid"/>
            <a:round/>
            <a:headEnd len="sm" w="sm" type="none"/>
            <a:tailEnd len="sm" w="sm" type="none"/>
          </a:ln>
        </p:spPr>
      </p:cxnSp>
      <p:grpSp>
        <p:nvGrpSpPr>
          <p:cNvPr id="279" name="Google Shape;279;p27"/>
          <p:cNvGrpSpPr/>
          <p:nvPr/>
        </p:nvGrpSpPr>
        <p:grpSpPr>
          <a:xfrm>
            <a:off x="5333992" y="3617843"/>
            <a:ext cx="1537253" cy="1974574"/>
            <a:chOff x="4883423" y="3604591"/>
            <a:chExt cx="1537253" cy="1974574"/>
          </a:xfrm>
        </p:grpSpPr>
        <p:cxnSp>
          <p:nvCxnSpPr>
            <p:cNvPr id="280" name="Google Shape;280;p27"/>
            <p:cNvCxnSpPr/>
            <p:nvPr/>
          </p:nvCxnSpPr>
          <p:spPr>
            <a:xfrm>
              <a:off x="6129128" y="4585252"/>
              <a:ext cx="291548" cy="0"/>
            </a:xfrm>
            <a:prstGeom prst="straightConnector1">
              <a:avLst/>
            </a:prstGeom>
            <a:noFill/>
            <a:ln cap="rnd" cmpd="sng" w="9525">
              <a:solidFill>
                <a:schemeClr val="lt1"/>
              </a:solidFill>
              <a:prstDash val="solid"/>
              <a:round/>
              <a:headEnd len="sm" w="sm" type="none"/>
              <a:tailEnd len="sm" w="sm" type="none"/>
            </a:ln>
          </p:spPr>
        </p:cxnSp>
        <p:cxnSp>
          <p:nvCxnSpPr>
            <p:cNvPr id="281" name="Google Shape;281;p27"/>
            <p:cNvCxnSpPr/>
            <p:nvPr/>
          </p:nvCxnSpPr>
          <p:spPr>
            <a:xfrm>
              <a:off x="4883423" y="3604591"/>
              <a:ext cx="1046925" cy="0"/>
            </a:xfrm>
            <a:prstGeom prst="straightConnector1">
              <a:avLst/>
            </a:prstGeom>
            <a:noFill/>
            <a:ln cap="rnd" cmpd="sng" w="9525">
              <a:solidFill>
                <a:schemeClr val="lt1"/>
              </a:solidFill>
              <a:prstDash val="solid"/>
              <a:round/>
              <a:headEnd len="sm" w="sm" type="none"/>
              <a:tailEnd len="sm" w="sm" type="none"/>
            </a:ln>
          </p:spPr>
        </p:cxnSp>
        <p:cxnSp>
          <p:nvCxnSpPr>
            <p:cNvPr id="282" name="Google Shape;282;p27"/>
            <p:cNvCxnSpPr/>
            <p:nvPr/>
          </p:nvCxnSpPr>
          <p:spPr>
            <a:xfrm>
              <a:off x="4909927" y="5579165"/>
              <a:ext cx="1020421" cy="0"/>
            </a:xfrm>
            <a:prstGeom prst="straightConnector1">
              <a:avLst/>
            </a:prstGeom>
            <a:noFill/>
            <a:ln cap="rnd" cmpd="sng" w="9525">
              <a:solidFill>
                <a:schemeClr val="lt1"/>
              </a:solidFill>
              <a:prstDash val="solid"/>
              <a:round/>
              <a:headEnd len="sm" w="sm" type="none"/>
              <a:tailEnd len="sm" w="sm" type="none"/>
            </a:ln>
          </p:spPr>
        </p:cxnSp>
        <p:cxnSp>
          <p:nvCxnSpPr>
            <p:cNvPr id="283" name="Google Shape;283;p27"/>
            <p:cNvCxnSpPr/>
            <p:nvPr/>
          </p:nvCxnSpPr>
          <p:spPr>
            <a:xfrm>
              <a:off x="5930348" y="3604591"/>
              <a:ext cx="324678" cy="311426"/>
            </a:xfrm>
            <a:prstGeom prst="straightConnector1">
              <a:avLst/>
            </a:prstGeom>
            <a:noFill/>
            <a:ln cap="rnd" cmpd="sng" w="9525">
              <a:solidFill>
                <a:schemeClr val="lt1"/>
              </a:solidFill>
              <a:prstDash val="solid"/>
              <a:round/>
              <a:headEnd len="sm" w="sm" type="none"/>
              <a:tailEnd len="sm" w="sm" type="none"/>
            </a:ln>
          </p:spPr>
        </p:cxnSp>
        <p:cxnSp>
          <p:nvCxnSpPr>
            <p:cNvPr id="284" name="Google Shape;284;p27"/>
            <p:cNvCxnSpPr/>
            <p:nvPr/>
          </p:nvCxnSpPr>
          <p:spPr>
            <a:xfrm flipH="1" rot="10800000">
              <a:off x="5930348" y="5141843"/>
              <a:ext cx="324678" cy="437322"/>
            </a:xfrm>
            <a:prstGeom prst="straightConnector1">
              <a:avLst/>
            </a:prstGeom>
            <a:noFill/>
            <a:ln cap="rnd" cmpd="sng" w="9525">
              <a:solidFill>
                <a:schemeClr val="lt1"/>
              </a:solidFill>
              <a:prstDash val="solid"/>
              <a:round/>
              <a:headEnd len="sm" w="sm" type="none"/>
              <a:tailEnd len="sm" w="sm" type="none"/>
            </a:ln>
          </p:spPr>
        </p:cxnSp>
        <p:cxnSp>
          <p:nvCxnSpPr>
            <p:cNvPr id="285" name="Google Shape;285;p27"/>
            <p:cNvCxnSpPr/>
            <p:nvPr/>
          </p:nvCxnSpPr>
          <p:spPr>
            <a:xfrm>
              <a:off x="6255026" y="3916017"/>
              <a:ext cx="0" cy="669234"/>
            </a:xfrm>
            <a:prstGeom prst="straightConnector1">
              <a:avLst/>
            </a:prstGeom>
            <a:noFill/>
            <a:ln cap="rnd" cmpd="sng" w="9525">
              <a:solidFill>
                <a:schemeClr val="lt1"/>
              </a:solidFill>
              <a:prstDash val="solid"/>
              <a:round/>
              <a:headEnd len="sm" w="sm" type="none"/>
              <a:tailEnd len="sm" w="sm" type="none"/>
            </a:ln>
          </p:spPr>
        </p:cxnSp>
        <p:cxnSp>
          <p:nvCxnSpPr>
            <p:cNvPr id="286" name="Google Shape;286;p27"/>
            <p:cNvCxnSpPr/>
            <p:nvPr/>
          </p:nvCxnSpPr>
          <p:spPr>
            <a:xfrm rot="10800000">
              <a:off x="6255026" y="4585251"/>
              <a:ext cx="13252" cy="556592"/>
            </a:xfrm>
            <a:prstGeom prst="straightConnector1">
              <a:avLst/>
            </a:prstGeom>
            <a:noFill/>
            <a:ln cap="rnd" cmpd="sng" w="9525">
              <a:solidFill>
                <a:schemeClr val="lt1"/>
              </a:solidFill>
              <a:prstDash val="solid"/>
              <a:round/>
              <a:headEnd len="sm" w="sm" type="none"/>
              <a:tailEnd len="sm" w="sm" type="none"/>
            </a:ln>
          </p:spPr>
        </p:cxnSp>
      </p:grpSp>
      <p:grpSp>
        <p:nvGrpSpPr>
          <p:cNvPr id="287" name="Google Shape;287;p27"/>
          <p:cNvGrpSpPr/>
          <p:nvPr/>
        </p:nvGrpSpPr>
        <p:grpSpPr>
          <a:xfrm>
            <a:off x="4552117" y="937593"/>
            <a:ext cx="715617" cy="1769165"/>
            <a:chOff x="4101548" y="924341"/>
            <a:chExt cx="715617" cy="1769165"/>
          </a:xfrm>
        </p:grpSpPr>
        <p:cxnSp>
          <p:nvCxnSpPr>
            <p:cNvPr id="288" name="Google Shape;288;p27"/>
            <p:cNvCxnSpPr/>
            <p:nvPr/>
          </p:nvCxnSpPr>
          <p:spPr>
            <a:xfrm>
              <a:off x="410154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289" name="Google Shape;289;p27"/>
            <p:cNvCxnSpPr/>
            <p:nvPr/>
          </p:nvCxnSpPr>
          <p:spPr>
            <a:xfrm flipH="1" rot="10800000">
              <a:off x="4416284" y="924341"/>
              <a:ext cx="109333" cy="993914"/>
            </a:xfrm>
            <a:prstGeom prst="straightConnector1">
              <a:avLst/>
            </a:prstGeom>
            <a:noFill/>
            <a:ln cap="rnd" cmpd="sng" w="9525">
              <a:solidFill>
                <a:schemeClr val="lt1"/>
              </a:solidFill>
              <a:prstDash val="solid"/>
              <a:round/>
              <a:headEnd len="sm" w="sm" type="none"/>
              <a:tailEnd len="sm" w="sm" type="none"/>
            </a:ln>
          </p:spPr>
        </p:cxnSp>
        <p:cxnSp>
          <p:nvCxnSpPr>
            <p:cNvPr id="290" name="Google Shape;290;p27"/>
            <p:cNvCxnSpPr/>
            <p:nvPr/>
          </p:nvCxnSpPr>
          <p:spPr>
            <a:xfrm>
              <a:off x="4416284" y="1918254"/>
              <a:ext cx="109333" cy="765311"/>
            </a:xfrm>
            <a:prstGeom prst="straightConnector1">
              <a:avLst/>
            </a:prstGeom>
            <a:noFill/>
            <a:ln cap="rnd" cmpd="sng" w="9525">
              <a:solidFill>
                <a:schemeClr val="lt1"/>
              </a:solidFill>
              <a:prstDash val="solid"/>
              <a:round/>
              <a:headEnd len="sm" w="sm" type="none"/>
              <a:tailEnd len="sm" w="sm" type="none"/>
            </a:ln>
          </p:spPr>
        </p:cxnSp>
        <p:cxnSp>
          <p:nvCxnSpPr>
            <p:cNvPr id="291" name="Google Shape;291;p27"/>
            <p:cNvCxnSpPr/>
            <p:nvPr/>
          </p:nvCxnSpPr>
          <p:spPr>
            <a:xfrm>
              <a:off x="4525617" y="924341"/>
              <a:ext cx="291548" cy="0"/>
            </a:xfrm>
            <a:prstGeom prst="straightConnector1">
              <a:avLst/>
            </a:prstGeom>
            <a:noFill/>
            <a:ln cap="rnd" cmpd="sng" w="9525">
              <a:solidFill>
                <a:schemeClr val="lt1"/>
              </a:solidFill>
              <a:prstDash val="solid"/>
              <a:round/>
              <a:headEnd len="sm" w="sm" type="none"/>
              <a:tailEnd len="sm" w="sm" type="none"/>
            </a:ln>
          </p:spPr>
        </p:cxnSp>
        <p:cxnSp>
          <p:nvCxnSpPr>
            <p:cNvPr id="292" name="Google Shape;292;p27"/>
            <p:cNvCxnSpPr/>
            <p:nvPr/>
          </p:nvCxnSpPr>
          <p:spPr>
            <a:xfrm>
              <a:off x="4525617" y="2693506"/>
              <a:ext cx="291548" cy="0"/>
            </a:xfrm>
            <a:prstGeom prst="straightConnector1">
              <a:avLst/>
            </a:prstGeom>
            <a:noFill/>
            <a:ln cap="rnd" cmpd="sng" w="9525">
              <a:solidFill>
                <a:schemeClr val="lt1"/>
              </a:solidFill>
              <a:prstDash val="solid"/>
              <a:round/>
              <a:headEnd len="sm" w="sm" type="none"/>
              <a:tailEnd len="sm" w="sm" type="none"/>
            </a:ln>
          </p:spPr>
        </p:cxnSp>
      </p:grpSp>
      <p:cxnSp>
        <p:nvCxnSpPr>
          <p:cNvPr id="293" name="Google Shape;293;p27"/>
          <p:cNvCxnSpPr/>
          <p:nvPr/>
        </p:nvCxnSpPr>
        <p:spPr>
          <a:xfrm>
            <a:off x="6115872" y="937593"/>
            <a:ext cx="291548" cy="0"/>
          </a:xfrm>
          <a:prstGeom prst="straightConnector1">
            <a:avLst/>
          </a:prstGeom>
          <a:noFill/>
          <a:ln cap="rnd" cmpd="sng" w="9525">
            <a:solidFill>
              <a:schemeClr val="lt1"/>
            </a:solidFill>
            <a:prstDash val="solid"/>
            <a:round/>
            <a:headEnd len="sm" w="sm" type="none"/>
            <a:tailEnd len="sm" w="sm" type="none"/>
          </a:ln>
        </p:spPr>
      </p:cxnSp>
      <p:grpSp>
        <p:nvGrpSpPr>
          <p:cNvPr id="294" name="Google Shape;294;p27"/>
          <p:cNvGrpSpPr/>
          <p:nvPr/>
        </p:nvGrpSpPr>
        <p:grpSpPr>
          <a:xfrm>
            <a:off x="6115872" y="950845"/>
            <a:ext cx="1981202" cy="1755913"/>
            <a:chOff x="5665303" y="937593"/>
            <a:chExt cx="1981202" cy="1755913"/>
          </a:xfrm>
        </p:grpSpPr>
        <p:cxnSp>
          <p:nvCxnSpPr>
            <p:cNvPr id="295" name="Google Shape;295;p27"/>
            <p:cNvCxnSpPr/>
            <p:nvPr/>
          </p:nvCxnSpPr>
          <p:spPr>
            <a:xfrm>
              <a:off x="5665303" y="2693506"/>
              <a:ext cx="1510750" cy="0"/>
            </a:xfrm>
            <a:prstGeom prst="straightConnector1">
              <a:avLst/>
            </a:prstGeom>
            <a:noFill/>
            <a:ln cap="rnd" cmpd="sng" w="9525">
              <a:solidFill>
                <a:schemeClr val="lt1"/>
              </a:solidFill>
              <a:prstDash val="solid"/>
              <a:round/>
              <a:headEnd len="sm" w="sm" type="none"/>
              <a:tailEnd len="sm" w="sm" type="none"/>
            </a:ln>
          </p:spPr>
        </p:cxnSp>
        <p:cxnSp>
          <p:nvCxnSpPr>
            <p:cNvPr id="296" name="Google Shape;296;p27"/>
            <p:cNvCxnSpPr/>
            <p:nvPr/>
          </p:nvCxnSpPr>
          <p:spPr>
            <a:xfrm>
              <a:off x="6884505" y="937593"/>
              <a:ext cx="291548" cy="0"/>
            </a:xfrm>
            <a:prstGeom prst="straightConnector1">
              <a:avLst/>
            </a:prstGeom>
            <a:noFill/>
            <a:ln cap="rnd" cmpd="sng" w="9525">
              <a:solidFill>
                <a:schemeClr val="lt1"/>
              </a:solidFill>
              <a:prstDash val="solid"/>
              <a:round/>
              <a:headEnd len="sm" w="sm" type="none"/>
              <a:tailEnd len="sm" w="sm" type="none"/>
            </a:ln>
          </p:spPr>
        </p:cxnSp>
        <p:cxnSp>
          <p:nvCxnSpPr>
            <p:cNvPr id="297" name="Google Shape;297;p27"/>
            <p:cNvCxnSpPr/>
            <p:nvPr/>
          </p:nvCxnSpPr>
          <p:spPr>
            <a:xfrm>
              <a:off x="7176053" y="937593"/>
              <a:ext cx="192156" cy="980661"/>
            </a:xfrm>
            <a:prstGeom prst="straightConnector1">
              <a:avLst/>
            </a:prstGeom>
            <a:noFill/>
            <a:ln cap="rnd" cmpd="sng" w="9525">
              <a:solidFill>
                <a:schemeClr val="lt1"/>
              </a:solidFill>
              <a:prstDash val="solid"/>
              <a:round/>
              <a:headEnd len="sm" w="sm" type="none"/>
              <a:tailEnd len="sm" w="sm" type="none"/>
            </a:ln>
          </p:spPr>
        </p:cxnSp>
        <p:cxnSp>
          <p:nvCxnSpPr>
            <p:cNvPr id="298" name="Google Shape;298;p27"/>
            <p:cNvCxnSpPr/>
            <p:nvPr/>
          </p:nvCxnSpPr>
          <p:spPr>
            <a:xfrm flipH="1" rot="10800000">
              <a:off x="7126357" y="1918254"/>
              <a:ext cx="241852" cy="775252"/>
            </a:xfrm>
            <a:prstGeom prst="straightConnector1">
              <a:avLst/>
            </a:prstGeom>
            <a:noFill/>
            <a:ln cap="rnd" cmpd="sng" w="9525">
              <a:solidFill>
                <a:schemeClr val="lt1"/>
              </a:solidFill>
              <a:prstDash val="solid"/>
              <a:round/>
              <a:headEnd len="sm" w="sm" type="none"/>
              <a:tailEnd len="sm" w="sm" type="none"/>
            </a:ln>
          </p:spPr>
        </p:cxnSp>
        <p:cxnSp>
          <p:nvCxnSpPr>
            <p:cNvPr id="299" name="Google Shape;299;p27"/>
            <p:cNvCxnSpPr/>
            <p:nvPr/>
          </p:nvCxnSpPr>
          <p:spPr>
            <a:xfrm>
              <a:off x="7354957" y="1918254"/>
              <a:ext cx="291548" cy="0"/>
            </a:xfrm>
            <a:prstGeom prst="straightConnector1">
              <a:avLst/>
            </a:prstGeom>
            <a:noFill/>
            <a:ln cap="rnd" cmpd="sng" w="9525">
              <a:solidFill>
                <a:schemeClr val="lt1"/>
              </a:solidFill>
              <a:prstDash val="solid"/>
              <a:round/>
              <a:headEnd len="sm" w="sm" type="none"/>
              <a:tailEnd len="sm" w="sm" type="none"/>
            </a:ln>
          </p:spPr>
        </p:cxnSp>
      </p:grpSp>
      <p:sp>
        <p:nvSpPr>
          <p:cNvPr id="300" name="Google Shape;300;p27"/>
          <p:cNvSpPr/>
          <p:nvPr/>
        </p:nvSpPr>
        <p:spPr>
          <a:xfrm>
            <a:off x="10419517" y="2955235"/>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grpSp>
        <p:nvGrpSpPr>
          <p:cNvPr id="301" name="Google Shape;301;p27"/>
          <p:cNvGrpSpPr/>
          <p:nvPr/>
        </p:nvGrpSpPr>
        <p:grpSpPr>
          <a:xfrm>
            <a:off x="7818778" y="1961322"/>
            <a:ext cx="2600739" cy="2637182"/>
            <a:chOff x="7368209" y="1948070"/>
            <a:chExt cx="2600739" cy="2637182"/>
          </a:xfrm>
        </p:grpSpPr>
        <p:cxnSp>
          <p:nvCxnSpPr>
            <p:cNvPr id="302" name="Google Shape;302;p27"/>
            <p:cNvCxnSpPr/>
            <p:nvPr/>
          </p:nvCxnSpPr>
          <p:spPr>
            <a:xfrm>
              <a:off x="7368209" y="4585251"/>
              <a:ext cx="1524001" cy="0"/>
            </a:xfrm>
            <a:prstGeom prst="straightConnector1">
              <a:avLst/>
            </a:prstGeom>
            <a:noFill/>
            <a:ln cap="rnd" cmpd="sng" w="9525">
              <a:solidFill>
                <a:schemeClr val="lt1"/>
              </a:solidFill>
              <a:prstDash val="solid"/>
              <a:round/>
              <a:headEnd len="sm" w="sm" type="none"/>
              <a:tailEnd len="sm" w="sm" type="none"/>
            </a:ln>
          </p:spPr>
        </p:cxnSp>
        <p:cxnSp>
          <p:nvCxnSpPr>
            <p:cNvPr id="303" name="Google Shape;303;p27"/>
            <p:cNvCxnSpPr/>
            <p:nvPr/>
          </p:nvCxnSpPr>
          <p:spPr>
            <a:xfrm>
              <a:off x="8600662"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304" name="Google Shape;304;p27"/>
            <p:cNvCxnSpPr/>
            <p:nvPr/>
          </p:nvCxnSpPr>
          <p:spPr>
            <a:xfrm rot="10800000">
              <a:off x="8922027" y="1948072"/>
              <a:ext cx="513521" cy="1318589"/>
            </a:xfrm>
            <a:prstGeom prst="straightConnector1">
              <a:avLst/>
            </a:prstGeom>
            <a:noFill/>
            <a:ln cap="rnd" cmpd="sng" w="9525">
              <a:solidFill>
                <a:schemeClr val="lt1"/>
              </a:solidFill>
              <a:prstDash val="solid"/>
              <a:round/>
              <a:headEnd len="sm" w="sm" type="none"/>
              <a:tailEnd len="sm" w="sm" type="none"/>
            </a:ln>
          </p:spPr>
        </p:cxnSp>
        <p:cxnSp>
          <p:nvCxnSpPr>
            <p:cNvPr id="305" name="Google Shape;305;p27"/>
            <p:cNvCxnSpPr/>
            <p:nvPr/>
          </p:nvCxnSpPr>
          <p:spPr>
            <a:xfrm flipH="1">
              <a:off x="8922027" y="3266661"/>
              <a:ext cx="513521" cy="1318591"/>
            </a:xfrm>
            <a:prstGeom prst="straightConnector1">
              <a:avLst/>
            </a:prstGeom>
            <a:noFill/>
            <a:ln cap="rnd" cmpd="sng" w="9525">
              <a:solidFill>
                <a:schemeClr val="lt1"/>
              </a:solidFill>
              <a:prstDash val="solid"/>
              <a:round/>
              <a:headEnd len="sm" w="sm" type="none"/>
              <a:tailEnd len="sm" w="sm" type="none"/>
            </a:ln>
          </p:spPr>
        </p:cxnSp>
        <p:cxnSp>
          <p:nvCxnSpPr>
            <p:cNvPr id="306" name="Google Shape;306;p27"/>
            <p:cNvCxnSpPr/>
            <p:nvPr/>
          </p:nvCxnSpPr>
          <p:spPr>
            <a:xfrm>
              <a:off x="9435548" y="3279913"/>
              <a:ext cx="533400" cy="0"/>
            </a:xfrm>
            <a:prstGeom prst="straightConnector1">
              <a:avLst/>
            </a:prstGeom>
            <a:noFill/>
            <a:ln cap="rnd" cmpd="sng" w="9525">
              <a:solidFill>
                <a:schemeClr val="lt1"/>
              </a:solidFill>
              <a:prstDash val="solid"/>
              <a:round/>
              <a:headEnd len="sm" w="sm" type="none"/>
              <a:tailEnd len="sm" w="sm" type="none"/>
            </a:ln>
          </p:spPr>
        </p:cxnSp>
      </p:grpSp>
      <p:sp>
        <p:nvSpPr>
          <p:cNvPr id="307" name="Google Shape;307;p27"/>
          <p:cNvSpPr/>
          <p:nvPr/>
        </p:nvSpPr>
        <p:spPr>
          <a:xfrm>
            <a:off x="82821" y="3144079"/>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308" name="Google Shape;308;p27"/>
          <p:cNvSpPr/>
          <p:nvPr/>
        </p:nvSpPr>
        <p:spPr>
          <a:xfrm>
            <a:off x="11754674" y="3157332"/>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309" name="Google Shape;309;p27"/>
          <p:cNvSpPr txBox="1"/>
          <p:nvPr/>
        </p:nvSpPr>
        <p:spPr>
          <a:xfrm>
            <a:off x="25869" y="2386494"/>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1</a:t>
            </a:r>
            <a:endParaRPr b="0" i="0" sz="1400" u="none" cap="none" strike="noStrike">
              <a:solidFill>
                <a:srgbClr val="000000"/>
              </a:solidFill>
              <a:latin typeface="Arial"/>
              <a:ea typeface="Arial"/>
              <a:cs typeface="Arial"/>
              <a:sym typeface="Arial"/>
            </a:endParaRPr>
          </a:p>
        </p:txBody>
      </p:sp>
      <p:sp>
        <p:nvSpPr>
          <p:cNvPr id="310" name="Google Shape;310;p27"/>
          <p:cNvSpPr txBox="1"/>
          <p:nvPr/>
        </p:nvSpPr>
        <p:spPr>
          <a:xfrm>
            <a:off x="11697722" y="2410237"/>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2</a:t>
            </a:r>
            <a:endParaRPr b="0" i="0" sz="1400" u="none" cap="none" strike="noStrike">
              <a:solidFill>
                <a:srgbClr val="000000"/>
              </a:solidFill>
              <a:latin typeface="Arial"/>
              <a:ea typeface="Arial"/>
              <a:cs typeface="Arial"/>
              <a:sym typeface="Arial"/>
            </a:endParaRPr>
          </a:p>
        </p:txBody>
      </p:sp>
      <p:cxnSp>
        <p:nvCxnSpPr>
          <p:cNvPr id="311" name="Google Shape;311;p27"/>
          <p:cNvCxnSpPr>
            <a:stCxn id="307" idx="6"/>
            <a:endCxn id="251" idx="1"/>
          </p:cNvCxnSpPr>
          <p:nvPr/>
        </p:nvCxnSpPr>
        <p:spPr>
          <a:xfrm>
            <a:off x="387621" y="3279913"/>
            <a:ext cx="381000" cy="0"/>
          </a:xfrm>
          <a:prstGeom prst="straightConnector1">
            <a:avLst/>
          </a:prstGeom>
          <a:noFill/>
          <a:ln cap="rnd" cmpd="sng" w="9525">
            <a:solidFill>
              <a:schemeClr val="lt1"/>
            </a:solidFill>
            <a:prstDash val="solid"/>
            <a:round/>
            <a:headEnd len="sm" w="sm" type="none"/>
            <a:tailEnd len="sm" w="sm" type="none"/>
          </a:ln>
        </p:spPr>
      </p:cxnSp>
      <p:cxnSp>
        <p:nvCxnSpPr>
          <p:cNvPr id="312" name="Google Shape;312;p27"/>
          <p:cNvCxnSpPr/>
          <p:nvPr/>
        </p:nvCxnSpPr>
        <p:spPr>
          <a:xfrm>
            <a:off x="11373674" y="3286539"/>
            <a:ext cx="381000" cy="0"/>
          </a:xfrm>
          <a:prstGeom prst="straightConnector1">
            <a:avLst/>
          </a:prstGeom>
          <a:noFill/>
          <a:ln cap="rnd" cmpd="sng" w="9525">
            <a:solidFill>
              <a:schemeClr val="lt1"/>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500"/>
                                        <p:tgtEl>
                                          <p:spTgt spid="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par>
                                <p:cTn fill="hold" nodeType="with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
                                        <p:tgtEl>
                                          <p:spTgt spid="253"/>
                                        </p:tgtEl>
                                      </p:cBhvr>
                                    </p:animEffect>
                                  </p:childTnLst>
                                </p:cTn>
                              </p:par>
                              <p:par>
                                <p:cTn fill="hold" nodeType="with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par>
                                <p:cTn fill="hold" nodeType="with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par>
                                <p:cTn fill="hold" nodeType="with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500"/>
                                        <p:tgtEl>
                                          <p:spTgt spid="256"/>
                                        </p:tgtEl>
                                      </p:cBhvr>
                                    </p:animEffect>
                                  </p:childTnLst>
                                </p:cTn>
                              </p:par>
                              <p:par>
                                <p:cTn fill="hold" nodeType="with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par>
                                <p:cTn fill="hold" nodeType="with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par>
                                <p:cTn fill="hold" nodeType="with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par>
                                <p:cTn fill="hold" nodeType="with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par>
                                <p:cTn fill="hold" nodeType="with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par>
                                <p:cTn fill="hold" nodeType="with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500"/>
                                        <p:tgtEl>
                                          <p:spTgt spid="262"/>
                                        </p:tgtEl>
                                      </p:cBhvr>
                                    </p:animEffect>
                                  </p:childTnLst>
                                </p:cTn>
                              </p:par>
                              <p:par>
                                <p:cTn fill="hold" nodeType="with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500"/>
                                        <p:tgtEl>
                                          <p:spTgt spid="263"/>
                                        </p:tgtEl>
                                      </p:cBhvr>
                                    </p:animEffect>
                                  </p:childTnLst>
                                </p:cTn>
                              </p:par>
                              <p:par>
                                <p:cTn fill="hold" nodeType="with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par>
                                <p:cTn fill="hold" nodeType="with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par>
                                <p:cTn fill="hold" nodeType="with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par>
                                <p:cTn fill="hold" nodeType="with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par>
                                <p:cTn fill="hold" nodeType="with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par>
                                <p:cTn fill="hold" nodeType="with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
                                        <p:tgtEl>
                                          <p:spTgt spid="287"/>
                                        </p:tgtEl>
                                      </p:cBhvr>
                                    </p:animEffect>
                                  </p:childTnLst>
                                </p:cTn>
                              </p:par>
                              <p:par>
                                <p:cTn fill="hold" nodeType="with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500"/>
                                        <p:tgtEl>
                                          <p:spTgt spid="293"/>
                                        </p:tgtEl>
                                      </p:cBhvr>
                                    </p:animEffect>
                                  </p:childTnLst>
                                </p:cTn>
                              </p:par>
                              <p:par>
                                <p:cTn fill="hold" nodeType="with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par>
                                <p:cTn fill="hold" nodeType="with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par>
                                <p:cTn fill="hold" nodeType="with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par>
                                <p:cTn fill="hold" nodeType="with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500"/>
                                        <p:tgtEl>
                                          <p:spTgt spid="3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8"/>
          <p:cNvSpPr/>
          <p:nvPr/>
        </p:nvSpPr>
        <p:spPr>
          <a:xfrm>
            <a:off x="768621" y="2372147"/>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5 d</a:t>
            </a:r>
            <a:endParaRPr b="0" i="0" sz="1400" u="none" cap="none" strike="noStrike">
              <a:solidFill>
                <a:srgbClr val="000000"/>
              </a:solidFill>
              <a:latin typeface="Arial"/>
              <a:ea typeface="Arial"/>
              <a:cs typeface="Arial"/>
              <a:sym typeface="Arial"/>
            </a:endParaRPr>
          </a:p>
        </p:txBody>
      </p:sp>
      <p:sp>
        <p:nvSpPr>
          <p:cNvPr id="318" name="Google Shape;318;p28"/>
          <p:cNvSpPr/>
          <p:nvPr/>
        </p:nvSpPr>
        <p:spPr>
          <a:xfrm>
            <a:off x="2392012" y="1053556"/>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10 d</a:t>
            </a:r>
            <a:endParaRPr b="0" i="0" sz="1400" u="none" cap="none" strike="noStrike">
              <a:solidFill>
                <a:srgbClr val="000000"/>
              </a:solidFill>
              <a:latin typeface="Arial"/>
              <a:ea typeface="Arial"/>
              <a:cs typeface="Arial"/>
              <a:sym typeface="Arial"/>
            </a:endParaRPr>
          </a:p>
        </p:txBody>
      </p:sp>
      <p:sp>
        <p:nvSpPr>
          <p:cNvPr id="319" name="Google Shape;319;p28"/>
          <p:cNvSpPr/>
          <p:nvPr/>
        </p:nvSpPr>
        <p:spPr>
          <a:xfrm>
            <a:off x="3597960" y="1053556"/>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2 d</a:t>
            </a:r>
            <a:endParaRPr b="0" i="0" sz="1400" u="none" cap="none" strike="noStrike">
              <a:solidFill>
                <a:srgbClr val="000000"/>
              </a:solidFill>
              <a:latin typeface="Arial"/>
              <a:ea typeface="Arial"/>
              <a:cs typeface="Arial"/>
              <a:sym typeface="Arial"/>
            </a:endParaRPr>
          </a:p>
        </p:txBody>
      </p:sp>
      <p:sp>
        <p:nvSpPr>
          <p:cNvPr id="320" name="Google Shape;320;p28"/>
          <p:cNvSpPr/>
          <p:nvPr/>
        </p:nvSpPr>
        <p:spPr>
          <a:xfrm>
            <a:off x="2869090" y="369073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15 d</a:t>
            </a:r>
            <a:endParaRPr b="0" i="0" sz="1400" u="none" cap="none" strike="noStrike">
              <a:solidFill>
                <a:srgbClr val="000000"/>
              </a:solidFill>
              <a:latin typeface="Arial"/>
              <a:ea typeface="Arial"/>
              <a:cs typeface="Arial"/>
              <a:sym typeface="Arial"/>
            </a:endParaRPr>
          </a:p>
        </p:txBody>
      </p:sp>
      <p:sp>
        <p:nvSpPr>
          <p:cNvPr id="321" name="Google Shape;321;p28"/>
          <p:cNvSpPr/>
          <p:nvPr/>
        </p:nvSpPr>
        <p:spPr>
          <a:xfrm>
            <a:off x="4406340" y="2696825"/>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12 d</a:t>
            </a:r>
            <a:endParaRPr b="0" i="0" sz="1400" u="none" cap="none" strike="noStrike">
              <a:solidFill>
                <a:srgbClr val="000000"/>
              </a:solidFill>
              <a:latin typeface="Arial"/>
              <a:ea typeface="Arial"/>
              <a:cs typeface="Arial"/>
              <a:sym typeface="Arial"/>
            </a:endParaRPr>
          </a:p>
        </p:txBody>
      </p:sp>
      <p:sp>
        <p:nvSpPr>
          <p:cNvPr id="322" name="Google Shape;322;p28"/>
          <p:cNvSpPr/>
          <p:nvPr/>
        </p:nvSpPr>
        <p:spPr>
          <a:xfrm>
            <a:off x="4406340" y="369073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323" name="Google Shape;323;p28"/>
          <p:cNvSpPr/>
          <p:nvPr/>
        </p:nvSpPr>
        <p:spPr>
          <a:xfrm>
            <a:off x="4406339" y="4684653"/>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sp>
        <p:nvSpPr>
          <p:cNvPr id="324" name="Google Shape;324;p28"/>
          <p:cNvSpPr/>
          <p:nvPr/>
        </p:nvSpPr>
        <p:spPr>
          <a:xfrm>
            <a:off x="5161716" y="59641"/>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H</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325" name="Google Shape;325;p28"/>
          <p:cNvSpPr/>
          <p:nvPr/>
        </p:nvSpPr>
        <p:spPr>
          <a:xfrm>
            <a:off x="5161715" y="1875190"/>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J</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326" name="Google Shape;326;p28"/>
          <p:cNvSpPr/>
          <p:nvPr/>
        </p:nvSpPr>
        <p:spPr>
          <a:xfrm>
            <a:off x="5625540" y="369073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327" name="Google Shape;327;p28"/>
          <p:cNvSpPr/>
          <p:nvPr/>
        </p:nvSpPr>
        <p:spPr>
          <a:xfrm>
            <a:off x="6380917" y="59641"/>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3 d</a:t>
            </a:r>
            <a:endParaRPr b="0" i="0" sz="1400" u="none" cap="none" strike="noStrike">
              <a:solidFill>
                <a:srgbClr val="000000"/>
              </a:solidFill>
              <a:latin typeface="Arial"/>
              <a:ea typeface="Arial"/>
              <a:cs typeface="Arial"/>
              <a:sym typeface="Arial"/>
            </a:endParaRPr>
          </a:p>
        </p:txBody>
      </p:sp>
      <p:sp>
        <p:nvSpPr>
          <p:cNvPr id="328" name="Google Shape;328;p28"/>
          <p:cNvSpPr/>
          <p:nvPr/>
        </p:nvSpPr>
        <p:spPr>
          <a:xfrm>
            <a:off x="8097074" y="1053556"/>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9 d</a:t>
            </a:r>
            <a:endParaRPr b="0" i="0" sz="1400" u="none" cap="none" strike="noStrike">
              <a:solidFill>
                <a:srgbClr val="000000"/>
              </a:solidFill>
              <a:latin typeface="Arial"/>
              <a:ea typeface="Arial"/>
              <a:cs typeface="Arial"/>
              <a:sym typeface="Arial"/>
            </a:endParaRPr>
          </a:p>
        </p:txBody>
      </p:sp>
      <p:sp>
        <p:nvSpPr>
          <p:cNvPr id="329" name="Google Shape;329;p28"/>
          <p:cNvSpPr/>
          <p:nvPr/>
        </p:nvSpPr>
        <p:spPr>
          <a:xfrm>
            <a:off x="6864621" y="369073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grpSp>
        <p:nvGrpSpPr>
          <p:cNvPr id="330" name="Google Shape;330;p28"/>
          <p:cNvGrpSpPr/>
          <p:nvPr/>
        </p:nvGrpSpPr>
        <p:grpSpPr>
          <a:xfrm>
            <a:off x="1643262" y="1378234"/>
            <a:ext cx="1240725" cy="2637182"/>
            <a:chOff x="1272209" y="1948070"/>
            <a:chExt cx="1240725" cy="2637182"/>
          </a:xfrm>
        </p:grpSpPr>
        <p:cxnSp>
          <p:nvCxnSpPr>
            <p:cNvPr id="331" name="Google Shape;331;p28"/>
            <p:cNvCxnSpPr/>
            <p:nvPr/>
          </p:nvCxnSpPr>
          <p:spPr>
            <a:xfrm>
              <a:off x="1272209" y="3279913"/>
              <a:ext cx="291548" cy="0"/>
            </a:xfrm>
            <a:prstGeom prst="straightConnector1">
              <a:avLst/>
            </a:prstGeom>
            <a:noFill/>
            <a:ln cap="rnd" cmpd="sng" w="9525">
              <a:solidFill>
                <a:schemeClr val="lt1"/>
              </a:solidFill>
              <a:prstDash val="solid"/>
              <a:round/>
              <a:headEnd len="sm" w="sm" type="none"/>
              <a:tailEnd len="sm" w="sm" type="none"/>
            </a:ln>
          </p:spPr>
        </p:cxnSp>
        <p:cxnSp>
          <p:nvCxnSpPr>
            <p:cNvPr id="332" name="Google Shape;332;p28"/>
            <p:cNvCxnSpPr/>
            <p:nvPr/>
          </p:nvCxnSpPr>
          <p:spPr>
            <a:xfrm flipH="1" rot="10800000">
              <a:off x="1563757" y="1948070"/>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333" name="Google Shape;333;p28"/>
            <p:cNvCxnSpPr/>
            <p:nvPr/>
          </p:nvCxnSpPr>
          <p:spPr>
            <a:xfrm>
              <a:off x="169627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334" name="Google Shape;334;p28"/>
            <p:cNvCxnSpPr/>
            <p:nvPr/>
          </p:nvCxnSpPr>
          <p:spPr>
            <a:xfrm>
              <a:off x="1563757" y="3266661"/>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335" name="Google Shape;335;p28"/>
            <p:cNvCxnSpPr/>
            <p:nvPr/>
          </p:nvCxnSpPr>
          <p:spPr>
            <a:xfrm flipH="1" rot="10800000">
              <a:off x="1711175" y="4568687"/>
              <a:ext cx="801759" cy="13251"/>
            </a:xfrm>
            <a:prstGeom prst="straightConnector1">
              <a:avLst/>
            </a:prstGeom>
            <a:noFill/>
            <a:ln cap="rnd" cmpd="sng" w="9525">
              <a:solidFill>
                <a:schemeClr val="lt1"/>
              </a:solidFill>
              <a:prstDash val="solid"/>
              <a:round/>
              <a:headEnd len="sm" w="sm" type="none"/>
              <a:tailEnd len="sm" w="sm" type="none"/>
            </a:ln>
          </p:spPr>
        </p:cxnSp>
      </p:grpSp>
      <p:grpSp>
        <p:nvGrpSpPr>
          <p:cNvPr id="336" name="Google Shape;336;p28"/>
          <p:cNvGrpSpPr/>
          <p:nvPr/>
        </p:nvGrpSpPr>
        <p:grpSpPr>
          <a:xfrm>
            <a:off x="3783490" y="3021503"/>
            <a:ext cx="682487" cy="1987826"/>
            <a:chOff x="3332921" y="3591339"/>
            <a:chExt cx="682487" cy="1987826"/>
          </a:xfrm>
        </p:grpSpPr>
        <p:cxnSp>
          <p:nvCxnSpPr>
            <p:cNvPr id="337" name="Google Shape;337;p28"/>
            <p:cNvCxnSpPr/>
            <p:nvPr/>
          </p:nvCxnSpPr>
          <p:spPr>
            <a:xfrm>
              <a:off x="3332921" y="4585252"/>
              <a:ext cx="291548" cy="0"/>
            </a:xfrm>
            <a:prstGeom prst="straightConnector1">
              <a:avLst/>
            </a:prstGeom>
            <a:noFill/>
            <a:ln cap="rnd" cmpd="sng" w="9525">
              <a:solidFill>
                <a:schemeClr val="lt1"/>
              </a:solidFill>
              <a:prstDash val="solid"/>
              <a:round/>
              <a:headEnd len="sm" w="sm" type="none"/>
              <a:tailEnd len="sm" w="sm" type="none"/>
            </a:ln>
          </p:spPr>
        </p:cxnSp>
        <p:cxnSp>
          <p:nvCxnSpPr>
            <p:cNvPr id="338" name="Google Shape;338;p28"/>
            <p:cNvCxnSpPr/>
            <p:nvPr/>
          </p:nvCxnSpPr>
          <p:spPr>
            <a:xfrm flipH="1" rot="10800000">
              <a:off x="3614527" y="3591339"/>
              <a:ext cx="109333" cy="993914"/>
            </a:xfrm>
            <a:prstGeom prst="straightConnector1">
              <a:avLst/>
            </a:prstGeom>
            <a:noFill/>
            <a:ln cap="rnd" cmpd="sng" w="9525">
              <a:solidFill>
                <a:schemeClr val="lt1"/>
              </a:solidFill>
              <a:prstDash val="solid"/>
              <a:round/>
              <a:headEnd len="sm" w="sm" type="none"/>
              <a:tailEnd len="sm" w="sm" type="none"/>
            </a:ln>
          </p:spPr>
        </p:cxnSp>
        <p:cxnSp>
          <p:nvCxnSpPr>
            <p:cNvPr id="339" name="Google Shape;339;p28"/>
            <p:cNvCxnSpPr/>
            <p:nvPr/>
          </p:nvCxnSpPr>
          <p:spPr>
            <a:xfrm>
              <a:off x="3614527" y="4585252"/>
              <a:ext cx="86143" cy="993913"/>
            </a:xfrm>
            <a:prstGeom prst="straightConnector1">
              <a:avLst/>
            </a:prstGeom>
            <a:noFill/>
            <a:ln cap="rnd" cmpd="sng" w="9525">
              <a:solidFill>
                <a:schemeClr val="lt1"/>
              </a:solidFill>
              <a:prstDash val="solid"/>
              <a:round/>
              <a:headEnd len="sm" w="sm" type="none"/>
              <a:tailEnd len="sm" w="sm" type="none"/>
            </a:ln>
          </p:spPr>
        </p:cxnSp>
        <p:cxnSp>
          <p:nvCxnSpPr>
            <p:cNvPr id="340" name="Google Shape;340;p28"/>
            <p:cNvCxnSpPr/>
            <p:nvPr/>
          </p:nvCxnSpPr>
          <p:spPr>
            <a:xfrm>
              <a:off x="3723860" y="3591339"/>
              <a:ext cx="291548" cy="0"/>
            </a:xfrm>
            <a:prstGeom prst="straightConnector1">
              <a:avLst/>
            </a:prstGeom>
            <a:noFill/>
            <a:ln cap="rnd" cmpd="sng" w="9525">
              <a:solidFill>
                <a:schemeClr val="lt1"/>
              </a:solidFill>
              <a:prstDash val="solid"/>
              <a:round/>
              <a:headEnd len="sm" w="sm" type="none"/>
              <a:tailEnd len="sm" w="sm" type="none"/>
            </a:ln>
          </p:spPr>
        </p:cxnSp>
        <p:cxnSp>
          <p:nvCxnSpPr>
            <p:cNvPr id="341" name="Google Shape;341;p28"/>
            <p:cNvCxnSpPr/>
            <p:nvPr/>
          </p:nvCxnSpPr>
          <p:spPr>
            <a:xfrm>
              <a:off x="3700670" y="5579165"/>
              <a:ext cx="291548" cy="0"/>
            </a:xfrm>
            <a:prstGeom prst="straightConnector1">
              <a:avLst/>
            </a:prstGeom>
            <a:noFill/>
            <a:ln cap="rnd" cmpd="sng" w="9525">
              <a:solidFill>
                <a:schemeClr val="lt1"/>
              </a:solidFill>
              <a:prstDash val="solid"/>
              <a:round/>
              <a:headEnd len="sm" w="sm" type="none"/>
              <a:tailEnd len="sm" w="sm" type="none"/>
            </a:ln>
          </p:spPr>
        </p:cxnSp>
        <p:cxnSp>
          <p:nvCxnSpPr>
            <p:cNvPr id="342" name="Google Shape;342;p28"/>
            <p:cNvCxnSpPr/>
            <p:nvPr/>
          </p:nvCxnSpPr>
          <p:spPr>
            <a:xfrm>
              <a:off x="3614522" y="4585252"/>
              <a:ext cx="341244" cy="1"/>
            </a:xfrm>
            <a:prstGeom prst="straightConnector1">
              <a:avLst/>
            </a:prstGeom>
            <a:noFill/>
            <a:ln cap="rnd" cmpd="sng" w="9525">
              <a:solidFill>
                <a:schemeClr val="lt1"/>
              </a:solidFill>
              <a:prstDash val="solid"/>
              <a:round/>
              <a:headEnd len="sm" w="sm" type="none"/>
              <a:tailEnd len="sm" w="sm" type="none"/>
            </a:ln>
          </p:spPr>
        </p:cxnSp>
      </p:grpSp>
      <p:cxnSp>
        <p:nvCxnSpPr>
          <p:cNvPr id="343" name="Google Shape;343;p28"/>
          <p:cNvCxnSpPr/>
          <p:nvPr/>
        </p:nvCxnSpPr>
        <p:spPr>
          <a:xfrm>
            <a:off x="3306412" y="1378234"/>
            <a:ext cx="291548" cy="0"/>
          </a:xfrm>
          <a:prstGeom prst="straightConnector1">
            <a:avLst/>
          </a:prstGeom>
          <a:noFill/>
          <a:ln cap="rnd" cmpd="sng" w="9525">
            <a:solidFill>
              <a:schemeClr val="lt1"/>
            </a:solidFill>
            <a:prstDash val="solid"/>
            <a:round/>
            <a:headEnd len="sm" w="sm" type="none"/>
            <a:tailEnd len="sm" w="sm" type="none"/>
          </a:ln>
        </p:spPr>
      </p:cxnSp>
      <p:cxnSp>
        <p:nvCxnSpPr>
          <p:cNvPr id="344" name="Google Shape;344;p28"/>
          <p:cNvCxnSpPr/>
          <p:nvPr/>
        </p:nvCxnSpPr>
        <p:spPr>
          <a:xfrm>
            <a:off x="5360496" y="4015416"/>
            <a:ext cx="291548" cy="0"/>
          </a:xfrm>
          <a:prstGeom prst="straightConnector1">
            <a:avLst/>
          </a:prstGeom>
          <a:noFill/>
          <a:ln cap="rnd" cmpd="sng" w="9525">
            <a:solidFill>
              <a:schemeClr val="lt1"/>
            </a:solidFill>
            <a:prstDash val="solid"/>
            <a:round/>
            <a:headEnd len="sm" w="sm" type="none"/>
            <a:tailEnd len="sm" w="sm" type="none"/>
          </a:ln>
        </p:spPr>
      </p:cxnSp>
      <p:grpSp>
        <p:nvGrpSpPr>
          <p:cNvPr id="345" name="Google Shape;345;p28"/>
          <p:cNvGrpSpPr/>
          <p:nvPr/>
        </p:nvGrpSpPr>
        <p:grpSpPr>
          <a:xfrm>
            <a:off x="5333992" y="3034755"/>
            <a:ext cx="1537253" cy="1974574"/>
            <a:chOff x="4883423" y="3604591"/>
            <a:chExt cx="1537253" cy="1974574"/>
          </a:xfrm>
        </p:grpSpPr>
        <p:cxnSp>
          <p:nvCxnSpPr>
            <p:cNvPr id="346" name="Google Shape;346;p28"/>
            <p:cNvCxnSpPr/>
            <p:nvPr/>
          </p:nvCxnSpPr>
          <p:spPr>
            <a:xfrm>
              <a:off x="6129128" y="4585252"/>
              <a:ext cx="291548" cy="0"/>
            </a:xfrm>
            <a:prstGeom prst="straightConnector1">
              <a:avLst/>
            </a:prstGeom>
            <a:noFill/>
            <a:ln cap="rnd" cmpd="sng" w="9525">
              <a:solidFill>
                <a:schemeClr val="lt1"/>
              </a:solidFill>
              <a:prstDash val="solid"/>
              <a:round/>
              <a:headEnd len="sm" w="sm" type="none"/>
              <a:tailEnd len="sm" w="sm" type="none"/>
            </a:ln>
          </p:spPr>
        </p:cxnSp>
        <p:cxnSp>
          <p:nvCxnSpPr>
            <p:cNvPr id="347" name="Google Shape;347;p28"/>
            <p:cNvCxnSpPr/>
            <p:nvPr/>
          </p:nvCxnSpPr>
          <p:spPr>
            <a:xfrm>
              <a:off x="4883423" y="3604591"/>
              <a:ext cx="1046925" cy="0"/>
            </a:xfrm>
            <a:prstGeom prst="straightConnector1">
              <a:avLst/>
            </a:prstGeom>
            <a:noFill/>
            <a:ln cap="rnd" cmpd="sng" w="9525">
              <a:solidFill>
                <a:schemeClr val="lt1"/>
              </a:solidFill>
              <a:prstDash val="solid"/>
              <a:round/>
              <a:headEnd len="sm" w="sm" type="none"/>
              <a:tailEnd len="sm" w="sm" type="none"/>
            </a:ln>
          </p:spPr>
        </p:cxnSp>
        <p:cxnSp>
          <p:nvCxnSpPr>
            <p:cNvPr id="348" name="Google Shape;348;p28"/>
            <p:cNvCxnSpPr/>
            <p:nvPr/>
          </p:nvCxnSpPr>
          <p:spPr>
            <a:xfrm>
              <a:off x="4909927" y="5579165"/>
              <a:ext cx="1020421" cy="0"/>
            </a:xfrm>
            <a:prstGeom prst="straightConnector1">
              <a:avLst/>
            </a:prstGeom>
            <a:noFill/>
            <a:ln cap="rnd" cmpd="sng" w="9525">
              <a:solidFill>
                <a:schemeClr val="lt1"/>
              </a:solidFill>
              <a:prstDash val="solid"/>
              <a:round/>
              <a:headEnd len="sm" w="sm" type="none"/>
              <a:tailEnd len="sm" w="sm" type="none"/>
            </a:ln>
          </p:spPr>
        </p:cxnSp>
        <p:cxnSp>
          <p:nvCxnSpPr>
            <p:cNvPr id="349" name="Google Shape;349;p28"/>
            <p:cNvCxnSpPr/>
            <p:nvPr/>
          </p:nvCxnSpPr>
          <p:spPr>
            <a:xfrm>
              <a:off x="5930348" y="3604591"/>
              <a:ext cx="324678" cy="311426"/>
            </a:xfrm>
            <a:prstGeom prst="straightConnector1">
              <a:avLst/>
            </a:prstGeom>
            <a:noFill/>
            <a:ln cap="rnd" cmpd="sng" w="9525">
              <a:solidFill>
                <a:schemeClr val="lt1"/>
              </a:solidFill>
              <a:prstDash val="solid"/>
              <a:round/>
              <a:headEnd len="sm" w="sm" type="none"/>
              <a:tailEnd len="sm" w="sm" type="none"/>
            </a:ln>
          </p:spPr>
        </p:cxnSp>
        <p:cxnSp>
          <p:nvCxnSpPr>
            <p:cNvPr id="350" name="Google Shape;350;p28"/>
            <p:cNvCxnSpPr/>
            <p:nvPr/>
          </p:nvCxnSpPr>
          <p:spPr>
            <a:xfrm flipH="1" rot="10800000">
              <a:off x="5930348" y="5141843"/>
              <a:ext cx="324678" cy="437322"/>
            </a:xfrm>
            <a:prstGeom prst="straightConnector1">
              <a:avLst/>
            </a:prstGeom>
            <a:noFill/>
            <a:ln cap="rnd" cmpd="sng" w="9525">
              <a:solidFill>
                <a:schemeClr val="lt1"/>
              </a:solidFill>
              <a:prstDash val="solid"/>
              <a:round/>
              <a:headEnd len="sm" w="sm" type="none"/>
              <a:tailEnd len="sm" w="sm" type="none"/>
            </a:ln>
          </p:spPr>
        </p:cxnSp>
        <p:cxnSp>
          <p:nvCxnSpPr>
            <p:cNvPr id="351" name="Google Shape;351;p28"/>
            <p:cNvCxnSpPr/>
            <p:nvPr/>
          </p:nvCxnSpPr>
          <p:spPr>
            <a:xfrm>
              <a:off x="6255026" y="3916017"/>
              <a:ext cx="0" cy="669234"/>
            </a:xfrm>
            <a:prstGeom prst="straightConnector1">
              <a:avLst/>
            </a:prstGeom>
            <a:noFill/>
            <a:ln cap="rnd" cmpd="sng" w="9525">
              <a:solidFill>
                <a:schemeClr val="lt1"/>
              </a:solidFill>
              <a:prstDash val="solid"/>
              <a:round/>
              <a:headEnd len="sm" w="sm" type="none"/>
              <a:tailEnd len="sm" w="sm" type="none"/>
            </a:ln>
          </p:spPr>
        </p:cxnSp>
        <p:cxnSp>
          <p:nvCxnSpPr>
            <p:cNvPr id="352" name="Google Shape;352;p28"/>
            <p:cNvCxnSpPr/>
            <p:nvPr/>
          </p:nvCxnSpPr>
          <p:spPr>
            <a:xfrm rot="10800000">
              <a:off x="6255026" y="4585251"/>
              <a:ext cx="13252" cy="556592"/>
            </a:xfrm>
            <a:prstGeom prst="straightConnector1">
              <a:avLst/>
            </a:prstGeom>
            <a:noFill/>
            <a:ln cap="rnd" cmpd="sng" w="9525">
              <a:solidFill>
                <a:schemeClr val="lt1"/>
              </a:solidFill>
              <a:prstDash val="solid"/>
              <a:round/>
              <a:headEnd len="sm" w="sm" type="none"/>
              <a:tailEnd len="sm" w="sm" type="none"/>
            </a:ln>
          </p:spPr>
        </p:cxnSp>
      </p:grpSp>
      <p:grpSp>
        <p:nvGrpSpPr>
          <p:cNvPr id="353" name="Google Shape;353;p28"/>
          <p:cNvGrpSpPr/>
          <p:nvPr/>
        </p:nvGrpSpPr>
        <p:grpSpPr>
          <a:xfrm>
            <a:off x="4552117" y="354505"/>
            <a:ext cx="715617" cy="1769165"/>
            <a:chOff x="4101548" y="924341"/>
            <a:chExt cx="715617" cy="1769165"/>
          </a:xfrm>
        </p:grpSpPr>
        <p:cxnSp>
          <p:nvCxnSpPr>
            <p:cNvPr id="354" name="Google Shape;354;p28"/>
            <p:cNvCxnSpPr/>
            <p:nvPr/>
          </p:nvCxnSpPr>
          <p:spPr>
            <a:xfrm>
              <a:off x="410154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355" name="Google Shape;355;p28"/>
            <p:cNvCxnSpPr/>
            <p:nvPr/>
          </p:nvCxnSpPr>
          <p:spPr>
            <a:xfrm flipH="1" rot="10800000">
              <a:off x="4416284" y="924341"/>
              <a:ext cx="109333" cy="993914"/>
            </a:xfrm>
            <a:prstGeom prst="straightConnector1">
              <a:avLst/>
            </a:prstGeom>
            <a:noFill/>
            <a:ln cap="rnd" cmpd="sng" w="9525">
              <a:solidFill>
                <a:schemeClr val="lt1"/>
              </a:solidFill>
              <a:prstDash val="solid"/>
              <a:round/>
              <a:headEnd len="sm" w="sm" type="none"/>
              <a:tailEnd len="sm" w="sm" type="none"/>
            </a:ln>
          </p:spPr>
        </p:cxnSp>
        <p:cxnSp>
          <p:nvCxnSpPr>
            <p:cNvPr id="356" name="Google Shape;356;p28"/>
            <p:cNvCxnSpPr/>
            <p:nvPr/>
          </p:nvCxnSpPr>
          <p:spPr>
            <a:xfrm>
              <a:off x="4416284" y="1918254"/>
              <a:ext cx="109333" cy="765311"/>
            </a:xfrm>
            <a:prstGeom prst="straightConnector1">
              <a:avLst/>
            </a:prstGeom>
            <a:noFill/>
            <a:ln cap="rnd" cmpd="sng" w="9525">
              <a:solidFill>
                <a:schemeClr val="lt1"/>
              </a:solidFill>
              <a:prstDash val="solid"/>
              <a:round/>
              <a:headEnd len="sm" w="sm" type="none"/>
              <a:tailEnd len="sm" w="sm" type="none"/>
            </a:ln>
          </p:spPr>
        </p:cxnSp>
        <p:cxnSp>
          <p:nvCxnSpPr>
            <p:cNvPr id="357" name="Google Shape;357;p28"/>
            <p:cNvCxnSpPr/>
            <p:nvPr/>
          </p:nvCxnSpPr>
          <p:spPr>
            <a:xfrm>
              <a:off x="4525617" y="924341"/>
              <a:ext cx="291548" cy="0"/>
            </a:xfrm>
            <a:prstGeom prst="straightConnector1">
              <a:avLst/>
            </a:prstGeom>
            <a:noFill/>
            <a:ln cap="rnd" cmpd="sng" w="9525">
              <a:solidFill>
                <a:schemeClr val="lt1"/>
              </a:solidFill>
              <a:prstDash val="solid"/>
              <a:round/>
              <a:headEnd len="sm" w="sm" type="none"/>
              <a:tailEnd len="sm" w="sm" type="none"/>
            </a:ln>
          </p:spPr>
        </p:cxnSp>
        <p:cxnSp>
          <p:nvCxnSpPr>
            <p:cNvPr id="358" name="Google Shape;358;p28"/>
            <p:cNvCxnSpPr/>
            <p:nvPr/>
          </p:nvCxnSpPr>
          <p:spPr>
            <a:xfrm>
              <a:off x="4525617" y="2693506"/>
              <a:ext cx="291548" cy="0"/>
            </a:xfrm>
            <a:prstGeom prst="straightConnector1">
              <a:avLst/>
            </a:prstGeom>
            <a:noFill/>
            <a:ln cap="rnd" cmpd="sng" w="9525">
              <a:solidFill>
                <a:schemeClr val="lt1"/>
              </a:solidFill>
              <a:prstDash val="solid"/>
              <a:round/>
              <a:headEnd len="sm" w="sm" type="none"/>
              <a:tailEnd len="sm" w="sm" type="none"/>
            </a:ln>
          </p:spPr>
        </p:cxnSp>
      </p:grpSp>
      <p:cxnSp>
        <p:nvCxnSpPr>
          <p:cNvPr id="359" name="Google Shape;359;p28"/>
          <p:cNvCxnSpPr/>
          <p:nvPr/>
        </p:nvCxnSpPr>
        <p:spPr>
          <a:xfrm>
            <a:off x="6115872" y="354505"/>
            <a:ext cx="291548" cy="0"/>
          </a:xfrm>
          <a:prstGeom prst="straightConnector1">
            <a:avLst/>
          </a:prstGeom>
          <a:noFill/>
          <a:ln cap="rnd" cmpd="sng" w="9525">
            <a:solidFill>
              <a:schemeClr val="lt1"/>
            </a:solidFill>
            <a:prstDash val="solid"/>
            <a:round/>
            <a:headEnd len="sm" w="sm" type="none"/>
            <a:tailEnd len="sm" w="sm" type="none"/>
          </a:ln>
        </p:spPr>
      </p:cxnSp>
      <p:grpSp>
        <p:nvGrpSpPr>
          <p:cNvPr id="360" name="Google Shape;360;p28"/>
          <p:cNvGrpSpPr/>
          <p:nvPr/>
        </p:nvGrpSpPr>
        <p:grpSpPr>
          <a:xfrm>
            <a:off x="6115872" y="367757"/>
            <a:ext cx="1981202" cy="1755913"/>
            <a:chOff x="5665303" y="937593"/>
            <a:chExt cx="1981202" cy="1755913"/>
          </a:xfrm>
        </p:grpSpPr>
        <p:cxnSp>
          <p:nvCxnSpPr>
            <p:cNvPr id="361" name="Google Shape;361;p28"/>
            <p:cNvCxnSpPr/>
            <p:nvPr/>
          </p:nvCxnSpPr>
          <p:spPr>
            <a:xfrm>
              <a:off x="5665303" y="2693506"/>
              <a:ext cx="1510750" cy="0"/>
            </a:xfrm>
            <a:prstGeom prst="straightConnector1">
              <a:avLst/>
            </a:prstGeom>
            <a:noFill/>
            <a:ln cap="rnd" cmpd="sng" w="9525">
              <a:solidFill>
                <a:schemeClr val="lt1"/>
              </a:solidFill>
              <a:prstDash val="solid"/>
              <a:round/>
              <a:headEnd len="sm" w="sm" type="none"/>
              <a:tailEnd len="sm" w="sm" type="none"/>
            </a:ln>
          </p:spPr>
        </p:cxnSp>
        <p:cxnSp>
          <p:nvCxnSpPr>
            <p:cNvPr id="362" name="Google Shape;362;p28"/>
            <p:cNvCxnSpPr/>
            <p:nvPr/>
          </p:nvCxnSpPr>
          <p:spPr>
            <a:xfrm>
              <a:off x="6884505" y="937593"/>
              <a:ext cx="291548" cy="0"/>
            </a:xfrm>
            <a:prstGeom prst="straightConnector1">
              <a:avLst/>
            </a:prstGeom>
            <a:noFill/>
            <a:ln cap="rnd" cmpd="sng" w="9525">
              <a:solidFill>
                <a:schemeClr val="lt1"/>
              </a:solidFill>
              <a:prstDash val="solid"/>
              <a:round/>
              <a:headEnd len="sm" w="sm" type="none"/>
              <a:tailEnd len="sm" w="sm" type="none"/>
            </a:ln>
          </p:spPr>
        </p:cxnSp>
        <p:cxnSp>
          <p:nvCxnSpPr>
            <p:cNvPr id="363" name="Google Shape;363;p28"/>
            <p:cNvCxnSpPr/>
            <p:nvPr/>
          </p:nvCxnSpPr>
          <p:spPr>
            <a:xfrm>
              <a:off x="7176053" y="937593"/>
              <a:ext cx="192156" cy="980661"/>
            </a:xfrm>
            <a:prstGeom prst="straightConnector1">
              <a:avLst/>
            </a:prstGeom>
            <a:noFill/>
            <a:ln cap="rnd" cmpd="sng" w="9525">
              <a:solidFill>
                <a:schemeClr val="lt1"/>
              </a:solidFill>
              <a:prstDash val="solid"/>
              <a:round/>
              <a:headEnd len="sm" w="sm" type="none"/>
              <a:tailEnd len="sm" w="sm" type="none"/>
            </a:ln>
          </p:spPr>
        </p:cxnSp>
        <p:cxnSp>
          <p:nvCxnSpPr>
            <p:cNvPr id="364" name="Google Shape;364;p28"/>
            <p:cNvCxnSpPr/>
            <p:nvPr/>
          </p:nvCxnSpPr>
          <p:spPr>
            <a:xfrm flipH="1" rot="10800000">
              <a:off x="7126357" y="1918254"/>
              <a:ext cx="241852" cy="775252"/>
            </a:xfrm>
            <a:prstGeom prst="straightConnector1">
              <a:avLst/>
            </a:prstGeom>
            <a:noFill/>
            <a:ln cap="rnd" cmpd="sng" w="9525">
              <a:solidFill>
                <a:schemeClr val="lt1"/>
              </a:solidFill>
              <a:prstDash val="solid"/>
              <a:round/>
              <a:headEnd len="sm" w="sm" type="none"/>
              <a:tailEnd len="sm" w="sm" type="none"/>
            </a:ln>
          </p:spPr>
        </p:cxnSp>
        <p:cxnSp>
          <p:nvCxnSpPr>
            <p:cNvPr id="365" name="Google Shape;365;p28"/>
            <p:cNvCxnSpPr/>
            <p:nvPr/>
          </p:nvCxnSpPr>
          <p:spPr>
            <a:xfrm>
              <a:off x="7354957" y="1918254"/>
              <a:ext cx="291548" cy="0"/>
            </a:xfrm>
            <a:prstGeom prst="straightConnector1">
              <a:avLst/>
            </a:prstGeom>
            <a:noFill/>
            <a:ln cap="rnd" cmpd="sng" w="9525">
              <a:solidFill>
                <a:schemeClr val="lt1"/>
              </a:solidFill>
              <a:prstDash val="solid"/>
              <a:round/>
              <a:headEnd len="sm" w="sm" type="none"/>
              <a:tailEnd len="sm" w="sm" type="none"/>
            </a:ln>
          </p:spPr>
        </p:cxnSp>
      </p:grpSp>
      <p:sp>
        <p:nvSpPr>
          <p:cNvPr id="366" name="Google Shape;366;p28"/>
          <p:cNvSpPr/>
          <p:nvPr/>
        </p:nvSpPr>
        <p:spPr>
          <a:xfrm>
            <a:off x="10419517" y="2372147"/>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grpSp>
        <p:nvGrpSpPr>
          <p:cNvPr id="367" name="Google Shape;367;p28"/>
          <p:cNvGrpSpPr/>
          <p:nvPr/>
        </p:nvGrpSpPr>
        <p:grpSpPr>
          <a:xfrm>
            <a:off x="7818778" y="1378234"/>
            <a:ext cx="2600739" cy="2637182"/>
            <a:chOff x="7368209" y="1948070"/>
            <a:chExt cx="2600739" cy="2637182"/>
          </a:xfrm>
        </p:grpSpPr>
        <p:cxnSp>
          <p:nvCxnSpPr>
            <p:cNvPr id="368" name="Google Shape;368;p28"/>
            <p:cNvCxnSpPr/>
            <p:nvPr/>
          </p:nvCxnSpPr>
          <p:spPr>
            <a:xfrm>
              <a:off x="7368209" y="4585251"/>
              <a:ext cx="1524001" cy="0"/>
            </a:xfrm>
            <a:prstGeom prst="straightConnector1">
              <a:avLst/>
            </a:prstGeom>
            <a:noFill/>
            <a:ln cap="rnd" cmpd="sng" w="9525">
              <a:solidFill>
                <a:schemeClr val="lt1"/>
              </a:solidFill>
              <a:prstDash val="solid"/>
              <a:round/>
              <a:headEnd len="sm" w="sm" type="none"/>
              <a:tailEnd len="sm" w="sm" type="none"/>
            </a:ln>
          </p:spPr>
        </p:cxnSp>
        <p:cxnSp>
          <p:nvCxnSpPr>
            <p:cNvPr id="369" name="Google Shape;369;p28"/>
            <p:cNvCxnSpPr/>
            <p:nvPr/>
          </p:nvCxnSpPr>
          <p:spPr>
            <a:xfrm>
              <a:off x="8600662"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370" name="Google Shape;370;p28"/>
            <p:cNvCxnSpPr/>
            <p:nvPr/>
          </p:nvCxnSpPr>
          <p:spPr>
            <a:xfrm rot="10800000">
              <a:off x="8922027" y="1948072"/>
              <a:ext cx="513521" cy="1318589"/>
            </a:xfrm>
            <a:prstGeom prst="straightConnector1">
              <a:avLst/>
            </a:prstGeom>
            <a:noFill/>
            <a:ln cap="rnd" cmpd="sng" w="9525">
              <a:solidFill>
                <a:schemeClr val="lt1"/>
              </a:solidFill>
              <a:prstDash val="solid"/>
              <a:round/>
              <a:headEnd len="sm" w="sm" type="none"/>
              <a:tailEnd len="sm" w="sm" type="none"/>
            </a:ln>
          </p:spPr>
        </p:cxnSp>
        <p:cxnSp>
          <p:nvCxnSpPr>
            <p:cNvPr id="371" name="Google Shape;371;p28"/>
            <p:cNvCxnSpPr/>
            <p:nvPr/>
          </p:nvCxnSpPr>
          <p:spPr>
            <a:xfrm flipH="1">
              <a:off x="8922027" y="3266661"/>
              <a:ext cx="513521" cy="1318591"/>
            </a:xfrm>
            <a:prstGeom prst="straightConnector1">
              <a:avLst/>
            </a:prstGeom>
            <a:noFill/>
            <a:ln cap="rnd" cmpd="sng" w="9525">
              <a:solidFill>
                <a:schemeClr val="lt1"/>
              </a:solidFill>
              <a:prstDash val="solid"/>
              <a:round/>
              <a:headEnd len="sm" w="sm" type="none"/>
              <a:tailEnd len="sm" w="sm" type="none"/>
            </a:ln>
          </p:spPr>
        </p:cxnSp>
        <p:cxnSp>
          <p:nvCxnSpPr>
            <p:cNvPr id="372" name="Google Shape;372;p28"/>
            <p:cNvCxnSpPr/>
            <p:nvPr/>
          </p:nvCxnSpPr>
          <p:spPr>
            <a:xfrm>
              <a:off x="9435548" y="3279913"/>
              <a:ext cx="533400" cy="0"/>
            </a:xfrm>
            <a:prstGeom prst="straightConnector1">
              <a:avLst/>
            </a:prstGeom>
            <a:noFill/>
            <a:ln cap="rnd" cmpd="sng" w="9525">
              <a:solidFill>
                <a:schemeClr val="lt1"/>
              </a:solidFill>
              <a:prstDash val="solid"/>
              <a:round/>
              <a:headEnd len="sm" w="sm" type="none"/>
              <a:tailEnd len="sm" w="sm" type="none"/>
            </a:ln>
          </p:spPr>
        </p:cxnSp>
      </p:grpSp>
      <p:sp>
        <p:nvSpPr>
          <p:cNvPr id="373" name="Google Shape;373;p28"/>
          <p:cNvSpPr/>
          <p:nvPr/>
        </p:nvSpPr>
        <p:spPr>
          <a:xfrm>
            <a:off x="82821" y="2560991"/>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374" name="Google Shape;374;p28"/>
          <p:cNvSpPr/>
          <p:nvPr/>
        </p:nvSpPr>
        <p:spPr>
          <a:xfrm>
            <a:off x="11754674" y="2574244"/>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375" name="Google Shape;375;p28"/>
          <p:cNvSpPr txBox="1"/>
          <p:nvPr/>
        </p:nvSpPr>
        <p:spPr>
          <a:xfrm>
            <a:off x="25869" y="1803406"/>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1</a:t>
            </a:r>
            <a:endParaRPr b="0" i="0" sz="1400" u="none" cap="none" strike="noStrike">
              <a:solidFill>
                <a:srgbClr val="000000"/>
              </a:solidFill>
              <a:latin typeface="Arial"/>
              <a:ea typeface="Arial"/>
              <a:cs typeface="Arial"/>
              <a:sym typeface="Arial"/>
            </a:endParaRPr>
          </a:p>
        </p:txBody>
      </p:sp>
      <p:sp>
        <p:nvSpPr>
          <p:cNvPr id="376" name="Google Shape;376;p28"/>
          <p:cNvSpPr txBox="1"/>
          <p:nvPr/>
        </p:nvSpPr>
        <p:spPr>
          <a:xfrm>
            <a:off x="11697722" y="1827149"/>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2</a:t>
            </a:r>
            <a:endParaRPr b="0" i="0" sz="1400" u="none" cap="none" strike="noStrike">
              <a:solidFill>
                <a:srgbClr val="000000"/>
              </a:solidFill>
              <a:latin typeface="Arial"/>
              <a:ea typeface="Arial"/>
              <a:cs typeface="Arial"/>
              <a:sym typeface="Arial"/>
            </a:endParaRPr>
          </a:p>
        </p:txBody>
      </p:sp>
      <p:cxnSp>
        <p:nvCxnSpPr>
          <p:cNvPr id="377" name="Google Shape;377;p28"/>
          <p:cNvCxnSpPr>
            <a:stCxn id="373" idx="6"/>
            <a:endCxn id="317" idx="1"/>
          </p:cNvCxnSpPr>
          <p:nvPr/>
        </p:nvCxnSpPr>
        <p:spPr>
          <a:xfrm>
            <a:off x="387621" y="2696825"/>
            <a:ext cx="381000" cy="0"/>
          </a:xfrm>
          <a:prstGeom prst="straightConnector1">
            <a:avLst/>
          </a:prstGeom>
          <a:noFill/>
          <a:ln cap="rnd" cmpd="sng" w="9525">
            <a:solidFill>
              <a:schemeClr val="lt1"/>
            </a:solidFill>
            <a:prstDash val="solid"/>
            <a:round/>
            <a:headEnd len="sm" w="sm" type="none"/>
            <a:tailEnd len="sm" w="sm" type="none"/>
          </a:ln>
        </p:spPr>
      </p:cxnSp>
      <p:cxnSp>
        <p:nvCxnSpPr>
          <p:cNvPr id="378" name="Google Shape;378;p28"/>
          <p:cNvCxnSpPr/>
          <p:nvPr/>
        </p:nvCxnSpPr>
        <p:spPr>
          <a:xfrm>
            <a:off x="11373674" y="2703451"/>
            <a:ext cx="381000" cy="0"/>
          </a:xfrm>
          <a:prstGeom prst="straightConnector1">
            <a:avLst/>
          </a:prstGeom>
          <a:noFill/>
          <a:ln cap="rnd" cmpd="sng" w="9525">
            <a:solidFill>
              <a:schemeClr val="lt1"/>
            </a:solidFill>
            <a:prstDash val="solid"/>
            <a:round/>
            <a:headEnd len="sm" w="sm" type="none"/>
            <a:tailEnd len="sm" w="sm" type="none"/>
          </a:ln>
        </p:spPr>
      </p:cxnSp>
      <p:sp>
        <p:nvSpPr>
          <p:cNvPr id="379" name="Google Shape;379;p28"/>
          <p:cNvSpPr txBox="1"/>
          <p:nvPr/>
        </p:nvSpPr>
        <p:spPr>
          <a:xfrm>
            <a:off x="186379" y="5516228"/>
            <a:ext cx="1199899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A + B + D + H + I + L + N = 5 + 10 +2 + 4 + 3 + 9 + 4 = 37 DIAS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9"/>
          <p:cNvSpPr/>
          <p:nvPr/>
        </p:nvSpPr>
        <p:spPr>
          <a:xfrm>
            <a:off x="768621" y="2372147"/>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5 d</a:t>
            </a:r>
            <a:endParaRPr b="0" i="0" sz="1400" u="none" cap="none" strike="noStrike">
              <a:solidFill>
                <a:srgbClr val="000000"/>
              </a:solidFill>
              <a:latin typeface="Arial"/>
              <a:ea typeface="Arial"/>
              <a:cs typeface="Arial"/>
              <a:sym typeface="Arial"/>
            </a:endParaRPr>
          </a:p>
        </p:txBody>
      </p:sp>
      <p:sp>
        <p:nvSpPr>
          <p:cNvPr id="385" name="Google Shape;385;p29"/>
          <p:cNvSpPr/>
          <p:nvPr/>
        </p:nvSpPr>
        <p:spPr>
          <a:xfrm>
            <a:off x="2392012" y="1053556"/>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10 d</a:t>
            </a:r>
            <a:endParaRPr b="0" i="0" sz="1400" u="none" cap="none" strike="noStrike">
              <a:solidFill>
                <a:srgbClr val="000000"/>
              </a:solidFill>
              <a:latin typeface="Arial"/>
              <a:ea typeface="Arial"/>
              <a:cs typeface="Arial"/>
              <a:sym typeface="Arial"/>
            </a:endParaRPr>
          </a:p>
        </p:txBody>
      </p:sp>
      <p:sp>
        <p:nvSpPr>
          <p:cNvPr id="386" name="Google Shape;386;p29"/>
          <p:cNvSpPr/>
          <p:nvPr/>
        </p:nvSpPr>
        <p:spPr>
          <a:xfrm>
            <a:off x="3597960" y="1053556"/>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2 d</a:t>
            </a:r>
            <a:endParaRPr b="0" i="0" sz="1400" u="none" cap="none" strike="noStrike">
              <a:solidFill>
                <a:srgbClr val="000000"/>
              </a:solidFill>
              <a:latin typeface="Arial"/>
              <a:ea typeface="Arial"/>
              <a:cs typeface="Arial"/>
              <a:sym typeface="Arial"/>
            </a:endParaRPr>
          </a:p>
        </p:txBody>
      </p:sp>
      <p:sp>
        <p:nvSpPr>
          <p:cNvPr id="387" name="Google Shape;387;p29"/>
          <p:cNvSpPr/>
          <p:nvPr/>
        </p:nvSpPr>
        <p:spPr>
          <a:xfrm>
            <a:off x="2869090" y="369073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15 d</a:t>
            </a:r>
            <a:endParaRPr b="0" i="0" sz="1400" u="none" cap="none" strike="noStrike">
              <a:solidFill>
                <a:srgbClr val="000000"/>
              </a:solidFill>
              <a:latin typeface="Arial"/>
              <a:ea typeface="Arial"/>
              <a:cs typeface="Arial"/>
              <a:sym typeface="Arial"/>
            </a:endParaRPr>
          </a:p>
        </p:txBody>
      </p:sp>
      <p:sp>
        <p:nvSpPr>
          <p:cNvPr id="388" name="Google Shape;388;p29"/>
          <p:cNvSpPr/>
          <p:nvPr/>
        </p:nvSpPr>
        <p:spPr>
          <a:xfrm>
            <a:off x="4406340" y="2696825"/>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12 d</a:t>
            </a:r>
            <a:endParaRPr b="0" i="0" sz="1400" u="none" cap="none" strike="noStrike">
              <a:solidFill>
                <a:srgbClr val="000000"/>
              </a:solidFill>
              <a:latin typeface="Arial"/>
              <a:ea typeface="Arial"/>
              <a:cs typeface="Arial"/>
              <a:sym typeface="Arial"/>
            </a:endParaRPr>
          </a:p>
        </p:txBody>
      </p:sp>
      <p:sp>
        <p:nvSpPr>
          <p:cNvPr id="389" name="Google Shape;389;p29"/>
          <p:cNvSpPr/>
          <p:nvPr/>
        </p:nvSpPr>
        <p:spPr>
          <a:xfrm>
            <a:off x="4406340" y="369073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390" name="Google Shape;390;p29"/>
          <p:cNvSpPr/>
          <p:nvPr/>
        </p:nvSpPr>
        <p:spPr>
          <a:xfrm>
            <a:off x="4406339" y="4684653"/>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sp>
        <p:nvSpPr>
          <p:cNvPr id="391" name="Google Shape;391;p29"/>
          <p:cNvSpPr/>
          <p:nvPr/>
        </p:nvSpPr>
        <p:spPr>
          <a:xfrm>
            <a:off x="5161716" y="59641"/>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H</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392" name="Google Shape;392;p29"/>
          <p:cNvSpPr/>
          <p:nvPr/>
        </p:nvSpPr>
        <p:spPr>
          <a:xfrm>
            <a:off x="5161715" y="1875190"/>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J</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393" name="Google Shape;393;p29"/>
          <p:cNvSpPr/>
          <p:nvPr/>
        </p:nvSpPr>
        <p:spPr>
          <a:xfrm>
            <a:off x="5625540" y="369073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394" name="Google Shape;394;p29"/>
          <p:cNvSpPr/>
          <p:nvPr/>
        </p:nvSpPr>
        <p:spPr>
          <a:xfrm>
            <a:off x="6380917" y="59641"/>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3 d</a:t>
            </a:r>
            <a:endParaRPr b="0" i="0" sz="1400" u="none" cap="none" strike="noStrike">
              <a:solidFill>
                <a:srgbClr val="000000"/>
              </a:solidFill>
              <a:latin typeface="Arial"/>
              <a:ea typeface="Arial"/>
              <a:cs typeface="Arial"/>
              <a:sym typeface="Arial"/>
            </a:endParaRPr>
          </a:p>
        </p:txBody>
      </p:sp>
      <p:sp>
        <p:nvSpPr>
          <p:cNvPr id="395" name="Google Shape;395;p29"/>
          <p:cNvSpPr/>
          <p:nvPr/>
        </p:nvSpPr>
        <p:spPr>
          <a:xfrm>
            <a:off x="8097074" y="1053556"/>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9 d</a:t>
            </a:r>
            <a:endParaRPr b="0" i="0" sz="1400" u="none" cap="none" strike="noStrike">
              <a:solidFill>
                <a:srgbClr val="000000"/>
              </a:solidFill>
              <a:latin typeface="Arial"/>
              <a:ea typeface="Arial"/>
              <a:cs typeface="Arial"/>
              <a:sym typeface="Arial"/>
            </a:endParaRPr>
          </a:p>
        </p:txBody>
      </p:sp>
      <p:sp>
        <p:nvSpPr>
          <p:cNvPr id="396" name="Google Shape;396;p29"/>
          <p:cNvSpPr/>
          <p:nvPr/>
        </p:nvSpPr>
        <p:spPr>
          <a:xfrm>
            <a:off x="6864621" y="369073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grpSp>
        <p:nvGrpSpPr>
          <p:cNvPr id="397" name="Google Shape;397;p29"/>
          <p:cNvGrpSpPr/>
          <p:nvPr/>
        </p:nvGrpSpPr>
        <p:grpSpPr>
          <a:xfrm>
            <a:off x="1643262" y="1378234"/>
            <a:ext cx="1240725" cy="2637182"/>
            <a:chOff x="1272209" y="1948070"/>
            <a:chExt cx="1240725" cy="2637182"/>
          </a:xfrm>
        </p:grpSpPr>
        <p:cxnSp>
          <p:nvCxnSpPr>
            <p:cNvPr id="398" name="Google Shape;398;p29"/>
            <p:cNvCxnSpPr/>
            <p:nvPr/>
          </p:nvCxnSpPr>
          <p:spPr>
            <a:xfrm>
              <a:off x="1272209" y="3279913"/>
              <a:ext cx="291548" cy="0"/>
            </a:xfrm>
            <a:prstGeom prst="straightConnector1">
              <a:avLst/>
            </a:prstGeom>
            <a:noFill/>
            <a:ln cap="rnd" cmpd="sng" w="9525">
              <a:solidFill>
                <a:schemeClr val="lt1"/>
              </a:solidFill>
              <a:prstDash val="solid"/>
              <a:round/>
              <a:headEnd len="sm" w="sm" type="none"/>
              <a:tailEnd len="sm" w="sm" type="none"/>
            </a:ln>
          </p:spPr>
        </p:cxnSp>
        <p:cxnSp>
          <p:nvCxnSpPr>
            <p:cNvPr id="399" name="Google Shape;399;p29"/>
            <p:cNvCxnSpPr/>
            <p:nvPr/>
          </p:nvCxnSpPr>
          <p:spPr>
            <a:xfrm flipH="1" rot="10800000">
              <a:off x="1563757" y="1948070"/>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400" name="Google Shape;400;p29"/>
            <p:cNvCxnSpPr/>
            <p:nvPr/>
          </p:nvCxnSpPr>
          <p:spPr>
            <a:xfrm>
              <a:off x="169627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401" name="Google Shape;401;p29"/>
            <p:cNvCxnSpPr/>
            <p:nvPr/>
          </p:nvCxnSpPr>
          <p:spPr>
            <a:xfrm>
              <a:off x="1563757" y="3266661"/>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402" name="Google Shape;402;p29"/>
            <p:cNvCxnSpPr/>
            <p:nvPr/>
          </p:nvCxnSpPr>
          <p:spPr>
            <a:xfrm flipH="1" rot="10800000">
              <a:off x="1711175" y="4568687"/>
              <a:ext cx="801759" cy="13251"/>
            </a:xfrm>
            <a:prstGeom prst="straightConnector1">
              <a:avLst/>
            </a:prstGeom>
            <a:noFill/>
            <a:ln cap="rnd" cmpd="sng" w="9525">
              <a:solidFill>
                <a:schemeClr val="lt1"/>
              </a:solidFill>
              <a:prstDash val="solid"/>
              <a:round/>
              <a:headEnd len="sm" w="sm" type="none"/>
              <a:tailEnd len="sm" w="sm" type="none"/>
            </a:ln>
          </p:spPr>
        </p:cxnSp>
      </p:grpSp>
      <p:grpSp>
        <p:nvGrpSpPr>
          <p:cNvPr id="403" name="Google Shape;403;p29"/>
          <p:cNvGrpSpPr/>
          <p:nvPr/>
        </p:nvGrpSpPr>
        <p:grpSpPr>
          <a:xfrm>
            <a:off x="3783490" y="3021503"/>
            <a:ext cx="682487" cy="1987826"/>
            <a:chOff x="3332921" y="3591339"/>
            <a:chExt cx="682487" cy="1987826"/>
          </a:xfrm>
        </p:grpSpPr>
        <p:cxnSp>
          <p:nvCxnSpPr>
            <p:cNvPr id="404" name="Google Shape;404;p29"/>
            <p:cNvCxnSpPr/>
            <p:nvPr/>
          </p:nvCxnSpPr>
          <p:spPr>
            <a:xfrm>
              <a:off x="3332921" y="4585252"/>
              <a:ext cx="291548" cy="0"/>
            </a:xfrm>
            <a:prstGeom prst="straightConnector1">
              <a:avLst/>
            </a:prstGeom>
            <a:noFill/>
            <a:ln cap="rnd" cmpd="sng" w="9525">
              <a:solidFill>
                <a:schemeClr val="lt1"/>
              </a:solidFill>
              <a:prstDash val="solid"/>
              <a:round/>
              <a:headEnd len="sm" w="sm" type="none"/>
              <a:tailEnd len="sm" w="sm" type="none"/>
            </a:ln>
          </p:spPr>
        </p:cxnSp>
        <p:cxnSp>
          <p:nvCxnSpPr>
            <p:cNvPr id="405" name="Google Shape;405;p29"/>
            <p:cNvCxnSpPr/>
            <p:nvPr/>
          </p:nvCxnSpPr>
          <p:spPr>
            <a:xfrm flipH="1" rot="10800000">
              <a:off x="3614527" y="3591339"/>
              <a:ext cx="109333" cy="993914"/>
            </a:xfrm>
            <a:prstGeom prst="straightConnector1">
              <a:avLst/>
            </a:prstGeom>
            <a:noFill/>
            <a:ln cap="rnd" cmpd="sng" w="9525">
              <a:solidFill>
                <a:schemeClr val="lt1"/>
              </a:solidFill>
              <a:prstDash val="solid"/>
              <a:round/>
              <a:headEnd len="sm" w="sm" type="none"/>
              <a:tailEnd len="sm" w="sm" type="none"/>
            </a:ln>
          </p:spPr>
        </p:cxnSp>
        <p:cxnSp>
          <p:nvCxnSpPr>
            <p:cNvPr id="406" name="Google Shape;406;p29"/>
            <p:cNvCxnSpPr/>
            <p:nvPr/>
          </p:nvCxnSpPr>
          <p:spPr>
            <a:xfrm>
              <a:off x="3614527" y="4585252"/>
              <a:ext cx="86143" cy="993913"/>
            </a:xfrm>
            <a:prstGeom prst="straightConnector1">
              <a:avLst/>
            </a:prstGeom>
            <a:noFill/>
            <a:ln cap="rnd" cmpd="sng" w="9525">
              <a:solidFill>
                <a:schemeClr val="lt1"/>
              </a:solidFill>
              <a:prstDash val="solid"/>
              <a:round/>
              <a:headEnd len="sm" w="sm" type="none"/>
              <a:tailEnd len="sm" w="sm" type="none"/>
            </a:ln>
          </p:spPr>
        </p:cxnSp>
        <p:cxnSp>
          <p:nvCxnSpPr>
            <p:cNvPr id="407" name="Google Shape;407;p29"/>
            <p:cNvCxnSpPr/>
            <p:nvPr/>
          </p:nvCxnSpPr>
          <p:spPr>
            <a:xfrm>
              <a:off x="3723860" y="3591339"/>
              <a:ext cx="291548" cy="0"/>
            </a:xfrm>
            <a:prstGeom prst="straightConnector1">
              <a:avLst/>
            </a:prstGeom>
            <a:noFill/>
            <a:ln cap="rnd" cmpd="sng" w="9525">
              <a:solidFill>
                <a:schemeClr val="lt1"/>
              </a:solidFill>
              <a:prstDash val="solid"/>
              <a:round/>
              <a:headEnd len="sm" w="sm" type="none"/>
              <a:tailEnd len="sm" w="sm" type="none"/>
            </a:ln>
          </p:spPr>
        </p:cxnSp>
        <p:cxnSp>
          <p:nvCxnSpPr>
            <p:cNvPr id="408" name="Google Shape;408;p29"/>
            <p:cNvCxnSpPr/>
            <p:nvPr/>
          </p:nvCxnSpPr>
          <p:spPr>
            <a:xfrm>
              <a:off x="3700670" y="5579165"/>
              <a:ext cx="291548" cy="0"/>
            </a:xfrm>
            <a:prstGeom prst="straightConnector1">
              <a:avLst/>
            </a:prstGeom>
            <a:noFill/>
            <a:ln cap="rnd" cmpd="sng" w="9525">
              <a:solidFill>
                <a:schemeClr val="lt1"/>
              </a:solidFill>
              <a:prstDash val="solid"/>
              <a:round/>
              <a:headEnd len="sm" w="sm" type="none"/>
              <a:tailEnd len="sm" w="sm" type="none"/>
            </a:ln>
          </p:spPr>
        </p:cxnSp>
        <p:cxnSp>
          <p:nvCxnSpPr>
            <p:cNvPr id="409" name="Google Shape;409;p29"/>
            <p:cNvCxnSpPr/>
            <p:nvPr/>
          </p:nvCxnSpPr>
          <p:spPr>
            <a:xfrm>
              <a:off x="3614522" y="4585252"/>
              <a:ext cx="341244" cy="1"/>
            </a:xfrm>
            <a:prstGeom prst="straightConnector1">
              <a:avLst/>
            </a:prstGeom>
            <a:noFill/>
            <a:ln cap="rnd" cmpd="sng" w="9525">
              <a:solidFill>
                <a:schemeClr val="lt1"/>
              </a:solidFill>
              <a:prstDash val="solid"/>
              <a:round/>
              <a:headEnd len="sm" w="sm" type="none"/>
              <a:tailEnd len="sm" w="sm" type="none"/>
            </a:ln>
          </p:spPr>
        </p:cxnSp>
      </p:grpSp>
      <p:cxnSp>
        <p:nvCxnSpPr>
          <p:cNvPr id="410" name="Google Shape;410;p29"/>
          <p:cNvCxnSpPr/>
          <p:nvPr/>
        </p:nvCxnSpPr>
        <p:spPr>
          <a:xfrm>
            <a:off x="3306412" y="1378234"/>
            <a:ext cx="291548" cy="0"/>
          </a:xfrm>
          <a:prstGeom prst="straightConnector1">
            <a:avLst/>
          </a:prstGeom>
          <a:noFill/>
          <a:ln cap="rnd" cmpd="sng" w="9525">
            <a:solidFill>
              <a:schemeClr val="lt1"/>
            </a:solidFill>
            <a:prstDash val="solid"/>
            <a:round/>
            <a:headEnd len="sm" w="sm" type="none"/>
            <a:tailEnd len="sm" w="sm" type="none"/>
          </a:ln>
        </p:spPr>
      </p:cxnSp>
      <p:cxnSp>
        <p:nvCxnSpPr>
          <p:cNvPr id="411" name="Google Shape;411;p29"/>
          <p:cNvCxnSpPr/>
          <p:nvPr/>
        </p:nvCxnSpPr>
        <p:spPr>
          <a:xfrm>
            <a:off x="5360496" y="4015416"/>
            <a:ext cx="291548" cy="0"/>
          </a:xfrm>
          <a:prstGeom prst="straightConnector1">
            <a:avLst/>
          </a:prstGeom>
          <a:noFill/>
          <a:ln cap="rnd" cmpd="sng" w="9525">
            <a:solidFill>
              <a:schemeClr val="lt1"/>
            </a:solidFill>
            <a:prstDash val="solid"/>
            <a:round/>
            <a:headEnd len="sm" w="sm" type="none"/>
            <a:tailEnd len="sm" w="sm" type="none"/>
          </a:ln>
        </p:spPr>
      </p:cxnSp>
      <p:grpSp>
        <p:nvGrpSpPr>
          <p:cNvPr id="412" name="Google Shape;412;p29"/>
          <p:cNvGrpSpPr/>
          <p:nvPr/>
        </p:nvGrpSpPr>
        <p:grpSpPr>
          <a:xfrm>
            <a:off x="5333992" y="3034755"/>
            <a:ext cx="1537253" cy="1974574"/>
            <a:chOff x="4883423" y="3604591"/>
            <a:chExt cx="1537253" cy="1974574"/>
          </a:xfrm>
        </p:grpSpPr>
        <p:cxnSp>
          <p:nvCxnSpPr>
            <p:cNvPr id="413" name="Google Shape;413;p29"/>
            <p:cNvCxnSpPr/>
            <p:nvPr/>
          </p:nvCxnSpPr>
          <p:spPr>
            <a:xfrm>
              <a:off x="6129128" y="4585252"/>
              <a:ext cx="291548" cy="0"/>
            </a:xfrm>
            <a:prstGeom prst="straightConnector1">
              <a:avLst/>
            </a:prstGeom>
            <a:noFill/>
            <a:ln cap="rnd" cmpd="sng" w="9525">
              <a:solidFill>
                <a:schemeClr val="lt1"/>
              </a:solidFill>
              <a:prstDash val="solid"/>
              <a:round/>
              <a:headEnd len="sm" w="sm" type="none"/>
              <a:tailEnd len="sm" w="sm" type="none"/>
            </a:ln>
          </p:spPr>
        </p:cxnSp>
        <p:cxnSp>
          <p:nvCxnSpPr>
            <p:cNvPr id="414" name="Google Shape;414;p29"/>
            <p:cNvCxnSpPr/>
            <p:nvPr/>
          </p:nvCxnSpPr>
          <p:spPr>
            <a:xfrm>
              <a:off x="4883423" y="3604591"/>
              <a:ext cx="1046925" cy="0"/>
            </a:xfrm>
            <a:prstGeom prst="straightConnector1">
              <a:avLst/>
            </a:prstGeom>
            <a:noFill/>
            <a:ln cap="rnd" cmpd="sng" w="9525">
              <a:solidFill>
                <a:schemeClr val="lt1"/>
              </a:solidFill>
              <a:prstDash val="solid"/>
              <a:round/>
              <a:headEnd len="sm" w="sm" type="none"/>
              <a:tailEnd len="sm" w="sm" type="none"/>
            </a:ln>
          </p:spPr>
        </p:cxnSp>
        <p:cxnSp>
          <p:nvCxnSpPr>
            <p:cNvPr id="415" name="Google Shape;415;p29"/>
            <p:cNvCxnSpPr/>
            <p:nvPr/>
          </p:nvCxnSpPr>
          <p:spPr>
            <a:xfrm>
              <a:off x="4909927" y="5579165"/>
              <a:ext cx="1020421" cy="0"/>
            </a:xfrm>
            <a:prstGeom prst="straightConnector1">
              <a:avLst/>
            </a:prstGeom>
            <a:noFill/>
            <a:ln cap="rnd" cmpd="sng" w="9525">
              <a:solidFill>
                <a:schemeClr val="lt1"/>
              </a:solidFill>
              <a:prstDash val="solid"/>
              <a:round/>
              <a:headEnd len="sm" w="sm" type="none"/>
              <a:tailEnd len="sm" w="sm" type="none"/>
            </a:ln>
          </p:spPr>
        </p:cxnSp>
        <p:cxnSp>
          <p:nvCxnSpPr>
            <p:cNvPr id="416" name="Google Shape;416;p29"/>
            <p:cNvCxnSpPr/>
            <p:nvPr/>
          </p:nvCxnSpPr>
          <p:spPr>
            <a:xfrm>
              <a:off x="5930348" y="3604591"/>
              <a:ext cx="324678" cy="311426"/>
            </a:xfrm>
            <a:prstGeom prst="straightConnector1">
              <a:avLst/>
            </a:prstGeom>
            <a:noFill/>
            <a:ln cap="rnd" cmpd="sng" w="9525">
              <a:solidFill>
                <a:schemeClr val="lt1"/>
              </a:solidFill>
              <a:prstDash val="solid"/>
              <a:round/>
              <a:headEnd len="sm" w="sm" type="none"/>
              <a:tailEnd len="sm" w="sm" type="none"/>
            </a:ln>
          </p:spPr>
        </p:cxnSp>
        <p:cxnSp>
          <p:nvCxnSpPr>
            <p:cNvPr id="417" name="Google Shape;417;p29"/>
            <p:cNvCxnSpPr/>
            <p:nvPr/>
          </p:nvCxnSpPr>
          <p:spPr>
            <a:xfrm flipH="1" rot="10800000">
              <a:off x="5930348" y="5141843"/>
              <a:ext cx="324678" cy="437322"/>
            </a:xfrm>
            <a:prstGeom prst="straightConnector1">
              <a:avLst/>
            </a:prstGeom>
            <a:noFill/>
            <a:ln cap="rnd" cmpd="sng" w="9525">
              <a:solidFill>
                <a:schemeClr val="lt1"/>
              </a:solidFill>
              <a:prstDash val="solid"/>
              <a:round/>
              <a:headEnd len="sm" w="sm" type="none"/>
              <a:tailEnd len="sm" w="sm" type="none"/>
            </a:ln>
          </p:spPr>
        </p:cxnSp>
        <p:cxnSp>
          <p:nvCxnSpPr>
            <p:cNvPr id="418" name="Google Shape;418;p29"/>
            <p:cNvCxnSpPr/>
            <p:nvPr/>
          </p:nvCxnSpPr>
          <p:spPr>
            <a:xfrm>
              <a:off x="6255026" y="3916017"/>
              <a:ext cx="0" cy="669234"/>
            </a:xfrm>
            <a:prstGeom prst="straightConnector1">
              <a:avLst/>
            </a:prstGeom>
            <a:noFill/>
            <a:ln cap="rnd" cmpd="sng" w="9525">
              <a:solidFill>
                <a:schemeClr val="lt1"/>
              </a:solidFill>
              <a:prstDash val="solid"/>
              <a:round/>
              <a:headEnd len="sm" w="sm" type="none"/>
              <a:tailEnd len="sm" w="sm" type="none"/>
            </a:ln>
          </p:spPr>
        </p:cxnSp>
        <p:cxnSp>
          <p:nvCxnSpPr>
            <p:cNvPr id="419" name="Google Shape;419;p29"/>
            <p:cNvCxnSpPr/>
            <p:nvPr/>
          </p:nvCxnSpPr>
          <p:spPr>
            <a:xfrm rot="10800000">
              <a:off x="6255026" y="4585251"/>
              <a:ext cx="13252" cy="556592"/>
            </a:xfrm>
            <a:prstGeom prst="straightConnector1">
              <a:avLst/>
            </a:prstGeom>
            <a:noFill/>
            <a:ln cap="rnd" cmpd="sng" w="9525">
              <a:solidFill>
                <a:schemeClr val="lt1"/>
              </a:solidFill>
              <a:prstDash val="solid"/>
              <a:round/>
              <a:headEnd len="sm" w="sm" type="none"/>
              <a:tailEnd len="sm" w="sm" type="none"/>
            </a:ln>
          </p:spPr>
        </p:cxnSp>
      </p:grpSp>
      <p:grpSp>
        <p:nvGrpSpPr>
          <p:cNvPr id="420" name="Google Shape;420;p29"/>
          <p:cNvGrpSpPr/>
          <p:nvPr/>
        </p:nvGrpSpPr>
        <p:grpSpPr>
          <a:xfrm>
            <a:off x="4552117" y="354505"/>
            <a:ext cx="715617" cy="1769165"/>
            <a:chOff x="4101548" y="924341"/>
            <a:chExt cx="715617" cy="1769165"/>
          </a:xfrm>
        </p:grpSpPr>
        <p:cxnSp>
          <p:nvCxnSpPr>
            <p:cNvPr id="421" name="Google Shape;421;p29"/>
            <p:cNvCxnSpPr/>
            <p:nvPr/>
          </p:nvCxnSpPr>
          <p:spPr>
            <a:xfrm>
              <a:off x="410154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422" name="Google Shape;422;p29"/>
            <p:cNvCxnSpPr/>
            <p:nvPr/>
          </p:nvCxnSpPr>
          <p:spPr>
            <a:xfrm flipH="1" rot="10800000">
              <a:off x="4416284" y="924341"/>
              <a:ext cx="109333" cy="993914"/>
            </a:xfrm>
            <a:prstGeom prst="straightConnector1">
              <a:avLst/>
            </a:prstGeom>
            <a:noFill/>
            <a:ln cap="rnd" cmpd="sng" w="9525">
              <a:solidFill>
                <a:schemeClr val="lt1"/>
              </a:solidFill>
              <a:prstDash val="solid"/>
              <a:round/>
              <a:headEnd len="sm" w="sm" type="none"/>
              <a:tailEnd len="sm" w="sm" type="none"/>
            </a:ln>
          </p:spPr>
        </p:cxnSp>
        <p:cxnSp>
          <p:nvCxnSpPr>
            <p:cNvPr id="423" name="Google Shape;423;p29"/>
            <p:cNvCxnSpPr/>
            <p:nvPr/>
          </p:nvCxnSpPr>
          <p:spPr>
            <a:xfrm>
              <a:off x="4416284" y="1918254"/>
              <a:ext cx="109333" cy="765311"/>
            </a:xfrm>
            <a:prstGeom prst="straightConnector1">
              <a:avLst/>
            </a:prstGeom>
            <a:noFill/>
            <a:ln cap="rnd" cmpd="sng" w="9525">
              <a:solidFill>
                <a:schemeClr val="lt1"/>
              </a:solidFill>
              <a:prstDash val="solid"/>
              <a:round/>
              <a:headEnd len="sm" w="sm" type="none"/>
              <a:tailEnd len="sm" w="sm" type="none"/>
            </a:ln>
          </p:spPr>
        </p:cxnSp>
        <p:cxnSp>
          <p:nvCxnSpPr>
            <p:cNvPr id="424" name="Google Shape;424;p29"/>
            <p:cNvCxnSpPr/>
            <p:nvPr/>
          </p:nvCxnSpPr>
          <p:spPr>
            <a:xfrm>
              <a:off x="4525617" y="924341"/>
              <a:ext cx="291548" cy="0"/>
            </a:xfrm>
            <a:prstGeom prst="straightConnector1">
              <a:avLst/>
            </a:prstGeom>
            <a:noFill/>
            <a:ln cap="rnd" cmpd="sng" w="9525">
              <a:solidFill>
                <a:schemeClr val="lt1"/>
              </a:solidFill>
              <a:prstDash val="solid"/>
              <a:round/>
              <a:headEnd len="sm" w="sm" type="none"/>
              <a:tailEnd len="sm" w="sm" type="none"/>
            </a:ln>
          </p:spPr>
        </p:cxnSp>
        <p:cxnSp>
          <p:nvCxnSpPr>
            <p:cNvPr id="425" name="Google Shape;425;p29"/>
            <p:cNvCxnSpPr/>
            <p:nvPr/>
          </p:nvCxnSpPr>
          <p:spPr>
            <a:xfrm>
              <a:off x="4525617" y="2693506"/>
              <a:ext cx="291548" cy="0"/>
            </a:xfrm>
            <a:prstGeom prst="straightConnector1">
              <a:avLst/>
            </a:prstGeom>
            <a:noFill/>
            <a:ln cap="rnd" cmpd="sng" w="9525">
              <a:solidFill>
                <a:schemeClr val="lt1"/>
              </a:solidFill>
              <a:prstDash val="solid"/>
              <a:round/>
              <a:headEnd len="sm" w="sm" type="none"/>
              <a:tailEnd len="sm" w="sm" type="none"/>
            </a:ln>
          </p:spPr>
        </p:cxnSp>
      </p:grpSp>
      <p:cxnSp>
        <p:nvCxnSpPr>
          <p:cNvPr id="426" name="Google Shape;426;p29"/>
          <p:cNvCxnSpPr/>
          <p:nvPr/>
        </p:nvCxnSpPr>
        <p:spPr>
          <a:xfrm>
            <a:off x="6115872" y="354505"/>
            <a:ext cx="291548" cy="0"/>
          </a:xfrm>
          <a:prstGeom prst="straightConnector1">
            <a:avLst/>
          </a:prstGeom>
          <a:noFill/>
          <a:ln cap="rnd" cmpd="sng" w="9525">
            <a:solidFill>
              <a:schemeClr val="lt1"/>
            </a:solidFill>
            <a:prstDash val="solid"/>
            <a:round/>
            <a:headEnd len="sm" w="sm" type="none"/>
            <a:tailEnd len="sm" w="sm" type="none"/>
          </a:ln>
        </p:spPr>
      </p:cxnSp>
      <p:grpSp>
        <p:nvGrpSpPr>
          <p:cNvPr id="427" name="Google Shape;427;p29"/>
          <p:cNvGrpSpPr/>
          <p:nvPr/>
        </p:nvGrpSpPr>
        <p:grpSpPr>
          <a:xfrm>
            <a:off x="6115872" y="367757"/>
            <a:ext cx="1981202" cy="1755913"/>
            <a:chOff x="5665303" y="937593"/>
            <a:chExt cx="1981202" cy="1755913"/>
          </a:xfrm>
        </p:grpSpPr>
        <p:cxnSp>
          <p:nvCxnSpPr>
            <p:cNvPr id="428" name="Google Shape;428;p29"/>
            <p:cNvCxnSpPr/>
            <p:nvPr/>
          </p:nvCxnSpPr>
          <p:spPr>
            <a:xfrm>
              <a:off x="5665303" y="2693506"/>
              <a:ext cx="1510750" cy="0"/>
            </a:xfrm>
            <a:prstGeom prst="straightConnector1">
              <a:avLst/>
            </a:prstGeom>
            <a:noFill/>
            <a:ln cap="rnd" cmpd="sng" w="9525">
              <a:solidFill>
                <a:schemeClr val="lt1"/>
              </a:solidFill>
              <a:prstDash val="solid"/>
              <a:round/>
              <a:headEnd len="sm" w="sm" type="none"/>
              <a:tailEnd len="sm" w="sm" type="none"/>
            </a:ln>
          </p:spPr>
        </p:cxnSp>
        <p:cxnSp>
          <p:nvCxnSpPr>
            <p:cNvPr id="429" name="Google Shape;429;p29"/>
            <p:cNvCxnSpPr/>
            <p:nvPr/>
          </p:nvCxnSpPr>
          <p:spPr>
            <a:xfrm>
              <a:off x="6884505" y="937593"/>
              <a:ext cx="291548" cy="0"/>
            </a:xfrm>
            <a:prstGeom prst="straightConnector1">
              <a:avLst/>
            </a:prstGeom>
            <a:noFill/>
            <a:ln cap="rnd" cmpd="sng" w="9525">
              <a:solidFill>
                <a:schemeClr val="lt1"/>
              </a:solidFill>
              <a:prstDash val="solid"/>
              <a:round/>
              <a:headEnd len="sm" w="sm" type="none"/>
              <a:tailEnd len="sm" w="sm" type="none"/>
            </a:ln>
          </p:spPr>
        </p:cxnSp>
        <p:cxnSp>
          <p:nvCxnSpPr>
            <p:cNvPr id="430" name="Google Shape;430;p29"/>
            <p:cNvCxnSpPr/>
            <p:nvPr/>
          </p:nvCxnSpPr>
          <p:spPr>
            <a:xfrm>
              <a:off x="7176053" y="937593"/>
              <a:ext cx="192156" cy="980661"/>
            </a:xfrm>
            <a:prstGeom prst="straightConnector1">
              <a:avLst/>
            </a:prstGeom>
            <a:noFill/>
            <a:ln cap="rnd" cmpd="sng" w="9525">
              <a:solidFill>
                <a:schemeClr val="lt1"/>
              </a:solidFill>
              <a:prstDash val="solid"/>
              <a:round/>
              <a:headEnd len="sm" w="sm" type="none"/>
              <a:tailEnd len="sm" w="sm" type="none"/>
            </a:ln>
          </p:spPr>
        </p:cxnSp>
        <p:cxnSp>
          <p:nvCxnSpPr>
            <p:cNvPr id="431" name="Google Shape;431;p29"/>
            <p:cNvCxnSpPr/>
            <p:nvPr/>
          </p:nvCxnSpPr>
          <p:spPr>
            <a:xfrm flipH="1" rot="10800000">
              <a:off x="7126357" y="1918254"/>
              <a:ext cx="241852" cy="775252"/>
            </a:xfrm>
            <a:prstGeom prst="straightConnector1">
              <a:avLst/>
            </a:prstGeom>
            <a:noFill/>
            <a:ln cap="rnd" cmpd="sng" w="9525">
              <a:solidFill>
                <a:schemeClr val="lt1"/>
              </a:solidFill>
              <a:prstDash val="solid"/>
              <a:round/>
              <a:headEnd len="sm" w="sm" type="none"/>
              <a:tailEnd len="sm" w="sm" type="none"/>
            </a:ln>
          </p:spPr>
        </p:cxnSp>
        <p:cxnSp>
          <p:nvCxnSpPr>
            <p:cNvPr id="432" name="Google Shape;432;p29"/>
            <p:cNvCxnSpPr/>
            <p:nvPr/>
          </p:nvCxnSpPr>
          <p:spPr>
            <a:xfrm>
              <a:off x="7354957" y="1918254"/>
              <a:ext cx="291548" cy="0"/>
            </a:xfrm>
            <a:prstGeom prst="straightConnector1">
              <a:avLst/>
            </a:prstGeom>
            <a:noFill/>
            <a:ln cap="rnd" cmpd="sng" w="9525">
              <a:solidFill>
                <a:schemeClr val="lt1"/>
              </a:solidFill>
              <a:prstDash val="solid"/>
              <a:round/>
              <a:headEnd len="sm" w="sm" type="none"/>
              <a:tailEnd len="sm" w="sm" type="none"/>
            </a:ln>
          </p:spPr>
        </p:cxnSp>
      </p:grpSp>
      <p:sp>
        <p:nvSpPr>
          <p:cNvPr id="433" name="Google Shape;433;p29"/>
          <p:cNvSpPr/>
          <p:nvPr/>
        </p:nvSpPr>
        <p:spPr>
          <a:xfrm>
            <a:off x="10419517" y="2372147"/>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grpSp>
        <p:nvGrpSpPr>
          <p:cNvPr id="434" name="Google Shape;434;p29"/>
          <p:cNvGrpSpPr/>
          <p:nvPr/>
        </p:nvGrpSpPr>
        <p:grpSpPr>
          <a:xfrm>
            <a:off x="7818778" y="1378234"/>
            <a:ext cx="2600739" cy="2637182"/>
            <a:chOff x="7368209" y="1948070"/>
            <a:chExt cx="2600739" cy="2637182"/>
          </a:xfrm>
        </p:grpSpPr>
        <p:cxnSp>
          <p:nvCxnSpPr>
            <p:cNvPr id="435" name="Google Shape;435;p29"/>
            <p:cNvCxnSpPr/>
            <p:nvPr/>
          </p:nvCxnSpPr>
          <p:spPr>
            <a:xfrm>
              <a:off x="7368209" y="4585251"/>
              <a:ext cx="1524001" cy="0"/>
            </a:xfrm>
            <a:prstGeom prst="straightConnector1">
              <a:avLst/>
            </a:prstGeom>
            <a:noFill/>
            <a:ln cap="rnd" cmpd="sng" w="9525">
              <a:solidFill>
                <a:schemeClr val="lt1"/>
              </a:solidFill>
              <a:prstDash val="solid"/>
              <a:round/>
              <a:headEnd len="sm" w="sm" type="none"/>
              <a:tailEnd len="sm" w="sm" type="none"/>
            </a:ln>
          </p:spPr>
        </p:cxnSp>
        <p:cxnSp>
          <p:nvCxnSpPr>
            <p:cNvPr id="436" name="Google Shape;436;p29"/>
            <p:cNvCxnSpPr/>
            <p:nvPr/>
          </p:nvCxnSpPr>
          <p:spPr>
            <a:xfrm>
              <a:off x="8600662"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437" name="Google Shape;437;p29"/>
            <p:cNvCxnSpPr/>
            <p:nvPr/>
          </p:nvCxnSpPr>
          <p:spPr>
            <a:xfrm rot="10800000">
              <a:off x="8922027" y="1948072"/>
              <a:ext cx="513521" cy="1318589"/>
            </a:xfrm>
            <a:prstGeom prst="straightConnector1">
              <a:avLst/>
            </a:prstGeom>
            <a:noFill/>
            <a:ln cap="rnd" cmpd="sng" w="9525">
              <a:solidFill>
                <a:schemeClr val="lt1"/>
              </a:solidFill>
              <a:prstDash val="solid"/>
              <a:round/>
              <a:headEnd len="sm" w="sm" type="none"/>
              <a:tailEnd len="sm" w="sm" type="none"/>
            </a:ln>
          </p:spPr>
        </p:cxnSp>
        <p:cxnSp>
          <p:nvCxnSpPr>
            <p:cNvPr id="438" name="Google Shape;438;p29"/>
            <p:cNvCxnSpPr/>
            <p:nvPr/>
          </p:nvCxnSpPr>
          <p:spPr>
            <a:xfrm flipH="1">
              <a:off x="8922027" y="3266661"/>
              <a:ext cx="513521" cy="1318591"/>
            </a:xfrm>
            <a:prstGeom prst="straightConnector1">
              <a:avLst/>
            </a:prstGeom>
            <a:noFill/>
            <a:ln cap="rnd" cmpd="sng" w="9525">
              <a:solidFill>
                <a:schemeClr val="lt1"/>
              </a:solidFill>
              <a:prstDash val="solid"/>
              <a:round/>
              <a:headEnd len="sm" w="sm" type="none"/>
              <a:tailEnd len="sm" w="sm" type="none"/>
            </a:ln>
          </p:spPr>
        </p:cxnSp>
        <p:cxnSp>
          <p:nvCxnSpPr>
            <p:cNvPr id="439" name="Google Shape;439;p29"/>
            <p:cNvCxnSpPr/>
            <p:nvPr/>
          </p:nvCxnSpPr>
          <p:spPr>
            <a:xfrm>
              <a:off x="9435548" y="3279913"/>
              <a:ext cx="533400" cy="0"/>
            </a:xfrm>
            <a:prstGeom prst="straightConnector1">
              <a:avLst/>
            </a:prstGeom>
            <a:noFill/>
            <a:ln cap="rnd" cmpd="sng" w="9525">
              <a:solidFill>
                <a:schemeClr val="lt1"/>
              </a:solidFill>
              <a:prstDash val="solid"/>
              <a:round/>
              <a:headEnd len="sm" w="sm" type="none"/>
              <a:tailEnd len="sm" w="sm" type="none"/>
            </a:ln>
          </p:spPr>
        </p:cxnSp>
      </p:grpSp>
      <p:sp>
        <p:nvSpPr>
          <p:cNvPr id="440" name="Google Shape;440;p29"/>
          <p:cNvSpPr/>
          <p:nvPr/>
        </p:nvSpPr>
        <p:spPr>
          <a:xfrm>
            <a:off x="82821" y="2560991"/>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441" name="Google Shape;441;p29"/>
          <p:cNvSpPr/>
          <p:nvPr/>
        </p:nvSpPr>
        <p:spPr>
          <a:xfrm>
            <a:off x="11754674" y="2574244"/>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442" name="Google Shape;442;p29"/>
          <p:cNvSpPr txBox="1"/>
          <p:nvPr/>
        </p:nvSpPr>
        <p:spPr>
          <a:xfrm>
            <a:off x="25869" y="1803406"/>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1</a:t>
            </a:r>
            <a:endParaRPr b="0" i="0" sz="1400" u="none" cap="none" strike="noStrike">
              <a:solidFill>
                <a:srgbClr val="000000"/>
              </a:solidFill>
              <a:latin typeface="Arial"/>
              <a:ea typeface="Arial"/>
              <a:cs typeface="Arial"/>
              <a:sym typeface="Arial"/>
            </a:endParaRPr>
          </a:p>
        </p:txBody>
      </p:sp>
      <p:sp>
        <p:nvSpPr>
          <p:cNvPr id="443" name="Google Shape;443;p29"/>
          <p:cNvSpPr txBox="1"/>
          <p:nvPr/>
        </p:nvSpPr>
        <p:spPr>
          <a:xfrm>
            <a:off x="11697722" y="1827149"/>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2</a:t>
            </a:r>
            <a:endParaRPr b="0" i="0" sz="1400" u="none" cap="none" strike="noStrike">
              <a:solidFill>
                <a:srgbClr val="000000"/>
              </a:solidFill>
              <a:latin typeface="Arial"/>
              <a:ea typeface="Arial"/>
              <a:cs typeface="Arial"/>
              <a:sym typeface="Arial"/>
            </a:endParaRPr>
          </a:p>
        </p:txBody>
      </p:sp>
      <p:cxnSp>
        <p:nvCxnSpPr>
          <p:cNvPr id="444" name="Google Shape;444;p29"/>
          <p:cNvCxnSpPr>
            <a:stCxn id="440" idx="6"/>
            <a:endCxn id="384" idx="1"/>
          </p:cNvCxnSpPr>
          <p:nvPr/>
        </p:nvCxnSpPr>
        <p:spPr>
          <a:xfrm>
            <a:off x="387621" y="2696825"/>
            <a:ext cx="381000" cy="0"/>
          </a:xfrm>
          <a:prstGeom prst="straightConnector1">
            <a:avLst/>
          </a:prstGeom>
          <a:noFill/>
          <a:ln cap="rnd" cmpd="sng" w="9525">
            <a:solidFill>
              <a:schemeClr val="lt1"/>
            </a:solidFill>
            <a:prstDash val="solid"/>
            <a:round/>
            <a:headEnd len="sm" w="sm" type="none"/>
            <a:tailEnd len="sm" w="sm" type="none"/>
          </a:ln>
        </p:spPr>
      </p:cxnSp>
      <p:cxnSp>
        <p:nvCxnSpPr>
          <p:cNvPr id="445" name="Google Shape;445;p29"/>
          <p:cNvCxnSpPr/>
          <p:nvPr/>
        </p:nvCxnSpPr>
        <p:spPr>
          <a:xfrm>
            <a:off x="11373674" y="2703451"/>
            <a:ext cx="381000" cy="0"/>
          </a:xfrm>
          <a:prstGeom prst="straightConnector1">
            <a:avLst/>
          </a:prstGeom>
          <a:noFill/>
          <a:ln cap="rnd" cmpd="sng" w="9525">
            <a:solidFill>
              <a:schemeClr val="lt1"/>
            </a:solidFill>
            <a:prstDash val="solid"/>
            <a:round/>
            <a:headEnd len="sm" w="sm" type="none"/>
            <a:tailEnd len="sm" w="sm" type="none"/>
          </a:ln>
        </p:spPr>
      </p:cxnSp>
      <p:sp>
        <p:nvSpPr>
          <p:cNvPr id="446" name="Google Shape;446;p29"/>
          <p:cNvSpPr txBox="1"/>
          <p:nvPr/>
        </p:nvSpPr>
        <p:spPr>
          <a:xfrm>
            <a:off x="186379" y="5516228"/>
            <a:ext cx="1059636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A + B + D + J + L + N = 5 + 10 +2 + 6 + 9 + 4 = 36 DIAS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0"/>
          <p:cNvSpPr/>
          <p:nvPr/>
        </p:nvSpPr>
        <p:spPr>
          <a:xfrm>
            <a:off x="768621" y="2372147"/>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5 d</a:t>
            </a:r>
            <a:endParaRPr b="0" i="0" sz="1400" u="none" cap="none" strike="noStrike">
              <a:solidFill>
                <a:srgbClr val="000000"/>
              </a:solidFill>
              <a:latin typeface="Arial"/>
              <a:ea typeface="Arial"/>
              <a:cs typeface="Arial"/>
              <a:sym typeface="Arial"/>
            </a:endParaRPr>
          </a:p>
        </p:txBody>
      </p:sp>
      <p:sp>
        <p:nvSpPr>
          <p:cNvPr id="452" name="Google Shape;452;p30"/>
          <p:cNvSpPr/>
          <p:nvPr/>
        </p:nvSpPr>
        <p:spPr>
          <a:xfrm>
            <a:off x="2392012" y="1053556"/>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10 d</a:t>
            </a:r>
            <a:endParaRPr b="0" i="0" sz="1400" u="none" cap="none" strike="noStrike">
              <a:solidFill>
                <a:srgbClr val="000000"/>
              </a:solidFill>
              <a:latin typeface="Arial"/>
              <a:ea typeface="Arial"/>
              <a:cs typeface="Arial"/>
              <a:sym typeface="Arial"/>
            </a:endParaRPr>
          </a:p>
        </p:txBody>
      </p:sp>
      <p:sp>
        <p:nvSpPr>
          <p:cNvPr id="453" name="Google Shape;453;p30"/>
          <p:cNvSpPr/>
          <p:nvPr/>
        </p:nvSpPr>
        <p:spPr>
          <a:xfrm>
            <a:off x="3597960" y="1053556"/>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2 d</a:t>
            </a:r>
            <a:endParaRPr b="0" i="0" sz="1400" u="none" cap="none" strike="noStrike">
              <a:solidFill>
                <a:srgbClr val="000000"/>
              </a:solidFill>
              <a:latin typeface="Arial"/>
              <a:ea typeface="Arial"/>
              <a:cs typeface="Arial"/>
              <a:sym typeface="Arial"/>
            </a:endParaRPr>
          </a:p>
        </p:txBody>
      </p:sp>
      <p:sp>
        <p:nvSpPr>
          <p:cNvPr id="454" name="Google Shape;454;p30"/>
          <p:cNvSpPr/>
          <p:nvPr/>
        </p:nvSpPr>
        <p:spPr>
          <a:xfrm>
            <a:off x="2869090" y="369073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15 d</a:t>
            </a:r>
            <a:endParaRPr b="0" i="0" sz="1400" u="none" cap="none" strike="noStrike">
              <a:solidFill>
                <a:srgbClr val="000000"/>
              </a:solidFill>
              <a:latin typeface="Arial"/>
              <a:ea typeface="Arial"/>
              <a:cs typeface="Arial"/>
              <a:sym typeface="Arial"/>
            </a:endParaRPr>
          </a:p>
        </p:txBody>
      </p:sp>
      <p:sp>
        <p:nvSpPr>
          <p:cNvPr id="455" name="Google Shape;455;p30"/>
          <p:cNvSpPr/>
          <p:nvPr/>
        </p:nvSpPr>
        <p:spPr>
          <a:xfrm>
            <a:off x="4406340" y="2696825"/>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12 d</a:t>
            </a:r>
            <a:endParaRPr b="0" i="0" sz="1400" u="none" cap="none" strike="noStrike">
              <a:solidFill>
                <a:srgbClr val="000000"/>
              </a:solidFill>
              <a:latin typeface="Arial"/>
              <a:ea typeface="Arial"/>
              <a:cs typeface="Arial"/>
              <a:sym typeface="Arial"/>
            </a:endParaRPr>
          </a:p>
        </p:txBody>
      </p:sp>
      <p:sp>
        <p:nvSpPr>
          <p:cNvPr id="456" name="Google Shape;456;p30"/>
          <p:cNvSpPr/>
          <p:nvPr/>
        </p:nvSpPr>
        <p:spPr>
          <a:xfrm>
            <a:off x="4406340" y="369073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457" name="Google Shape;457;p30"/>
          <p:cNvSpPr/>
          <p:nvPr/>
        </p:nvSpPr>
        <p:spPr>
          <a:xfrm>
            <a:off x="4406339" y="4684653"/>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sp>
        <p:nvSpPr>
          <p:cNvPr id="458" name="Google Shape;458;p30"/>
          <p:cNvSpPr/>
          <p:nvPr/>
        </p:nvSpPr>
        <p:spPr>
          <a:xfrm>
            <a:off x="5161716" y="59641"/>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H</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459" name="Google Shape;459;p30"/>
          <p:cNvSpPr/>
          <p:nvPr/>
        </p:nvSpPr>
        <p:spPr>
          <a:xfrm>
            <a:off x="5161715" y="1875190"/>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J</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460" name="Google Shape;460;p30"/>
          <p:cNvSpPr/>
          <p:nvPr/>
        </p:nvSpPr>
        <p:spPr>
          <a:xfrm>
            <a:off x="5625540" y="369073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461" name="Google Shape;461;p30"/>
          <p:cNvSpPr/>
          <p:nvPr/>
        </p:nvSpPr>
        <p:spPr>
          <a:xfrm>
            <a:off x="6380917" y="59641"/>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3 d</a:t>
            </a:r>
            <a:endParaRPr b="0" i="0" sz="1400" u="none" cap="none" strike="noStrike">
              <a:solidFill>
                <a:srgbClr val="000000"/>
              </a:solidFill>
              <a:latin typeface="Arial"/>
              <a:ea typeface="Arial"/>
              <a:cs typeface="Arial"/>
              <a:sym typeface="Arial"/>
            </a:endParaRPr>
          </a:p>
        </p:txBody>
      </p:sp>
      <p:sp>
        <p:nvSpPr>
          <p:cNvPr id="462" name="Google Shape;462;p30"/>
          <p:cNvSpPr/>
          <p:nvPr/>
        </p:nvSpPr>
        <p:spPr>
          <a:xfrm>
            <a:off x="8097074" y="1053556"/>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9 d</a:t>
            </a:r>
            <a:endParaRPr b="0" i="0" sz="1400" u="none" cap="none" strike="noStrike">
              <a:solidFill>
                <a:srgbClr val="000000"/>
              </a:solidFill>
              <a:latin typeface="Arial"/>
              <a:ea typeface="Arial"/>
              <a:cs typeface="Arial"/>
              <a:sym typeface="Arial"/>
            </a:endParaRPr>
          </a:p>
        </p:txBody>
      </p:sp>
      <p:sp>
        <p:nvSpPr>
          <p:cNvPr id="463" name="Google Shape;463;p30"/>
          <p:cNvSpPr/>
          <p:nvPr/>
        </p:nvSpPr>
        <p:spPr>
          <a:xfrm>
            <a:off x="6864621" y="369073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grpSp>
        <p:nvGrpSpPr>
          <p:cNvPr id="464" name="Google Shape;464;p30"/>
          <p:cNvGrpSpPr/>
          <p:nvPr/>
        </p:nvGrpSpPr>
        <p:grpSpPr>
          <a:xfrm>
            <a:off x="1643262" y="1378234"/>
            <a:ext cx="1240725" cy="2637182"/>
            <a:chOff x="1272209" y="1948070"/>
            <a:chExt cx="1240725" cy="2637182"/>
          </a:xfrm>
        </p:grpSpPr>
        <p:cxnSp>
          <p:nvCxnSpPr>
            <p:cNvPr id="465" name="Google Shape;465;p30"/>
            <p:cNvCxnSpPr/>
            <p:nvPr/>
          </p:nvCxnSpPr>
          <p:spPr>
            <a:xfrm>
              <a:off x="1272209" y="3279913"/>
              <a:ext cx="291548" cy="0"/>
            </a:xfrm>
            <a:prstGeom prst="straightConnector1">
              <a:avLst/>
            </a:prstGeom>
            <a:noFill/>
            <a:ln cap="rnd" cmpd="sng" w="9525">
              <a:solidFill>
                <a:schemeClr val="lt1"/>
              </a:solidFill>
              <a:prstDash val="solid"/>
              <a:round/>
              <a:headEnd len="sm" w="sm" type="none"/>
              <a:tailEnd len="sm" w="sm" type="none"/>
            </a:ln>
          </p:spPr>
        </p:cxnSp>
        <p:cxnSp>
          <p:nvCxnSpPr>
            <p:cNvPr id="466" name="Google Shape;466;p30"/>
            <p:cNvCxnSpPr/>
            <p:nvPr/>
          </p:nvCxnSpPr>
          <p:spPr>
            <a:xfrm flipH="1" rot="10800000">
              <a:off x="1563757" y="1948070"/>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467" name="Google Shape;467;p30"/>
            <p:cNvCxnSpPr/>
            <p:nvPr/>
          </p:nvCxnSpPr>
          <p:spPr>
            <a:xfrm>
              <a:off x="169627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468" name="Google Shape;468;p30"/>
            <p:cNvCxnSpPr/>
            <p:nvPr/>
          </p:nvCxnSpPr>
          <p:spPr>
            <a:xfrm>
              <a:off x="1563757" y="3266661"/>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469" name="Google Shape;469;p30"/>
            <p:cNvCxnSpPr/>
            <p:nvPr/>
          </p:nvCxnSpPr>
          <p:spPr>
            <a:xfrm flipH="1" rot="10800000">
              <a:off x="1711175" y="4568687"/>
              <a:ext cx="801759" cy="13251"/>
            </a:xfrm>
            <a:prstGeom prst="straightConnector1">
              <a:avLst/>
            </a:prstGeom>
            <a:noFill/>
            <a:ln cap="rnd" cmpd="sng" w="9525">
              <a:solidFill>
                <a:schemeClr val="lt1"/>
              </a:solidFill>
              <a:prstDash val="solid"/>
              <a:round/>
              <a:headEnd len="sm" w="sm" type="none"/>
              <a:tailEnd len="sm" w="sm" type="none"/>
            </a:ln>
          </p:spPr>
        </p:cxnSp>
      </p:grpSp>
      <p:grpSp>
        <p:nvGrpSpPr>
          <p:cNvPr id="470" name="Google Shape;470;p30"/>
          <p:cNvGrpSpPr/>
          <p:nvPr/>
        </p:nvGrpSpPr>
        <p:grpSpPr>
          <a:xfrm>
            <a:off x="3783490" y="3021503"/>
            <a:ext cx="682487" cy="1987826"/>
            <a:chOff x="3332921" y="3591339"/>
            <a:chExt cx="682487" cy="1987826"/>
          </a:xfrm>
        </p:grpSpPr>
        <p:cxnSp>
          <p:nvCxnSpPr>
            <p:cNvPr id="471" name="Google Shape;471;p30"/>
            <p:cNvCxnSpPr/>
            <p:nvPr/>
          </p:nvCxnSpPr>
          <p:spPr>
            <a:xfrm>
              <a:off x="3332921" y="4585252"/>
              <a:ext cx="291548" cy="0"/>
            </a:xfrm>
            <a:prstGeom prst="straightConnector1">
              <a:avLst/>
            </a:prstGeom>
            <a:noFill/>
            <a:ln cap="rnd" cmpd="sng" w="9525">
              <a:solidFill>
                <a:schemeClr val="lt1"/>
              </a:solidFill>
              <a:prstDash val="solid"/>
              <a:round/>
              <a:headEnd len="sm" w="sm" type="none"/>
              <a:tailEnd len="sm" w="sm" type="none"/>
            </a:ln>
          </p:spPr>
        </p:cxnSp>
        <p:cxnSp>
          <p:nvCxnSpPr>
            <p:cNvPr id="472" name="Google Shape;472;p30"/>
            <p:cNvCxnSpPr/>
            <p:nvPr/>
          </p:nvCxnSpPr>
          <p:spPr>
            <a:xfrm flipH="1" rot="10800000">
              <a:off x="3614527" y="3591339"/>
              <a:ext cx="109333" cy="993914"/>
            </a:xfrm>
            <a:prstGeom prst="straightConnector1">
              <a:avLst/>
            </a:prstGeom>
            <a:noFill/>
            <a:ln cap="rnd" cmpd="sng" w="9525">
              <a:solidFill>
                <a:schemeClr val="lt1"/>
              </a:solidFill>
              <a:prstDash val="solid"/>
              <a:round/>
              <a:headEnd len="sm" w="sm" type="none"/>
              <a:tailEnd len="sm" w="sm" type="none"/>
            </a:ln>
          </p:spPr>
        </p:cxnSp>
        <p:cxnSp>
          <p:nvCxnSpPr>
            <p:cNvPr id="473" name="Google Shape;473;p30"/>
            <p:cNvCxnSpPr/>
            <p:nvPr/>
          </p:nvCxnSpPr>
          <p:spPr>
            <a:xfrm>
              <a:off x="3614527" y="4585252"/>
              <a:ext cx="86143" cy="993913"/>
            </a:xfrm>
            <a:prstGeom prst="straightConnector1">
              <a:avLst/>
            </a:prstGeom>
            <a:noFill/>
            <a:ln cap="rnd" cmpd="sng" w="9525">
              <a:solidFill>
                <a:schemeClr val="lt1"/>
              </a:solidFill>
              <a:prstDash val="solid"/>
              <a:round/>
              <a:headEnd len="sm" w="sm" type="none"/>
              <a:tailEnd len="sm" w="sm" type="none"/>
            </a:ln>
          </p:spPr>
        </p:cxnSp>
        <p:cxnSp>
          <p:nvCxnSpPr>
            <p:cNvPr id="474" name="Google Shape;474;p30"/>
            <p:cNvCxnSpPr/>
            <p:nvPr/>
          </p:nvCxnSpPr>
          <p:spPr>
            <a:xfrm>
              <a:off x="3723860" y="3591339"/>
              <a:ext cx="291548" cy="0"/>
            </a:xfrm>
            <a:prstGeom prst="straightConnector1">
              <a:avLst/>
            </a:prstGeom>
            <a:noFill/>
            <a:ln cap="rnd" cmpd="sng" w="9525">
              <a:solidFill>
                <a:schemeClr val="lt1"/>
              </a:solidFill>
              <a:prstDash val="solid"/>
              <a:round/>
              <a:headEnd len="sm" w="sm" type="none"/>
              <a:tailEnd len="sm" w="sm" type="none"/>
            </a:ln>
          </p:spPr>
        </p:cxnSp>
        <p:cxnSp>
          <p:nvCxnSpPr>
            <p:cNvPr id="475" name="Google Shape;475;p30"/>
            <p:cNvCxnSpPr/>
            <p:nvPr/>
          </p:nvCxnSpPr>
          <p:spPr>
            <a:xfrm>
              <a:off x="3700670" y="5579165"/>
              <a:ext cx="291548" cy="0"/>
            </a:xfrm>
            <a:prstGeom prst="straightConnector1">
              <a:avLst/>
            </a:prstGeom>
            <a:noFill/>
            <a:ln cap="rnd" cmpd="sng" w="9525">
              <a:solidFill>
                <a:schemeClr val="lt1"/>
              </a:solidFill>
              <a:prstDash val="solid"/>
              <a:round/>
              <a:headEnd len="sm" w="sm" type="none"/>
              <a:tailEnd len="sm" w="sm" type="none"/>
            </a:ln>
          </p:spPr>
        </p:cxnSp>
        <p:cxnSp>
          <p:nvCxnSpPr>
            <p:cNvPr id="476" name="Google Shape;476;p30"/>
            <p:cNvCxnSpPr/>
            <p:nvPr/>
          </p:nvCxnSpPr>
          <p:spPr>
            <a:xfrm>
              <a:off x="3614522" y="4585252"/>
              <a:ext cx="341244" cy="1"/>
            </a:xfrm>
            <a:prstGeom prst="straightConnector1">
              <a:avLst/>
            </a:prstGeom>
            <a:noFill/>
            <a:ln cap="rnd" cmpd="sng" w="9525">
              <a:solidFill>
                <a:schemeClr val="lt1"/>
              </a:solidFill>
              <a:prstDash val="solid"/>
              <a:round/>
              <a:headEnd len="sm" w="sm" type="none"/>
              <a:tailEnd len="sm" w="sm" type="none"/>
            </a:ln>
          </p:spPr>
        </p:cxnSp>
      </p:grpSp>
      <p:cxnSp>
        <p:nvCxnSpPr>
          <p:cNvPr id="477" name="Google Shape;477;p30"/>
          <p:cNvCxnSpPr/>
          <p:nvPr/>
        </p:nvCxnSpPr>
        <p:spPr>
          <a:xfrm>
            <a:off x="3306412" y="1378234"/>
            <a:ext cx="291548" cy="0"/>
          </a:xfrm>
          <a:prstGeom prst="straightConnector1">
            <a:avLst/>
          </a:prstGeom>
          <a:noFill/>
          <a:ln cap="rnd" cmpd="sng" w="9525">
            <a:solidFill>
              <a:schemeClr val="lt1"/>
            </a:solidFill>
            <a:prstDash val="solid"/>
            <a:round/>
            <a:headEnd len="sm" w="sm" type="none"/>
            <a:tailEnd len="sm" w="sm" type="none"/>
          </a:ln>
        </p:spPr>
      </p:cxnSp>
      <p:cxnSp>
        <p:nvCxnSpPr>
          <p:cNvPr id="478" name="Google Shape;478;p30"/>
          <p:cNvCxnSpPr/>
          <p:nvPr/>
        </p:nvCxnSpPr>
        <p:spPr>
          <a:xfrm>
            <a:off x="5360496" y="4015416"/>
            <a:ext cx="291548" cy="0"/>
          </a:xfrm>
          <a:prstGeom prst="straightConnector1">
            <a:avLst/>
          </a:prstGeom>
          <a:noFill/>
          <a:ln cap="rnd" cmpd="sng" w="9525">
            <a:solidFill>
              <a:schemeClr val="lt1"/>
            </a:solidFill>
            <a:prstDash val="solid"/>
            <a:round/>
            <a:headEnd len="sm" w="sm" type="none"/>
            <a:tailEnd len="sm" w="sm" type="none"/>
          </a:ln>
        </p:spPr>
      </p:cxnSp>
      <p:grpSp>
        <p:nvGrpSpPr>
          <p:cNvPr id="479" name="Google Shape;479;p30"/>
          <p:cNvGrpSpPr/>
          <p:nvPr/>
        </p:nvGrpSpPr>
        <p:grpSpPr>
          <a:xfrm>
            <a:off x="5333992" y="3034755"/>
            <a:ext cx="1537253" cy="1974574"/>
            <a:chOff x="4883423" y="3604591"/>
            <a:chExt cx="1537253" cy="1974574"/>
          </a:xfrm>
        </p:grpSpPr>
        <p:cxnSp>
          <p:nvCxnSpPr>
            <p:cNvPr id="480" name="Google Shape;480;p30"/>
            <p:cNvCxnSpPr/>
            <p:nvPr/>
          </p:nvCxnSpPr>
          <p:spPr>
            <a:xfrm>
              <a:off x="6129128" y="4585252"/>
              <a:ext cx="291548" cy="0"/>
            </a:xfrm>
            <a:prstGeom prst="straightConnector1">
              <a:avLst/>
            </a:prstGeom>
            <a:noFill/>
            <a:ln cap="rnd" cmpd="sng" w="9525">
              <a:solidFill>
                <a:schemeClr val="lt1"/>
              </a:solidFill>
              <a:prstDash val="solid"/>
              <a:round/>
              <a:headEnd len="sm" w="sm" type="none"/>
              <a:tailEnd len="sm" w="sm" type="none"/>
            </a:ln>
          </p:spPr>
        </p:cxnSp>
        <p:cxnSp>
          <p:nvCxnSpPr>
            <p:cNvPr id="481" name="Google Shape;481;p30"/>
            <p:cNvCxnSpPr/>
            <p:nvPr/>
          </p:nvCxnSpPr>
          <p:spPr>
            <a:xfrm>
              <a:off x="4883423" y="3604591"/>
              <a:ext cx="1046925" cy="0"/>
            </a:xfrm>
            <a:prstGeom prst="straightConnector1">
              <a:avLst/>
            </a:prstGeom>
            <a:noFill/>
            <a:ln cap="rnd" cmpd="sng" w="9525">
              <a:solidFill>
                <a:schemeClr val="lt1"/>
              </a:solidFill>
              <a:prstDash val="solid"/>
              <a:round/>
              <a:headEnd len="sm" w="sm" type="none"/>
              <a:tailEnd len="sm" w="sm" type="none"/>
            </a:ln>
          </p:spPr>
        </p:cxnSp>
        <p:cxnSp>
          <p:nvCxnSpPr>
            <p:cNvPr id="482" name="Google Shape;482;p30"/>
            <p:cNvCxnSpPr/>
            <p:nvPr/>
          </p:nvCxnSpPr>
          <p:spPr>
            <a:xfrm>
              <a:off x="4909927" y="5579165"/>
              <a:ext cx="1020421" cy="0"/>
            </a:xfrm>
            <a:prstGeom prst="straightConnector1">
              <a:avLst/>
            </a:prstGeom>
            <a:noFill/>
            <a:ln cap="rnd" cmpd="sng" w="9525">
              <a:solidFill>
                <a:schemeClr val="lt1"/>
              </a:solidFill>
              <a:prstDash val="solid"/>
              <a:round/>
              <a:headEnd len="sm" w="sm" type="none"/>
              <a:tailEnd len="sm" w="sm" type="none"/>
            </a:ln>
          </p:spPr>
        </p:cxnSp>
        <p:cxnSp>
          <p:nvCxnSpPr>
            <p:cNvPr id="483" name="Google Shape;483;p30"/>
            <p:cNvCxnSpPr/>
            <p:nvPr/>
          </p:nvCxnSpPr>
          <p:spPr>
            <a:xfrm>
              <a:off x="5930348" y="3604591"/>
              <a:ext cx="324678" cy="311426"/>
            </a:xfrm>
            <a:prstGeom prst="straightConnector1">
              <a:avLst/>
            </a:prstGeom>
            <a:noFill/>
            <a:ln cap="rnd" cmpd="sng" w="9525">
              <a:solidFill>
                <a:schemeClr val="lt1"/>
              </a:solidFill>
              <a:prstDash val="solid"/>
              <a:round/>
              <a:headEnd len="sm" w="sm" type="none"/>
              <a:tailEnd len="sm" w="sm" type="none"/>
            </a:ln>
          </p:spPr>
        </p:cxnSp>
        <p:cxnSp>
          <p:nvCxnSpPr>
            <p:cNvPr id="484" name="Google Shape;484;p30"/>
            <p:cNvCxnSpPr/>
            <p:nvPr/>
          </p:nvCxnSpPr>
          <p:spPr>
            <a:xfrm flipH="1" rot="10800000">
              <a:off x="5930348" y="5141843"/>
              <a:ext cx="324678" cy="437322"/>
            </a:xfrm>
            <a:prstGeom prst="straightConnector1">
              <a:avLst/>
            </a:prstGeom>
            <a:noFill/>
            <a:ln cap="rnd" cmpd="sng" w="9525">
              <a:solidFill>
                <a:schemeClr val="lt1"/>
              </a:solidFill>
              <a:prstDash val="solid"/>
              <a:round/>
              <a:headEnd len="sm" w="sm" type="none"/>
              <a:tailEnd len="sm" w="sm" type="none"/>
            </a:ln>
          </p:spPr>
        </p:cxnSp>
        <p:cxnSp>
          <p:nvCxnSpPr>
            <p:cNvPr id="485" name="Google Shape;485;p30"/>
            <p:cNvCxnSpPr/>
            <p:nvPr/>
          </p:nvCxnSpPr>
          <p:spPr>
            <a:xfrm>
              <a:off x="6255026" y="3916017"/>
              <a:ext cx="0" cy="669234"/>
            </a:xfrm>
            <a:prstGeom prst="straightConnector1">
              <a:avLst/>
            </a:prstGeom>
            <a:noFill/>
            <a:ln cap="rnd" cmpd="sng" w="9525">
              <a:solidFill>
                <a:schemeClr val="lt1"/>
              </a:solidFill>
              <a:prstDash val="solid"/>
              <a:round/>
              <a:headEnd len="sm" w="sm" type="none"/>
              <a:tailEnd len="sm" w="sm" type="none"/>
            </a:ln>
          </p:spPr>
        </p:cxnSp>
        <p:cxnSp>
          <p:nvCxnSpPr>
            <p:cNvPr id="486" name="Google Shape;486;p30"/>
            <p:cNvCxnSpPr/>
            <p:nvPr/>
          </p:nvCxnSpPr>
          <p:spPr>
            <a:xfrm rot="10800000">
              <a:off x="6255026" y="4585251"/>
              <a:ext cx="13252" cy="556592"/>
            </a:xfrm>
            <a:prstGeom prst="straightConnector1">
              <a:avLst/>
            </a:prstGeom>
            <a:noFill/>
            <a:ln cap="rnd" cmpd="sng" w="9525">
              <a:solidFill>
                <a:schemeClr val="lt1"/>
              </a:solidFill>
              <a:prstDash val="solid"/>
              <a:round/>
              <a:headEnd len="sm" w="sm" type="none"/>
              <a:tailEnd len="sm" w="sm" type="none"/>
            </a:ln>
          </p:spPr>
        </p:cxnSp>
      </p:grpSp>
      <p:grpSp>
        <p:nvGrpSpPr>
          <p:cNvPr id="487" name="Google Shape;487;p30"/>
          <p:cNvGrpSpPr/>
          <p:nvPr/>
        </p:nvGrpSpPr>
        <p:grpSpPr>
          <a:xfrm>
            <a:off x="4552117" y="354505"/>
            <a:ext cx="715617" cy="1769165"/>
            <a:chOff x="4101548" y="924341"/>
            <a:chExt cx="715617" cy="1769165"/>
          </a:xfrm>
        </p:grpSpPr>
        <p:cxnSp>
          <p:nvCxnSpPr>
            <p:cNvPr id="488" name="Google Shape;488;p30"/>
            <p:cNvCxnSpPr/>
            <p:nvPr/>
          </p:nvCxnSpPr>
          <p:spPr>
            <a:xfrm>
              <a:off x="410154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489" name="Google Shape;489;p30"/>
            <p:cNvCxnSpPr/>
            <p:nvPr/>
          </p:nvCxnSpPr>
          <p:spPr>
            <a:xfrm flipH="1" rot="10800000">
              <a:off x="4416284" y="924341"/>
              <a:ext cx="109333" cy="993914"/>
            </a:xfrm>
            <a:prstGeom prst="straightConnector1">
              <a:avLst/>
            </a:prstGeom>
            <a:noFill/>
            <a:ln cap="rnd" cmpd="sng" w="9525">
              <a:solidFill>
                <a:schemeClr val="lt1"/>
              </a:solidFill>
              <a:prstDash val="solid"/>
              <a:round/>
              <a:headEnd len="sm" w="sm" type="none"/>
              <a:tailEnd len="sm" w="sm" type="none"/>
            </a:ln>
          </p:spPr>
        </p:cxnSp>
        <p:cxnSp>
          <p:nvCxnSpPr>
            <p:cNvPr id="490" name="Google Shape;490;p30"/>
            <p:cNvCxnSpPr/>
            <p:nvPr/>
          </p:nvCxnSpPr>
          <p:spPr>
            <a:xfrm>
              <a:off x="4416284" y="1918254"/>
              <a:ext cx="109333" cy="765311"/>
            </a:xfrm>
            <a:prstGeom prst="straightConnector1">
              <a:avLst/>
            </a:prstGeom>
            <a:noFill/>
            <a:ln cap="rnd" cmpd="sng" w="9525">
              <a:solidFill>
                <a:schemeClr val="lt1"/>
              </a:solidFill>
              <a:prstDash val="solid"/>
              <a:round/>
              <a:headEnd len="sm" w="sm" type="none"/>
              <a:tailEnd len="sm" w="sm" type="none"/>
            </a:ln>
          </p:spPr>
        </p:cxnSp>
        <p:cxnSp>
          <p:nvCxnSpPr>
            <p:cNvPr id="491" name="Google Shape;491;p30"/>
            <p:cNvCxnSpPr/>
            <p:nvPr/>
          </p:nvCxnSpPr>
          <p:spPr>
            <a:xfrm>
              <a:off x="4525617" y="924341"/>
              <a:ext cx="291548" cy="0"/>
            </a:xfrm>
            <a:prstGeom prst="straightConnector1">
              <a:avLst/>
            </a:prstGeom>
            <a:noFill/>
            <a:ln cap="rnd" cmpd="sng" w="9525">
              <a:solidFill>
                <a:schemeClr val="lt1"/>
              </a:solidFill>
              <a:prstDash val="solid"/>
              <a:round/>
              <a:headEnd len="sm" w="sm" type="none"/>
              <a:tailEnd len="sm" w="sm" type="none"/>
            </a:ln>
          </p:spPr>
        </p:cxnSp>
        <p:cxnSp>
          <p:nvCxnSpPr>
            <p:cNvPr id="492" name="Google Shape;492;p30"/>
            <p:cNvCxnSpPr/>
            <p:nvPr/>
          </p:nvCxnSpPr>
          <p:spPr>
            <a:xfrm>
              <a:off x="4525617" y="2693506"/>
              <a:ext cx="291548" cy="0"/>
            </a:xfrm>
            <a:prstGeom prst="straightConnector1">
              <a:avLst/>
            </a:prstGeom>
            <a:noFill/>
            <a:ln cap="rnd" cmpd="sng" w="9525">
              <a:solidFill>
                <a:schemeClr val="lt1"/>
              </a:solidFill>
              <a:prstDash val="solid"/>
              <a:round/>
              <a:headEnd len="sm" w="sm" type="none"/>
              <a:tailEnd len="sm" w="sm" type="none"/>
            </a:ln>
          </p:spPr>
        </p:cxnSp>
      </p:grpSp>
      <p:cxnSp>
        <p:nvCxnSpPr>
          <p:cNvPr id="493" name="Google Shape;493;p30"/>
          <p:cNvCxnSpPr/>
          <p:nvPr/>
        </p:nvCxnSpPr>
        <p:spPr>
          <a:xfrm>
            <a:off x="6115872" y="354505"/>
            <a:ext cx="291548" cy="0"/>
          </a:xfrm>
          <a:prstGeom prst="straightConnector1">
            <a:avLst/>
          </a:prstGeom>
          <a:noFill/>
          <a:ln cap="rnd" cmpd="sng" w="9525">
            <a:solidFill>
              <a:schemeClr val="lt1"/>
            </a:solidFill>
            <a:prstDash val="solid"/>
            <a:round/>
            <a:headEnd len="sm" w="sm" type="none"/>
            <a:tailEnd len="sm" w="sm" type="none"/>
          </a:ln>
        </p:spPr>
      </p:cxnSp>
      <p:grpSp>
        <p:nvGrpSpPr>
          <p:cNvPr id="494" name="Google Shape;494;p30"/>
          <p:cNvGrpSpPr/>
          <p:nvPr/>
        </p:nvGrpSpPr>
        <p:grpSpPr>
          <a:xfrm>
            <a:off x="6115872" y="367757"/>
            <a:ext cx="1981202" cy="1755913"/>
            <a:chOff x="5665303" y="937593"/>
            <a:chExt cx="1981202" cy="1755913"/>
          </a:xfrm>
        </p:grpSpPr>
        <p:cxnSp>
          <p:nvCxnSpPr>
            <p:cNvPr id="495" name="Google Shape;495;p30"/>
            <p:cNvCxnSpPr/>
            <p:nvPr/>
          </p:nvCxnSpPr>
          <p:spPr>
            <a:xfrm>
              <a:off x="5665303" y="2693506"/>
              <a:ext cx="1510750" cy="0"/>
            </a:xfrm>
            <a:prstGeom prst="straightConnector1">
              <a:avLst/>
            </a:prstGeom>
            <a:noFill/>
            <a:ln cap="rnd" cmpd="sng" w="9525">
              <a:solidFill>
                <a:schemeClr val="lt1"/>
              </a:solidFill>
              <a:prstDash val="solid"/>
              <a:round/>
              <a:headEnd len="sm" w="sm" type="none"/>
              <a:tailEnd len="sm" w="sm" type="none"/>
            </a:ln>
          </p:spPr>
        </p:cxnSp>
        <p:cxnSp>
          <p:nvCxnSpPr>
            <p:cNvPr id="496" name="Google Shape;496;p30"/>
            <p:cNvCxnSpPr/>
            <p:nvPr/>
          </p:nvCxnSpPr>
          <p:spPr>
            <a:xfrm>
              <a:off x="6884505" y="937593"/>
              <a:ext cx="291548" cy="0"/>
            </a:xfrm>
            <a:prstGeom prst="straightConnector1">
              <a:avLst/>
            </a:prstGeom>
            <a:noFill/>
            <a:ln cap="rnd" cmpd="sng" w="9525">
              <a:solidFill>
                <a:schemeClr val="lt1"/>
              </a:solidFill>
              <a:prstDash val="solid"/>
              <a:round/>
              <a:headEnd len="sm" w="sm" type="none"/>
              <a:tailEnd len="sm" w="sm" type="none"/>
            </a:ln>
          </p:spPr>
        </p:cxnSp>
        <p:cxnSp>
          <p:nvCxnSpPr>
            <p:cNvPr id="497" name="Google Shape;497;p30"/>
            <p:cNvCxnSpPr/>
            <p:nvPr/>
          </p:nvCxnSpPr>
          <p:spPr>
            <a:xfrm>
              <a:off x="7176053" y="937593"/>
              <a:ext cx="192156" cy="980661"/>
            </a:xfrm>
            <a:prstGeom prst="straightConnector1">
              <a:avLst/>
            </a:prstGeom>
            <a:noFill/>
            <a:ln cap="rnd" cmpd="sng" w="9525">
              <a:solidFill>
                <a:schemeClr val="lt1"/>
              </a:solidFill>
              <a:prstDash val="solid"/>
              <a:round/>
              <a:headEnd len="sm" w="sm" type="none"/>
              <a:tailEnd len="sm" w="sm" type="none"/>
            </a:ln>
          </p:spPr>
        </p:cxnSp>
        <p:cxnSp>
          <p:nvCxnSpPr>
            <p:cNvPr id="498" name="Google Shape;498;p30"/>
            <p:cNvCxnSpPr/>
            <p:nvPr/>
          </p:nvCxnSpPr>
          <p:spPr>
            <a:xfrm flipH="1" rot="10800000">
              <a:off x="7126357" y="1918254"/>
              <a:ext cx="241852" cy="775252"/>
            </a:xfrm>
            <a:prstGeom prst="straightConnector1">
              <a:avLst/>
            </a:prstGeom>
            <a:noFill/>
            <a:ln cap="rnd" cmpd="sng" w="9525">
              <a:solidFill>
                <a:schemeClr val="lt1"/>
              </a:solidFill>
              <a:prstDash val="solid"/>
              <a:round/>
              <a:headEnd len="sm" w="sm" type="none"/>
              <a:tailEnd len="sm" w="sm" type="none"/>
            </a:ln>
          </p:spPr>
        </p:cxnSp>
        <p:cxnSp>
          <p:nvCxnSpPr>
            <p:cNvPr id="499" name="Google Shape;499;p30"/>
            <p:cNvCxnSpPr/>
            <p:nvPr/>
          </p:nvCxnSpPr>
          <p:spPr>
            <a:xfrm>
              <a:off x="7354957" y="1918254"/>
              <a:ext cx="291548" cy="0"/>
            </a:xfrm>
            <a:prstGeom prst="straightConnector1">
              <a:avLst/>
            </a:prstGeom>
            <a:noFill/>
            <a:ln cap="rnd" cmpd="sng" w="9525">
              <a:solidFill>
                <a:schemeClr val="lt1"/>
              </a:solidFill>
              <a:prstDash val="solid"/>
              <a:round/>
              <a:headEnd len="sm" w="sm" type="none"/>
              <a:tailEnd len="sm" w="sm" type="none"/>
            </a:ln>
          </p:spPr>
        </p:cxnSp>
      </p:grpSp>
      <p:sp>
        <p:nvSpPr>
          <p:cNvPr id="500" name="Google Shape;500;p30"/>
          <p:cNvSpPr/>
          <p:nvPr/>
        </p:nvSpPr>
        <p:spPr>
          <a:xfrm>
            <a:off x="10419517" y="2372147"/>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grpSp>
        <p:nvGrpSpPr>
          <p:cNvPr id="501" name="Google Shape;501;p30"/>
          <p:cNvGrpSpPr/>
          <p:nvPr/>
        </p:nvGrpSpPr>
        <p:grpSpPr>
          <a:xfrm>
            <a:off x="7818778" y="1378234"/>
            <a:ext cx="2600739" cy="2637182"/>
            <a:chOff x="7368209" y="1948070"/>
            <a:chExt cx="2600739" cy="2637182"/>
          </a:xfrm>
        </p:grpSpPr>
        <p:cxnSp>
          <p:nvCxnSpPr>
            <p:cNvPr id="502" name="Google Shape;502;p30"/>
            <p:cNvCxnSpPr/>
            <p:nvPr/>
          </p:nvCxnSpPr>
          <p:spPr>
            <a:xfrm>
              <a:off x="7368209" y="4585251"/>
              <a:ext cx="1524001" cy="0"/>
            </a:xfrm>
            <a:prstGeom prst="straightConnector1">
              <a:avLst/>
            </a:prstGeom>
            <a:noFill/>
            <a:ln cap="rnd" cmpd="sng" w="9525">
              <a:solidFill>
                <a:schemeClr val="lt1"/>
              </a:solidFill>
              <a:prstDash val="solid"/>
              <a:round/>
              <a:headEnd len="sm" w="sm" type="none"/>
              <a:tailEnd len="sm" w="sm" type="none"/>
            </a:ln>
          </p:spPr>
        </p:cxnSp>
        <p:cxnSp>
          <p:nvCxnSpPr>
            <p:cNvPr id="503" name="Google Shape;503;p30"/>
            <p:cNvCxnSpPr/>
            <p:nvPr/>
          </p:nvCxnSpPr>
          <p:spPr>
            <a:xfrm>
              <a:off x="8600662"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504" name="Google Shape;504;p30"/>
            <p:cNvCxnSpPr/>
            <p:nvPr/>
          </p:nvCxnSpPr>
          <p:spPr>
            <a:xfrm rot="10800000">
              <a:off x="8922027" y="1948072"/>
              <a:ext cx="513521" cy="1318589"/>
            </a:xfrm>
            <a:prstGeom prst="straightConnector1">
              <a:avLst/>
            </a:prstGeom>
            <a:noFill/>
            <a:ln cap="rnd" cmpd="sng" w="9525">
              <a:solidFill>
                <a:schemeClr val="lt1"/>
              </a:solidFill>
              <a:prstDash val="solid"/>
              <a:round/>
              <a:headEnd len="sm" w="sm" type="none"/>
              <a:tailEnd len="sm" w="sm" type="none"/>
            </a:ln>
          </p:spPr>
        </p:cxnSp>
        <p:cxnSp>
          <p:nvCxnSpPr>
            <p:cNvPr id="505" name="Google Shape;505;p30"/>
            <p:cNvCxnSpPr/>
            <p:nvPr/>
          </p:nvCxnSpPr>
          <p:spPr>
            <a:xfrm flipH="1">
              <a:off x="8922027" y="3266661"/>
              <a:ext cx="513521" cy="1318591"/>
            </a:xfrm>
            <a:prstGeom prst="straightConnector1">
              <a:avLst/>
            </a:prstGeom>
            <a:noFill/>
            <a:ln cap="rnd" cmpd="sng" w="9525">
              <a:solidFill>
                <a:schemeClr val="lt1"/>
              </a:solidFill>
              <a:prstDash val="solid"/>
              <a:round/>
              <a:headEnd len="sm" w="sm" type="none"/>
              <a:tailEnd len="sm" w="sm" type="none"/>
            </a:ln>
          </p:spPr>
        </p:cxnSp>
        <p:cxnSp>
          <p:nvCxnSpPr>
            <p:cNvPr id="506" name="Google Shape;506;p30"/>
            <p:cNvCxnSpPr/>
            <p:nvPr/>
          </p:nvCxnSpPr>
          <p:spPr>
            <a:xfrm>
              <a:off x="9435548" y="3279913"/>
              <a:ext cx="533400" cy="0"/>
            </a:xfrm>
            <a:prstGeom prst="straightConnector1">
              <a:avLst/>
            </a:prstGeom>
            <a:noFill/>
            <a:ln cap="rnd" cmpd="sng" w="9525">
              <a:solidFill>
                <a:schemeClr val="lt1"/>
              </a:solidFill>
              <a:prstDash val="solid"/>
              <a:round/>
              <a:headEnd len="sm" w="sm" type="none"/>
              <a:tailEnd len="sm" w="sm" type="none"/>
            </a:ln>
          </p:spPr>
        </p:cxnSp>
      </p:grpSp>
      <p:sp>
        <p:nvSpPr>
          <p:cNvPr id="507" name="Google Shape;507;p30"/>
          <p:cNvSpPr/>
          <p:nvPr/>
        </p:nvSpPr>
        <p:spPr>
          <a:xfrm>
            <a:off x="82821" y="2560991"/>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508" name="Google Shape;508;p30"/>
          <p:cNvSpPr/>
          <p:nvPr/>
        </p:nvSpPr>
        <p:spPr>
          <a:xfrm>
            <a:off x="11754674" y="2574244"/>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509" name="Google Shape;509;p30"/>
          <p:cNvSpPr txBox="1"/>
          <p:nvPr/>
        </p:nvSpPr>
        <p:spPr>
          <a:xfrm>
            <a:off x="25869" y="1803406"/>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1</a:t>
            </a:r>
            <a:endParaRPr b="0" i="0" sz="1400" u="none" cap="none" strike="noStrike">
              <a:solidFill>
                <a:srgbClr val="000000"/>
              </a:solidFill>
              <a:latin typeface="Arial"/>
              <a:ea typeface="Arial"/>
              <a:cs typeface="Arial"/>
              <a:sym typeface="Arial"/>
            </a:endParaRPr>
          </a:p>
        </p:txBody>
      </p:sp>
      <p:sp>
        <p:nvSpPr>
          <p:cNvPr id="510" name="Google Shape;510;p30"/>
          <p:cNvSpPr txBox="1"/>
          <p:nvPr/>
        </p:nvSpPr>
        <p:spPr>
          <a:xfrm>
            <a:off x="11697722" y="1827149"/>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2</a:t>
            </a:r>
            <a:endParaRPr b="0" i="0" sz="1400" u="none" cap="none" strike="noStrike">
              <a:solidFill>
                <a:srgbClr val="000000"/>
              </a:solidFill>
              <a:latin typeface="Arial"/>
              <a:ea typeface="Arial"/>
              <a:cs typeface="Arial"/>
              <a:sym typeface="Arial"/>
            </a:endParaRPr>
          </a:p>
        </p:txBody>
      </p:sp>
      <p:cxnSp>
        <p:nvCxnSpPr>
          <p:cNvPr id="511" name="Google Shape;511;p30"/>
          <p:cNvCxnSpPr>
            <a:stCxn id="507" idx="6"/>
            <a:endCxn id="451" idx="1"/>
          </p:cNvCxnSpPr>
          <p:nvPr/>
        </p:nvCxnSpPr>
        <p:spPr>
          <a:xfrm>
            <a:off x="387621" y="2696825"/>
            <a:ext cx="381000" cy="0"/>
          </a:xfrm>
          <a:prstGeom prst="straightConnector1">
            <a:avLst/>
          </a:prstGeom>
          <a:noFill/>
          <a:ln cap="rnd" cmpd="sng" w="9525">
            <a:solidFill>
              <a:schemeClr val="lt1"/>
            </a:solidFill>
            <a:prstDash val="solid"/>
            <a:round/>
            <a:headEnd len="sm" w="sm" type="none"/>
            <a:tailEnd len="sm" w="sm" type="none"/>
          </a:ln>
        </p:spPr>
      </p:cxnSp>
      <p:cxnSp>
        <p:nvCxnSpPr>
          <p:cNvPr id="512" name="Google Shape;512;p30"/>
          <p:cNvCxnSpPr/>
          <p:nvPr/>
        </p:nvCxnSpPr>
        <p:spPr>
          <a:xfrm>
            <a:off x="11373674" y="2703451"/>
            <a:ext cx="381000" cy="0"/>
          </a:xfrm>
          <a:prstGeom prst="straightConnector1">
            <a:avLst/>
          </a:prstGeom>
          <a:noFill/>
          <a:ln cap="rnd" cmpd="sng" w="9525">
            <a:solidFill>
              <a:schemeClr val="lt1"/>
            </a:solidFill>
            <a:prstDash val="solid"/>
            <a:round/>
            <a:headEnd len="sm" w="sm" type="none"/>
            <a:tailEnd len="sm" w="sm" type="none"/>
          </a:ln>
        </p:spPr>
      </p:cxnSp>
      <p:sp>
        <p:nvSpPr>
          <p:cNvPr id="513" name="Google Shape;513;p30"/>
          <p:cNvSpPr txBox="1"/>
          <p:nvPr/>
        </p:nvSpPr>
        <p:spPr>
          <a:xfrm>
            <a:off x="186379" y="5516228"/>
            <a:ext cx="1059636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A + B + D + J + L + N = 5 + 10 +2 + 6 + 9 + 4 = 36 DIAS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31"/>
          <p:cNvSpPr/>
          <p:nvPr/>
        </p:nvSpPr>
        <p:spPr>
          <a:xfrm>
            <a:off x="768621" y="2372147"/>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5 d</a:t>
            </a:r>
            <a:endParaRPr b="0" i="0" sz="1400" u="none" cap="none" strike="noStrike">
              <a:solidFill>
                <a:srgbClr val="000000"/>
              </a:solidFill>
              <a:latin typeface="Arial"/>
              <a:ea typeface="Arial"/>
              <a:cs typeface="Arial"/>
              <a:sym typeface="Arial"/>
            </a:endParaRPr>
          </a:p>
        </p:txBody>
      </p:sp>
      <p:sp>
        <p:nvSpPr>
          <p:cNvPr id="519" name="Google Shape;519;p31"/>
          <p:cNvSpPr/>
          <p:nvPr/>
        </p:nvSpPr>
        <p:spPr>
          <a:xfrm>
            <a:off x="2392012" y="1053556"/>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10 d</a:t>
            </a:r>
            <a:endParaRPr b="0" i="0" sz="1400" u="none" cap="none" strike="noStrike">
              <a:solidFill>
                <a:srgbClr val="000000"/>
              </a:solidFill>
              <a:latin typeface="Arial"/>
              <a:ea typeface="Arial"/>
              <a:cs typeface="Arial"/>
              <a:sym typeface="Arial"/>
            </a:endParaRPr>
          </a:p>
        </p:txBody>
      </p:sp>
      <p:sp>
        <p:nvSpPr>
          <p:cNvPr id="520" name="Google Shape;520;p31"/>
          <p:cNvSpPr/>
          <p:nvPr/>
        </p:nvSpPr>
        <p:spPr>
          <a:xfrm>
            <a:off x="3597960" y="1053556"/>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2 d</a:t>
            </a:r>
            <a:endParaRPr b="0" i="0" sz="1400" u="none" cap="none" strike="noStrike">
              <a:solidFill>
                <a:srgbClr val="000000"/>
              </a:solidFill>
              <a:latin typeface="Arial"/>
              <a:ea typeface="Arial"/>
              <a:cs typeface="Arial"/>
              <a:sym typeface="Arial"/>
            </a:endParaRPr>
          </a:p>
        </p:txBody>
      </p:sp>
      <p:sp>
        <p:nvSpPr>
          <p:cNvPr id="521" name="Google Shape;521;p31"/>
          <p:cNvSpPr/>
          <p:nvPr/>
        </p:nvSpPr>
        <p:spPr>
          <a:xfrm>
            <a:off x="2869090" y="3690739"/>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15 d</a:t>
            </a:r>
            <a:endParaRPr b="0" i="0" sz="1400" u="none" cap="none" strike="noStrike">
              <a:solidFill>
                <a:srgbClr val="000000"/>
              </a:solidFill>
              <a:latin typeface="Arial"/>
              <a:ea typeface="Arial"/>
              <a:cs typeface="Arial"/>
              <a:sym typeface="Arial"/>
            </a:endParaRPr>
          </a:p>
        </p:txBody>
      </p:sp>
      <p:sp>
        <p:nvSpPr>
          <p:cNvPr id="522" name="Google Shape;522;p31"/>
          <p:cNvSpPr/>
          <p:nvPr/>
        </p:nvSpPr>
        <p:spPr>
          <a:xfrm>
            <a:off x="4406340" y="2696825"/>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12 d</a:t>
            </a:r>
            <a:endParaRPr b="0" i="0" sz="1400" u="none" cap="none" strike="noStrike">
              <a:solidFill>
                <a:srgbClr val="000000"/>
              </a:solidFill>
              <a:latin typeface="Arial"/>
              <a:ea typeface="Arial"/>
              <a:cs typeface="Arial"/>
              <a:sym typeface="Arial"/>
            </a:endParaRPr>
          </a:p>
        </p:txBody>
      </p:sp>
      <p:sp>
        <p:nvSpPr>
          <p:cNvPr id="523" name="Google Shape;523;p31"/>
          <p:cNvSpPr/>
          <p:nvPr/>
        </p:nvSpPr>
        <p:spPr>
          <a:xfrm>
            <a:off x="4406340" y="369073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524" name="Google Shape;524;p31"/>
          <p:cNvSpPr/>
          <p:nvPr/>
        </p:nvSpPr>
        <p:spPr>
          <a:xfrm>
            <a:off x="4406339" y="4684653"/>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sp>
        <p:nvSpPr>
          <p:cNvPr id="525" name="Google Shape;525;p31"/>
          <p:cNvSpPr/>
          <p:nvPr/>
        </p:nvSpPr>
        <p:spPr>
          <a:xfrm>
            <a:off x="5161716" y="59641"/>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H</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526" name="Google Shape;526;p31"/>
          <p:cNvSpPr/>
          <p:nvPr/>
        </p:nvSpPr>
        <p:spPr>
          <a:xfrm>
            <a:off x="5161715" y="1875190"/>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J</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527" name="Google Shape;527;p31"/>
          <p:cNvSpPr/>
          <p:nvPr/>
        </p:nvSpPr>
        <p:spPr>
          <a:xfrm>
            <a:off x="5625540" y="369073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528" name="Google Shape;528;p31"/>
          <p:cNvSpPr/>
          <p:nvPr/>
        </p:nvSpPr>
        <p:spPr>
          <a:xfrm>
            <a:off x="6380917" y="59641"/>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3 d</a:t>
            </a:r>
            <a:endParaRPr b="0" i="0" sz="1400" u="none" cap="none" strike="noStrike">
              <a:solidFill>
                <a:srgbClr val="000000"/>
              </a:solidFill>
              <a:latin typeface="Arial"/>
              <a:ea typeface="Arial"/>
              <a:cs typeface="Arial"/>
              <a:sym typeface="Arial"/>
            </a:endParaRPr>
          </a:p>
        </p:txBody>
      </p:sp>
      <p:sp>
        <p:nvSpPr>
          <p:cNvPr id="529" name="Google Shape;529;p31"/>
          <p:cNvSpPr/>
          <p:nvPr/>
        </p:nvSpPr>
        <p:spPr>
          <a:xfrm>
            <a:off x="8097074" y="1053556"/>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9 d</a:t>
            </a:r>
            <a:endParaRPr b="0" i="0" sz="1400" u="none" cap="none" strike="noStrike">
              <a:solidFill>
                <a:srgbClr val="000000"/>
              </a:solidFill>
              <a:latin typeface="Arial"/>
              <a:ea typeface="Arial"/>
              <a:cs typeface="Arial"/>
              <a:sym typeface="Arial"/>
            </a:endParaRPr>
          </a:p>
        </p:txBody>
      </p:sp>
      <p:sp>
        <p:nvSpPr>
          <p:cNvPr id="530" name="Google Shape;530;p31"/>
          <p:cNvSpPr/>
          <p:nvPr/>
        </p:nvSpPr>
        <p:spPr>
          <a:xfrm>
            <a:off x="6864621" y="3690739"/>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grpSp>
        <p:nvGrpSpPr>
          <p:cNvPr id="531" name="Google Shape;531;p31"/>
          <p:cNvGrpSpPr/>
          <p:nvPr/>
        </p:nvGrpSpPr>
        <p:grpSpPr>
          <a:xfrm>
            <a:off x="1643262" y="1378234"/>
            <a:ext cx="1240725" cy="2637182"/>
            <a:chOff x="1272209" y="1948070"/>
            <a:chExt cx="1240725" cy="2637182"/>
          </a:xfrm>
        </p:grpSpPr>
        <p:cxnSp>
          <p:nvCxnSpPr>
            <p:cNvPr id="532" name="Google Shape;532;p31"/>
            <p:cNvCxnSpPr/>
            <p:nvPr/>
          </p:nvCxnSpPr>
          <p:spPr>
            <a:xfrm>
              <a:off x="1272209" y="3279913"/>
              <a:ext cx="291548" cy="0"/>
            </a:xfrm>
            <a:prstGeom prst="straightConnector1">
              <a:avLst/>
            </a:prstGeom>
            <a:noFill/>
            <a:ln cap="rnd" cmpd="sng" w="9525">
              <a:solidFill>
                <a:schemeClr val="lt1"/>
              </a:solidFill>
              <a:prstDash val="solid"/>
              <a:round/>
              <a:headEnd len="sm" w="sm" type="none"/>
              <a:tailEnd len="sm" w="sm" type="none"/>
            </a:ln>
          </p:spPr>
        </p:cxnSp>
        <p:cxnSp>
          <p:nvCxnSpPr>
            <p:cNvPr id="533" name="Google Shape;533;p31"/>
            <p:cNvCxnSpPr/>
            <p:nvPr/>
          </p:nvCxnSpPr>
          <p:spPr>
            <a:xfrm flipH="1" rot="10800000">
              <a:off x="1563757" y="1948070"/>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534" name="Google Shape;534;p31"/>
            <p:cNvCxnSpPr/>
            <p:nvPr/>
          </p:nvCxnSpPr>
          <p:spPr>
            <a:xfrm>
              <a:off x="169627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535" name="Google Shape;535;p31"/>
            <p:cNvCxnSpPr/>
            <p:nvPr/>
          </p:nvCxnSpPr>
          <p:spPr>
            <a:xfrm>
              <a:off x="1563757" y="3266661"/>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536" name="Google Shape;536;p31"/>
            <p:cNvCxnSpPr/>
            <p:nvPr/>
          </p:nvCxnSpPr>
          <p:spPr>
            <a:xfrm flipH="1" rot="10800000">
              <a:off x="1711175" y="4568687"/>
              <a:ext cx="801759" cy="13251"/>
            </a:xfrm>
            <a:prstGeom prst="straightConnector1">
              <a:avLst/>
            </a:prstGeom>
            <a:noFill/>
            <a:ln cap="rnd" cmpd="sng" w="9525">
              <a:solidFill>
                <a:schemeClr val="lt1"/>
              </a:solidFill>
              <a:prstDash val="solid"/>
              <a:round/>
              <a:headEnd len="sm" w="sm" type="none"/>
              <a:tailEnd len="sm" w="sm" type="none"/>
            </a:ln>
          </p:spPr>
        </p:cxnSp>
      </p:grpSp>
      <p:grpSp>
        <p:nvGrpSpPr>
          <p:cNvPr id="537" name="Google Shape;537;p31"/>
          <p:cNvGrpSpPr/>
          <p:nvPr/>
        </p:nvGrpSpPr>
        <p:grpSpPr>
          <a:xfrm>
            <a:off x="3783490" y="3021503"/>
            <a:ext cx="682487" cy="1987826"/>
            <a:chOff x="3332921" y="3591339"/>
            <a:chExt cx="682487" cy="1987826"/>
          </a:xfrm>
        </p:grpSpPr>
        <p:cxnSp>
          <p:nvCxnSpPr>
            <p:cNvPr id="538" name="Google Shape;538;p31"/>
            <p:cNvCxnSpPr/>
            <p:nvPr/>
          </p:nvCxnSpPr>
          <p:spPr>
            <a:xfrm>
              <a:off x="3332921" y="4585252"/>
              <a:ext cx="291548" cy="0"/>
            </a:xfrm>
            <a:prstGeom prst="straightConnector1">
              <a:avLst/>
            </a:prstGeom>
            <a:noFill/>
            <a:ln cap="rnd" cmpd="sng" w="9525">
              <a:solidFill>
                <a:schemeClr val="lt1"/>
              </a:solidFill>
              <a:prstDash val="solid"/>
              <a:round/>
              <a:headEnd len="sm" w="sm" type="none"/>
              <a:tailEnd len="sm" w="sm" type="none"/>
            </a:ln>
          </p:spPr>
        </p:cxnSp>
        <p:cxnSp>
          <p:nvCxnSpPr>
            <p:cNvPr id="539" name="Google Shape;539;p31"/>
            <p:cNvCxnSpPr/>
            <p:nvPr/>
          </p:nvCxnSpPr>
          <p:spPr>
            <a:xfrm flipH="1" rot="10800000">
              <a:off x="3614527" y="3591339"/>
              <a:ext cx="109333" cy="993914"/>
            </a:xfrm>
            <a:prstGeom prst="straightConnector1">
              <a:avLst/>
            </a:prstGeom>
            <a:noFill/>
            <a:ln cap="rnd" cmpd="sng" w="9525">
              <a:solidFill>
                <a:schemeClr val="lt1"/>
              </a:solidFill>
              <a:prstDash val="solid"/>
              <a:round/>
              <a:headEnd len="sm" w="sm" type="none"/>
              <a:tailEnd len="sm" w="sm" type="none"/>
            </a:ln>
          </p:spPr>
        </p:cxnSp>
        <p:cxnSp>
          <p:nvCxnSpPr>
            <p:cNvPr id="540" name="Google Shape;540;p31"/>
            <p:cNvCxnSpPr/>
            <p:nvPr/>
          </p:nvCxnSpPr>
          <p:spPr>
            <a:xfrm>
              <a:off x="3614527" y="4585252"/>
              <a:ext cx="86143" cy="993913"/>
            </a:xfrm>
            <a:prstGeom prst="straightConnector1">
              <a:avLst/>
            </a:prstGeom>
            <a:noFill/>
            <a:ln cap="rnd" cmpd="sng" w="9525">
              <a:solidFill>
                <a:schemeClr val="lt1"/>
              </a:solidFill>
              <a:prstDash val="solid"/>
              <a:round/>
              <a:headEnd len="sm" w="sm" type="none"/>
              <a:tailEnd len="sm" w="sm" type="none"/>
            </a:ln>
          </p:spPr>
        </p:cxnSp>
        <p:cxnSp>
          <p:nvCxnSpPr>
            <p:cNvPr id="541" name="Google Shape;541;p31"/>
            <p:cNvCxnSpPr/>
            <p:nvPr/>
          </p:nvCxnSpPr>
          <p:spPr>
            <a:xfrm>
              <a:off x="3723860" y="3591339"/>
              <a:ext cx="291548" cy="0"/>
            </a:xfrm>
            <a:prstGeom prst="straightConnector1">
              <a:avLst/>
            </a:prstGeom>
            <a:noFill/>
            <a:ln cap="rnd" cmpd="sng" w="9525">
              <a:solidFill>
                <a:schemeClr val="lt1"/>
              </a:solidFill>
              <a:prstDash val="solid"/>
              <a:round/>
              <a:headEnd len="sm" w="sm" type="none"/>
              <a:tailEnd len="sm" w="sm" type="none"/>
            </a:ln>
          </p:spPr>
        </p:cxnSp>
        <p:cxnSp>
          <p:nvCxnSpPr>
            <p:cNvPr id="542" name="Google Shape;542;p31"/>
            <p:cNvCxnSpPr/>
            <p:nvPr/>
          </p:nvCxnSpPr>
          <p:spPr>
            <a:xfrm>
              <a:off x="3700670" y="5579165"/>
              <a:ext cx="291548" cy="0"/>
            </a:xfrm>
            <a:prstGeom prst="straightConnector1">
              <a:avLst/>
            </a:prstGeom>
            <a:noFill/>
            <a:ln cap="rnd" cmpd="sng" w="9525">
              <a:solidFill>
                <a:schemeClr val="lt1"/>
              </a:solidFill>
              <a:prstDash val="solid"/>
              <a:round/>
              <a:headEnd len="sm" w="sm" type="none"/>
              <a:tailEnd len="sm" w="sm" type="none"/>
            </a:ln>
          </p:spPr>
        </p:cxnSp>
        <p:cxnSp>
          <p:nvCxnSpPr>
            <p:cNvPr id="543" name="Google Shape;543;p31"/>
            <p:cNvCxnSpPr/>
            <p:nvPr/>
          </p:nvCxnSpPr>
          <p:spPr>
            <a:xfrm>
              <a:off x="3614522" y="4585252"/>
              <a:ext cx="341244" cy="1"/>
            </a:xfrm>
            <a:prstGeom prst="straightConnector1">
              <a:avLst/>
            </a:prstGeom>
            <a:noFill/>
            <a:ln cap="rnd" cmpd="sng" w="9525">
              <a:solidFill>
                <a:schemeClr val="lt1"/>
              </a:solidFill>
              <a:prstDash val="solid"/>
              <a:round/>
              <a:headEnd len="sm" w="sm" type="none"/>
              <a:tailEnd len="sm" w="sm" type="none"/>
            </a:ln>
          </p:spPr>
        </p:cxnSp>
      </p:grpSp>
      <p:cxnSp>
        <p:nvCxnSpPr>
          <p:cNvPr id="544" name="Google Shape;544;p31"/>
          <p:cNvCxnSpPr/>
          <p:nvPr/>
        </p:nvCxnSpPr>
        <p:spPr>
          <a:xfrm>
            <a:off x="3306412" y="1378234"/>
            <a:ext cx="291548" cy="0"/>
          </a:xfrm>
          <a:prstGeom prst="straightConnector1">
            <a:avLst/>
          </a:prstGeom>
          <a:noFill/>
          <a:ln cap="rnd" cmpd="sng" w="9525">
            <a:solidFill>
              <a:schemeClr val="lt1"/>
            </a:solidFill>
            <a:prstDash val="solid"/>
            <a:round/>
            <a:headEnd len="sm" w="sm" type="none"/>
            <a:tailEnd len="sm" w="sm" type="none"/>
          </a:ln>
        </p:spPr>
      </p:cxnSp>
      <p:cxnSp>
        <p:nvCxnSpPr>
          <p:cNvPr id="545" name="Google Shape;545;p31"/>
          <p:cNvCxnSpPr/>
          <p:nvPr/>
        </p:nvCxnSpPr>
        <p:spPr>
          <a:xfrm>
            <a:off x="5360496" y="4015416"/>
            <a:ext cx="291548" cy="0"/>
          </a:xfrm>
          <a:prstGeom prst="straightConnector1">
            <a:avLst/>
          </a:prstGeom>
          <a:noFill/>
          <a:ln cap="rnd" cmpd="sng" w="9525">
            <a:solidFill>
              <a:schemeClr val="lt1"/>
            </a:solidFill>
            <a:prstDash val="solid"/>
            <a:round/>
            <a:headEnd len="sm" w="sm" type="none"/>
            <a:tailEnd len="sm" w="sm" type="none"/>
          </a:ln>
        </p:spPr>
      </p:cxnSp>
      <p:grpSp>
        <p:nvGrpSpPr>
          <p:cNvPr id="546" name="Google Shape;546;p31"/>
          <p:cNvGrpSpPr/>
          <p:nvPr/>
        </p:nvGrpSpPr>
        <p:grpSpPr>
          <a:xfrm>
            <a:off x="5333992" y="3034755"/>
            <a:ext cx="1537253" cy="1974574"/>
            <a:chOff x="4883423" y="3604591"/>
            <a:chExt cx="1537253" cy="1974574"/>
          </a:xfrm>
        </p:grpSpPr>
        <p:cxnSp>
          <p:nvCxnSpPr>
            <p:cNvPr id="547" name="Google Shape;547;p31"/>
            <p:cNvCxnSpPr/>
            <p:nvPr/>
          </p:nvCxnSpPr>
          <p:spPr>
            <a:xfrm>
              <a:off x="6129128" y="4585252"/>
              <a:ext cx="291548" cy="0"/>
            </a:xfrm>
            <a:prstGeom prst="straightConnector1">
              <a:avLst/>
            </a:prstGeom>
            <a:noFill/>
            <a:ln cap="rnd" cmpd="sng" w="9525">
              <a:solidFill>
                <a:schemeClr val="lt1"/>
              </a:solidFill>
              <a:prstDash val="solid"/>
              <a:round/>
              <a:headEnd len="sm" w="sm" type="none"/>
              <a:tailEnd len="sm" w="sm" type="none"/>
            </a:ln>
          </p:spPr>
        </p:cxnSp>
        <p:cxnSp>
          <p:nvCxnSpPr>
            <p:cNvPr id="548" name="Google Shape;548;p31"/>
            <p:cNvCxnSpPr/>
            <p:nvPr/>
          </p:nvCxnSpPr>
          <p:spPr>
            <a:xfrm>
              <a:off x="4883423" y="3604591"/>
              <a:ext cx="1046925" cy="0"/>
            </a:xfrm>
            <a:prstGeom prst="straightConnector1">
              <a:avLst/>
            </a:prstGeom>
            <a:noFill/>
            <a:ln cap="rnd" cmpd="sng" w="9525">
              <a:solidFill>
                <a:schemeClr val="lt1"/>
              </a:solidFill>
              <a:prstDash val="solid"/>
              <a:round/>
              <a:headEnd len="sm" w="sm" type="none"/>
              <a:tailEnd len="sm" w="sm" type="none"/>
            </a:ln>
          </p:spPr>
        </p:cxnSp>
        <p:cxnSp>
          <p:nvCxnSpPr>
            <p:cNvPr id="549" name="Google Shape;549;p31"/>
            <p:cNvCxnSpPr/>
            <p:nvPr/>
          </p:nvCxnSpPr>
          <p:spPr>
            <a:xfrm>
              <a:off x="4909927" y="5579165"/>
              <a:ext cx="1020421" cy="0"/>
            </a:xfrm>
            <a:prstGeom prst="straightConnector1">
              <a:avLst/>
            </a:prstGeom>
            <a:noFill/>
            <a:ln cap="rnd" cmpd="sng" w="9525">
              <a:solidFill>
                <a:schemeClr val="lt1"/>
              </a:solidFill>
              <a:prstDash val="solid"/>
              <a:round/>
              <a:headEnd len="sm" w="sm" type="none"/>
              <a:tailEnd len="sm" w="sm" type="none"/>
            </a:ln>
          </p:spPr>
        </p:cxnSp>
        <p:cxnSp>
          <p:nvCxnSpPr>
            <p:cNvPr id="550" name="Google Shape;550;p31"/>
            <p:cNvCxnSpPr/>
            <p:nvPr/>
          </p:nvCxnSpPr>
          <p:spPr>
            <a:xfrm>
              <a:off x="5930348" y="3604591"/>
              <a:ext cx="324678" cy="311426"/>
            </a:xfrm>
            <a:prstGeom prst="straightConnector1">
              <a:avLst/>
            </a:prstGeom>
            <a:noFill/>
            <a:ln cap="rnd" cmpd="sng" w="9525">
              <a:solidFill>
                <a:schemeClr val="lt1"/>
              </a:solidFill>
              <a:prstDash val="solid"/>
              <a:round/>
              <a:headEnd len="sm" w="sm" type="none"/>
              <a:tailEnd len="sm" w="sm" type="none"/>
            </a:ln>
          </p:spPr>
        </p:cxnSp>
        <p:cxnSp>
          <p:nvCxnSpPr>
            <p:cNvPr id="551" name="Google Shape;551;p31"/>
            <p:cNvCxnSpPr/>
            <p:nvPr/>
          </p:nvCxnSpPr>
          <p:spPr>
            <a:xfrm flipH="1" rot="10800000">
              <a:off x="5930348" y="5141843"/>
              <a:ext cx="324678" cy="437322"/>
            </a:xfrm>
            <a:prstGeom prst="straightConnector1">
              <a:avLst/>
            </a:prstGeom>
            <a:noFill/>
            <a:ln cap="rnd" cmpd="sng" w="9525">
              <a:solidFill>
                <a:schemeClr val="lt1"/>
              </a:solidFill>
              <a:prstDash val="solid"/>
              <a:round/>
              <a:headEnd len="sm" w="sm" type="none"/>
              <a:tailEnd len="sm" w="sm" type="none"/>
            </a:ln>
          </p:spPr>
        </p:cxnSp>
        <p:cxnSp>
          <p:nvCxnSpPr>
            <p:cNvPr id="552" name="Google Shape;552;p31"/>
            <p:cNvCxnSpPr/>
            <p:nvPr/>
          </p:nvCxnSpPr>
          <p:spPr>
            <a:xfrm>
              <a:off x="6255026" y="3916017"/>
              <a:ext cx="0" cy="669234"/>
            </a:xfrm>
            <a:prstGeom prst="straightConnector1">
              <a:avLst/>
            </a:prstGeom>
            <a:noFill/>
            <a:ln cap="rnd" cmpd="sng" w="9525">
              <a:solidFill>
                <a:schemeClr val="lt1"/>
              </a:solidFill>
              <a:prstDash val="solid"/>
              <a:round/>
              <a:headEnd len="sm" w="sm" type="none"/>
              <a:tailEnd len="sm" w="sm" type="none"/>
            </a:ln>
          </p:spPr>
        </p:cxnSp>
        <p:cxnSp>
          <p:nvCxnSpPr>
            <p:cNvPr id="553" name="Google Shape;553;p31"/>
            <p:cNvCxnSpPr/>
            <p:nvPr/>
          </p:nvCxnSpPr>
          <p:spPr>
            <a:xfrm rot="10800000">
              <a:off x="6255026" y="4585251"/>
              <a:ext cx="13252" cy="556592"/>
            </a:xfrm>
            <a:prstGeom prst="straightConnector1">
              <a:avLst/>
            </a:prstGeom>
            <a:noFill/>
            <a:ln cap="rnd" cmpd="sng" w="9525">
              <a:solidFill>
                <a:schemeClr val="lt1"/>
              </a:solidFill>
              <a:prstDash val="solid"/>
              <a:round/>
              <a:headEnd len="sm" w="sm" type="none"/>
              <a:tailEnd len="sm" w="sm" type="none"/>
            </a:ln>
          </p:spPr>
        </p:cxnSp>
      </p:grpSp>
      <p:grpSp>
        <p:nvGrpSpPr>
          <p:cNvPr id="554" name="Google Shape;554;p31"/>
          <p:cNvGrpSpPr/>
          <p:nvPr/>
        </p:nvGrpSpPr>
        <p:grpSpPr>
          <a:xfrm>
            <a:off x="4552117" y="354505"/>
            <a:ext cx="715617" cy="1769165"/>
            <a:chOff x="4101548" y="924341"/>
            <a:chExt cx="715617" cy="1769165"/>
          </a:xfrm>
        </p:grpSpPr>
        <p:cxnSp>
          <p:nvCxnSpPr>
            <p:cNvPr id="555" name="Google Shape;555;p31"/>
            <p:cNvCxnSpPr/>
            <p:nvPr/>
          </p:nvCxnSpPr>
          <p:spPr>
            <a:xfrm>
              <a:off x="410154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556" name="Google Shape;556;p31"/>
            <p:cNvCxnSpPr/>
            <p:nvPr/>
          </p:nvCxnSpPr>
          <p:spPr>
            <a:xfrm flipH="1" rot="10800000">
              <a:off x="4416284" y="924341"/>
              <a:ext cx="109333" cy="993914"/>
            </a:xfrm>
            <a:prstGeom prst="straightConnector1">
              <a:avLst/>
            </a:prstGeom>
            <a:noFill/>
            <a:ln cap="rnd" cmpd="sng" w="9525">
              <a:solidFill>
                <a:schemeClr val="lt1"/>
              </a:solidFill>
              <a:prstDash val="solid"/>
              <a:round/>
              <a:headEnd len="sm" w="sm" type="none"/>
              <a:tailEnd len="sm" w="sm" type="none"/>
            </a:ln>
          </p:spPr>
        </p:cxnSp>
        <p:cxnSp>
          <p:nvCxnSpPr>
            <p:cNvPr id="557" name="Google Shape;557;p31"/>
            <p:cNvCxnSpPr/>
            <p:nvPr/>
          </p:nvCxnSpPr>
          <p:spPr>
            <a:xfrm>
              <a:off x="4416284" y="1918254"/>
              <a:ext cx="109333" cy="765311"/>
            </a:xfrm>
            <a:prstGeom prst="straightConnector1">
              <a:avLst/>
            </a:prstGeom>
            <a:noFill/>
            <a:ln cap="rnd" cmpd="sng" w="9525">
              <a:solidFill>
                <a:schemeClr val="lt1"/>
              </a:solidFill>
              <a:prstDash val="solid"/>
              <a:round/>
              <a:headEnd len="sm" w="sm" type="none"/>
              <a:tailEnd len="sm" w="sm" type="none"/>
            </a:ln>
          </p:spPr>
        </p:cxnSp>
        <p:cxnSp>
          <p:nvCxnSpPr>
            <p:cNvPr id="558" name="Google Shape;558;p31"/>
            <p:cNvCxnSpPr/>
            <p:nvPr/>
          </p:nvCxnSpPr>
          <p:spPr>
            <a:xfrm>
              <a:off x="4525617" y="924341"/>
              <a:ext cx="291548" cy="0"/>
            </a:xfrm>
            <a:prstGeom prst="straightConnector1">
              <a:avLst/>
            </a:prstGeom>
            <a:noFill/>
            <a:ln cap="rnd" cmpd="sng" w="9525">
              <a:solidFill>
                <a:schemeClr val="lt1"/>
              </a:solidFill>
              <a:prstDash val="solid"/>
              <a:round/>
              <a:headEnd len="sm" w="sm" type="none"/>
              <a:tailEnd len="sm" w="sm" type="none"/>
            </a:ln>
          </p:spPr>
        </p:cxnSp>
        <p:cxnSp>
          <p:nvCxnSpPr>
            <p:cNvPr id="559" name="Google Shape;559;p31"/>
            <p:cNvCxnSpPr/>
            <p:nvPr/>
          </p:nvCxnSpPr>
          <p:spPr>
            <a:xfrm>
              <a:off x="4525617" y="2693506"/>
              <a:ext cx="291548" cy="0"/>
            </a:xfrm>
            <a:prstGeom prst="straightConnector1">
              <a:avLst/>
            </a:prstGeom>
            <a:noFill/>
            <a:ln cap="rnd" cmpd="sng" w="9525">
              <a:solidFill>
                <a:schemeClr val="lt1"/>
              </a:solidFill>
              <a:prstDash val="solid"/>
              <a:round/>
              <a:headEnd len="sm" w="sm" type="none"/>
              <a:tailEnd len="sm" w="sm" type="none"/>
            </a:ln>
          </p:spPr>
        </p:cxnSp>
      </p:grpSp>
      <p:cxnSp>
        <p:nvCxnSpPr>
          <p:cNvPr id="560" name="Google Shape;560;p31"/>
          <p:cNvCxnSpPr/>
          <p:nvPr/>
        </p:nvCxnSpPr>
        <p:spPr>
          <a:xfrm>
            <a:off x="6115872" y="354505"/>
            <a:ext cx="291548" cy="0"/>
          </a:xfrm>
          <a:prstGeom prst="straightConnector1">
            <a:avLst/>
          </a:prstGeom>
          <a:noFill/>
          <a:ln cap="rnd" cmpd="sng" w="9525">
            <a:solidFill>
              <a:schemeClr val="lt1"/>
            </a:solidFill>
            <a:prstDash val="solid"/>
            <a:round/>
            <a:headEnd len="sm" w="sm" type="none"/>
            <a:tailEnd len="sm" w="sm" type="none"/>
          </a:ln>
        </p:spPr>
      </p:cxnSp>
      <p:grpSp>
        <p:nvGrpSpPr>
          <p:cNvPr id="561" name="Google Shape;561;p31"/>
          <p:cNvGrpSpPr/>
          <p:nvPr/>
        </p:nvGrpSpPr>
        <p:grpSpPr>
          <a:xfrm>
            <a:off x="6115872" y="367757"/>
            <a:ext cx="1981202" cy="1755913"/>
            <a:chOff x="5665303" y="937593"/>
            <a:chExt cx="1981202" cy="1755913"/>
          </a:xfrm>
        </p:grpSpPr>
        <p:cxnSp>
          <p:nvCxnSpPr>
            <p:cNvPr id="562" name="Google Shape;562;p31"/>
            <p:cNvCxnSpPr/>
            <p:nvPr/>
          </p:nvCxnSpPr>
          <p:spPr>
            <a:xfrm>
              <a:off x="5665303" y="2693506"/>
              <a:ext cx="1510750" cy="0"/>
            </a:xfrm>
            <a:prstGeom prst="straightConnector1">
              <a:avLst/>
            </a:prstGeom>
            <a:noFill/>
            <a:ln cap="rnd" cmpd="sng" w="9525">
              <a:solidFill>
                <a:schemeClr val="lt1"/>
              </a:solidFill>
              <a:prstDash val="solid"/>
              <a:round/>
              <a:headEnd len="sm" w="sm" type="none"/>
              <a:tailEnd len="sm" w="sm" type="none"/>
            </a:ln>
          </p:spPr>
        </p:cxnSp>
        <p:cxnSp>
          <p:nvCxnSpPr>
            <p:cNvPr id="563" name="Google Shape;563;p31"/>
            <p:cNvCxnSpPr/>
            <p:nvPr/>
          </p:nvCxnSpPr>
          <p:spPr>
            <a:xfrm>
              <a:off x="6884505" y="937593"/>
              <a:ext cx="291548" cy="0"/>
            </a:xfrm>
            <a:prstGeom prst="straightConnector1">
              <a:avLst/>
            </a:prstGeom>
            <a:noFill/>
            <a:ln cap="rnd" cmpd="sng" w="9525">
              <a:solidFill>
                <a:schemeClr val="lt1"/>
              </a:solidFill>
              <a:prstDash val="solid"/>
              <a:round/>
              <a:headEnd len="sm" w="sm" type="none"/>
              <a:tailEnd len="sm" w="sm" type="none"/>
            </a:ln>
          </p:spPr>
        </p:cxnSp>
        <p:cxnSp>
          <p:nvCxnSpPr>
            <p:cNvPr id="564" name="Google Shape;564;p31"/>
            <p:cNvCxnSpPr/>
            <p:nvPr/>
          </p:nvCxnSpPr>
          <p:spPr>
            <a:xfrm>
              <a:off x="7176053" y="937593"/>
              <a:ext cx="192156" cy="980661"/>
            </a:xfrm>
            <a:prstGeom prst="straightConnector1">
              <a:avLst/>
            </a:prstGeom>
            <a:noFill/>
            <a:ln cap="rnd" cmpd="sng" w="9525">
              <a:solidFill>
                <a:schemeClr val="lt1"/>
              </a:solidFill>
              <a:prstDash val="solid"/>
              <a:round/>
              <a:headEnd len="sm" w="sm" type="none"/>
              <a:tailEnd len="sm" w="sm" type="none"/>
            </a:ln>
          </p:spPr>
        </p:cxnSp>
        <p:cxnSp>
          <p:nvCxnSpPr>
            <p:cNvPr id="565" name="Google Shape;565;p31"/>
            <p:cNvCxnSpPr/>
            <p:nvPr/>
          </p:nvCxnSpPr>
          <p:spPr>
            <a:xfrm flipH="1" rot="10800000">
              <a:off x="7126357" y="1918254"/>
              <a:ext cx="241852" cy="775252"/>
            </a:xfrm>
            <a:prstGeom prst="straightConnector1">
              <a:avLst/>
            </a:prstGeom>
            <a:noFill/>
            <a:ln cap="rnd" cmpd="sng" w="9525">
              <a:solidFill>
                <a:schemeClr val="lt1"/>
              </a:solidFill>
              <a:prstDash val="solid"/>
              <a:round/>
              <a:headEnd len="sm" w="sm" type="none"/>
              <a:tailEnd len="sm" w="sm" type="none"/>
            </a:ln>
          </p:spPr>
        </p:cxnSp>
        <p:cxnSp>
          <p:nvCxnSpPr>
            <p:cNvPr id="566" name="Google Shape;566;p31"/>
            <p:cNvCxnSpPr/>
            <p:nvPr/>
          </p:nvCxnSpPr>
          <p:spPr>
            <a:xfrm>
              <a:off x="7354957" y="1918254"/>
              <a:ext cx="291548" cy="0"/>
            </a:xfrm>
            <a:prstGeom prst="straightConnector1">
              <a:avLst/>
            </a:prstGeom>
            <a:noFill/>
            <a:ln cap="rnd" cmpd="sng" w="9525">
              <a:solidFill>
                <a:schemeClr val="lt1"/>
              </a:solidFill>
              <a:prstDash val="solid"/>
              <a:round/>
              <a:headEnd len="sm" w="sm" type="none"/>
              <a:tailEnd len="sm" w="sm" type="none"/>
            </a:ln>
          </p:spPr>
        </p:cxnSp>
      </p:grpSp>
      <p:sp>
        <p:nvSpPr>
          <p:cNvPr id="567" name="Google Shape;567;p31"/>
          <p:cNvSpPr/>
          <p:nvPr/>
        </p:nvSpPr>
        <p:spPr>
          <a:xfrm>
            <a:off x="10419517" y="2372147"/>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grpSp>
        <p:nvGrpSpPr>
          <p:cNvPr id="568" name="Google Shape;568;p31"/>
          <p:cNvGrpSpPr/>
          <p:nvPr/>
        </p:nvGrpSpPr>
        <p:grpSpPr>
          <a:xfrm>
            <a:off x="7818778" y="1378234"/>
            <a:ext cx="2600739" cy="2637182"/>
            <a:chOff x="7368209" y="1948070"/>
            <a:chExt cx="2600739" cy="2637182"/>
          </a:xfrm>
        </p:grpSpPr>
        <p:cxnSp>
          <p:nvCxnSpPr>
            <p:cNvPr id="569" name="Google Shape;569;p31"/>
            <p:cNvCxnSpPr/>
            <p:nvPr/>
          </p:nvCxnSpPr>
          <p:spPr>
            <a:xfrm>
              <a:off x="7368209" y="4585251"/>
              <a:ext cx="1524001" cy="0"/>
            </a:xfrm>
            <a:prstGeom prst="straightConnector1">
              <a:avLst/>
            </a:prstGeom>
            <a:noFill/>
            <a:ln cap="rnd" cmpd="sng" w="9525">
              <a:solidFill>
                <a:schemeClr val="lt1"/>
              </a:solidFill>
              <a:prstDash val="solid"/>
              <a:round/>
              <a:headEnd len="sm" w="sm" type="none"/>
              <a:tailEnd len="sm" w="sm" type="none"/>
            </a:ln>
          </p:spPr>
        </p:cxnSp>
        <p:cxnSp>
          <p:nvCxnSpPr>
            <p:cNvPr id="570" name="Google Shape;570;p31"/>
            <p:cNvCxnSpPr/>
            <p:nvPr/>
          </p:nvCxnSpPr>
          <p:spPr>
            <a:xfrm>
              <a:off x="8600662"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571" name="Google Shape;571;p31"/>
            <p:cNvCxnSpPr/>
            <p:nvPr/>
          </p:nvCxnSpPr>
          <p:spPr>
            <a:xfrm rot="10800000">
              <a:off x="8922027" y="1948072"/>
              <a:ext cx="513521" cy="1318589"/>
            </a:xfrm>
            <a:prstGeom prst="straightConnector1">
              <a:avLst/>
            </a:prstGeom>
            <a:noFill/>
            <a:ln cap="rnd" cmpd="sng" w="9525">
              <a:solidFill>
                <a:schemeClr val="lt1"/>
              </a:solidFill>
              <a:prstDash val="solid"/>
              <a:round/>
              <a:headEnd len="sm" w="sm" type="none"/>
              <a:tailEnd len="sm" w="sm" type="none"/>
            </a:ln>
          </p:spPr>
        </p:cxnSp>
        <p:cxnSp>
          <p:nvCxnSpPr>
            <p:cNvPr id="572" name="Google Shape;572;p31"/>
            <p:cNvCxnSpPr/>
            <p:nvPr/>
          </p:nvCxnSpPr>
          <p:spPr>
            <a:xfrm flipH="1">
              <a:off x="8922027" y="3266661"/>
              <a:ext cx="513521" cy="1318591"/>
            </a:xfrm>
            <a:prstGeom prst="straightConnector1">
              <a:avLst/>
            </a:prstGeom>
            <a:noFill/>
            <a:ln cap="rnd" cmpd="sng" w="9525">
              <a:solidFill>
                <a:schemeClr val="lt1"/>
              </a:solidFill>
              <a:prstDash val="solid"/>
              <a:round/>
              <a:headEnd len="sm" w="sm" type="none"/>
              <a:tailEnd len="sm" w="sm" type="none"/>
            </a:ln>
          </p:spPr>
        </p:cxnSp>
        <p:cxnSp>
          <p:nvCxnSpPr>
            <p:cNvPr id="573" name="Google Shape;573;p31"/>
            <p:cNvCxnSpPr/>
            <p:nvPr/>
          </p:nvCxnSpPr>
          <p:spPr>
            <a:xfrm>
              <a:off x="9435548" y="3279913"/>
              <a:ext cx="533400" cy="0"/>
            </a:xfrm>
            <a:prstGeom prst="straightConnector1">
              <a:avLst/>
            </a:prstGeom>
            <a:noFill/>
            <a:ln cap="rnd" cmpd="sng" w="9525">
              <a:solidFill>
                <a:schemeClr val="lt1"/>
              </a:solidFill>
              <a:prstDash val="solid"/>
              <a:round/>
              <a:headEnd len="sm" w="sm" type="none"/>
              <a:tailEnd len="sm" w="sm" type="none"/>
            </a:ln>
          </p:spPr>
        </p:cxnSp>
      </p:grpSp>
      <p:sp>
        <p:nvSpPr>
          <p:cNvPr id="574" name="Google Shape;574;p31"/>
          <p:cNvSpPr/>
          <p:nvPr/>
        </p:nvSpPr>
        <p:spPr>
          <a:xfrm>
            <a:off x="82821" y="2560991"/>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575" name="Google Shape;575;p31"/>
          <p:cNvSpPr/>
          <p:nvPr/>
        </p:nvSpPr>
        <p:spPr>
          <a:xfrm>
            <a:off x="11754674" y="2574244"/>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576" name="Google Shape;576;p31"/>
          <p:cNvSpPr txBox="1"/>
          <p:nvPr/>
        </p:nvSpPr>
        <p:spPr>
          <a:xfrm>
            <a:off x="25869" y="1803406"/>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1</a:t>
            </a:r>
            <a:endParaRPr b="0" i="0" sz="1400" u="none" cap="none" strike="noStrike">
              <a:solidFill>
                <a:srgbClr val="000000"/>
              </a:solidFill>
              <a:latin typeface="Arial"/>
              <a:ea typeface="Arial"/>
              <a:cs typeface="Arial"/>
              <a:sym typeface="Arial"/>
            </a:endParaRPr>
          </a:p>
        </p:txBody>
      </p:sp>
      <p:sp>
        <p:nvSpPr>
          <p:cNvPr id="577" name="Google Shape;577;p31"/>
          <p:cNvSpPr txBox="1"/>
          <p:nvPr/>
        </p:nvSpPr>
        <p:spPr>
          <a:xfrm>
            <a:off x="11697722" y="1827149"/>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2</a:t>
            </a:r>
            <a:endParaRPr b="0" i="0" sz="1400" u="none" cap="none" strike="noStrike">
              <a:solidFill>
                <a:srgbClr val="000000"/>
              </a:solidFill>
              <a:latin typeface="Arial"/>
              <a:ea typeface="Arial"/>
              <a:cs typeface="Arial"/>
              <a:sym typeface="Arial"/>
            </a:endParaRPr>
          </a:p>
        </p:txBody>
      </p:sp>
      <p:cxnSp>
        <p:nvCxnSpPr>
          <p:cNvPr id="578" name="Google Shape;578;p31"/>
          <p:cNvCxnSpPr>
            <a:stCxn id="574" idx="6"/>
            <a:endCxn id="518" idx="1"/>
          </p:cNvCxnSpPr>
          <p:nvPr/>
        </p:nvCxnSpPr>
        <p:spPr>
          <a:xfrm>
            <a:off x="387621" y="2696825"/>
            <a:ext cx="381000" cy="0"/>
          </a:xfrm>
          <a:prstGeom prst="straightConnector1">
            <a:avLst/>
          </a:prstGeom>
          <a:noFill/>
          <a:ln cap="rnd" cmpd="sng" w="9525">
            <a:solidFill>
              <a:schemeClr val="lt1"/>
            </a:solidFill>
            <a:prstDash val="solid"/>
            <a:round/>
            <a:headEnd len="sm" w="sm" type="none"/>
            <a:tailEnd len="sm" w="sm" type="none"/>
          </a:ln>
        </p:spPr>
      </p:cxnSp>
      <p:cxnSp>
        <p:nvCxnSpPr>
          <p:cNvPr id="579" name="Google Shape;579;p31"/>
          <p:cNvCxnSpPr/>
          <p:nvPr/>
        </p:nvCxnSpPr>
        <p:spPr>
          <a:xfrm>
            <a:off x="11373674" y="2703451"/>
            <a:ext cx="381000" cy="0"/>
          </a:xfrm>
          <a:prstGeom prst="straightConnector1">
            <a:avLst/>
          </a:prstGeom>
          <a:noFill/>
          <a:ln cap="rnd" cmpd="sng" w="9525">
            <a:solidFill>
              <a:schemeClr val="lt1"/>
            </a:solidFill>
            <a:prstDash val="solid"/>
            <a:round/>
            <a:headEnd len="sm" w="sm" type="none"/>
            <a:tailEnd len="sm" w="sm" type="none"/>
          </a:ln>
        </p:spPr>
      </p:cxnSp>
      <p:sp>
        <p:nvSpPr>
          <p:cNvPr id="580" name="Google Shape;580;p31"/>
          <p:cNvSpPr txBox="1"/>
          <p:nvPr/>
        </p:nvSpPr>
        <p:spPr>
          <a:xfrm>
            <a:off x="973660" y="5549345"/>
            <a:ext cx="9677073"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A + C + E + M + N = 5 + 15 + 12 + 8 + 4 = 44 DIAS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32"/>
          <p:cNvSpPr/>
          <p:nvPr/>
        </p:nvSpPr>
        <p:spPr>
          <a:xfrm>
            <a:off x="768621" y="2372147"/>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5 d</a:t>
            </a:r>
            <a:endParaRPr b="0" i="0" sz="1400" u="none" cap="none" strike="noStrike">
              <a:solidFill>
                <a:srgbClr val="000000"/>
              </a:solidFill>
              <a:latin typeface="Arial"/>
              <a:ea typeface="Arial"/>
              <a:cs typeface="Arial"/>
              <a:sym typeface="Arial"/>
            </a:endParaRPr>
          </a:p>
        </p:txBody>
      </p:sp>
      <p:sp>
        <p:nvSpPr>
          <p:cNvPr id="586" name="Google Shape;586;p32"/>
          <p:cNvSpPr/>
          <p:nvPr/>
        </p:nvSpPr>
        <p:spPr>
          <a:xfrm>
            <a:off x="2392012" y="1053556"/>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10 d</a:t>
            </a:r>
            <a:endParaRPr b="0" i="0" sz="1400" u="none" cap="none" strike="noStrike">
              <a:solidFill>
                <a:srgbClr val="000000"/>
              </a:solidFill>
              <a:latin typeface="Arial"/>
              <a:ea typeface="Arial"/>
              <a:cs typeface="Arial"/>
              <a:sym typeface="Arial"/>
            </a:endParaRPr>
          </a:p>
        </p:txBody>
      </p:sp>
      <p:sp>
        <p:nvSpPr>
          <p:cNvPr id="587" name="Google Shape;587;p32"/>
          <p:cNvSpPr/>
          <p:nvPr/>
        </p:nvSpPr>
        <p:spPr>
          <a:xfrm>
            <a:off x="3597960" y="1053556"/>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2 d</a:t>
            </a:r>
            <a:endParaRPr b="0" i="0" sz="1400" u="none" cap="none" strike="noStrike">
              <a:solidFill>
                <a:srgbClr val="000000"/>
              </a:solidFill>
              <a:latin typeface="Arial"/>
              <a:ea typeface="Arial"/>
              <a:cs typeface="Arial"/>
              <a:sym typeface="Arial"/>
            </a:endParaRPr>
          </a:p>
        </p:txBody>
      </p:sp>
      <p:sp>
        <p:nvSpPr>
          <p:cNvPr id="588" name="Google Shape;588;p32"/>
          <p:cNvSpPr/>
          <p:nvPr/>
        </p:nvSpPr>
        <p:spPr>
          <a:xfrm>
            <a:off x="2869090" y="3690739"/>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15 d</a:t>
            </a:r>
            <a:endParaRPr b="0" i="0" sz="1400" u="none" cap="none" strike="noStrike">
              <a:solidFill>
                <a:srgbClr val="000000"/>
              </a:solidFill>
              <a:latin typeface="Arial"/>
              <a:ea typeface="Arial"/>
              <a:cs typeface="Arial"/>
              <a:sym typeface="Arial"/>
            </a:endParaRPr>
          </a:p>
        </p:txBody>
      </p:sp>
      <p:sp>
        <p:nvSpPr>
          <p:cNvPr id="589" name="Google Shape;589;p32"/>
          <p:cNvSpPr/>
          <p:nvPr/>
        </p:nvSpPr>
        <p:spPr>
          <a:xfrm>
            <a:off x="4406340" y="2696825"/>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12 d</a:t>
            </a:r>
            <a:endParaRPr b="0" i="0" sz="1400" u="none" cap="none" strike="noStrike">
              <a:solidFill>
                <a:srgbClr val="000000"/>
              </a:solidFill>
              <a:latin typeface="Arial"/>
              <a:ea typeface="Arial"/>
              <a:cs typeface="Arial"/>
              <a:sym typeface="Arial"/>
            </a:endParaRPr>
          </a:p>
        </p:txBody>
      </p:sp>
      <p:sp>
        <p:nvSpPr>
          <p:cNvPr id="590" name="Google Shape;590;p32"/>
          <p:cNvSpPr/>
          <p:nvPr/>
        </p:nvSpPr>
        <p:spPr>
          <a:xfrm>
            <a:off x="4406340" y="369073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591" name="Google Shape;591;p32"/>
          <p:cNvSpPr/>
          <p:nvPr/>
        </p:nvSpPr>
        <p:spPr>
          <a:xfrm>
            <a:off x="4406339" y="4684653"/>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sp>
        <p:nvSpPr>
          <p:cNvPr id="592" name="Google Shape;592;p32"/>
          <p:cNvSpPr/>
          <p:nvPr/>
        </p:nvSpPr>
        <p:spPr>
          <a:xfrm>
            <a:off x="5161716" y="59641"/>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H</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593" name="Google Shape;593;p32"/>
          <p:cNvSpPr/>
          <p:nvPr/>
        </p:nvSpPr>
        <p:spPr>
          <a:xfrm>
            <a:off x="5161715" y="1875190"/>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J</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594" name="Google Shape;594;p32"/>
          <p:cNvSpPr/>
          <p:nvPr/>
        </p:nvSpPr>
        <p:spPr>
          <a:xfrm>
            <a:off x="5625540" y="369073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595" name="Google Shape;595;p32"/>
          <p:cNvSpPr/>
          <p:nvPr/>
        </p:nvSpPr>
        <p:spPr>
          <a:xfrm>
            <a:off x="6380917" y="59641"/>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3 d</a:t>
            </a:r>
            <a:endParaRPr b="0" i="0" sz="1400" u="none" cap="none" strike="noStrike">
              <a:solidFill>
                <a:srgbClr val="000000"/>
              </a:solidFill>
              <a:latin typeface="Arial"/>
              <a:ea typeface="Arial"/>
              <a:cs typeface="Arial"/>
              <a:sym typeface="Arial"/>
            </a:endParaRPr>
          </a:p>
        </p:txBody>
      </p:sp>
      <p:sp>
        <p:nvSpPr>
          <p:cNvPr id="596" name="Google Shape;596;p32"/>
          <p:cNvSpPr/>
          <p:nvPr/>
        </p:nvSpPr>
        <p:spPr>
          <a:xfrm>
            <a:off x="8097074" y="1053556"/>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9 d</a:t>
            </a:r>
            <a:endParaRPr b="0" i="0" sz="1400" u="none" cap="none" strike="noStrike">
              <a:solidFill>
                <a:srgbClr val="000000"/>
              </a:solidFill>
              <a:latin typeface="Arial"/>
              <a:ea typeface="Arial"/>
              <a:cs typeface="Arial"/>
              <a:sym typeface="Arial"/>
            </a:endParaRPr>
          </a:p>
        </p:txBody>
      </p:sp>
      <p:sp>
        <p:nvSpPr>
          <p:cNvPr id="597" name="Google Shape;597;p32"/>
          <p:cNvSpPr/>
          <p:nvPr/>
        </p:nvSpPr>
        <p:spPr>
          <a:xfrm>
            <a:off x="6864621" y="3690739"/>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grpSp>
        <p:nvGrpSpPr>
          <p:cNvPr id="598" name="Google Shape;598;p32"/>
          <p:cNvGrpSpPr/>
          <p:nvPr/>
        </p:nvGrpSpPr>
        <p:grpSpPr>
          <a:xfrm>
            <a:off x="1643262" y="1378234"/>
            <a:ext cx="1240725" cy="2637182"/>
            <a:chOff x="1272209" y="1948070"/>
            <a:chExt cx="1240725" cy="2637182"/>
          </a:xfrm>
        </p:grpSpPr>
        <p:cxnSp>
          <p:nvCxnSpPr>
            <p:cNvPr id="599" name="Google Shape;599;p32"/>
            <p:cNvCxnSpPr/>
            <p:nvPr/>
          </p:nvCxnSpPr>
          <p:spPr>
            <a:xfrm>
              <a:off x="1272209" y="3279913"/>
              <a:ext cx="291548" cy="0"/>
            </a:xfrm>
            <a:prstGeom prst="straightConnector1">
              <a:avLst/>
            </a:prstGeom>
            <a:noFill/>
            <a:ln cap="rnd" cmpd="sng" w="9525">
              <a:solidFill>
                <a:schemeClr val="lt1"/>
              </a:solidFill>
              <a:prstDash val="solid"/>
              <a:round/>
              <a:headEnd len="sm" w="sm" type="none"/>
              <a:tailEnd len="sm" w="sm" type="none"/>
            </a:ln>
          </p:spPr>
        </p:cxnSp>
        <p:cxnSp>
          <p:nvCxnSpPr>
            <p:cNvPr id="600" name="Google Shape;600;p32"/>
            <p:cNvCxnSpPr/>
            <p:nvPr/>
          </p:nvCxnSpPr>
          <p:spPr>
            <a:xfrm flipH="1" rot="10800000">
              <a:off x="1563757" y="1948070"/>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601" name="Google Shape;601;p32"/>
            <p:cNvCxnSpPr/>
            <p:nvPr/>
          </p:nvCxnSpPr>
          <p:spPr>
            <a:xfrm>
              <a:off x="169627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602" name="Google Shape;602;p32"/>
            <p:cNvCxnSpPr/>
            <p:nvPr/>
          </p:nvCxnSpPr>
          <p:spPr>
            <a:xfrm>
              <a:off x="1563757" y="3266661"/>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603" name="Google Shape;603;p32"/>
            <p:cNvCxnSpPr/>
            <p:nvPr/>
          </p:nvCxnSpPr>
          <p:spPr>
            <a:xfrm flipH="1" rot="10800000">
              <a:off x="1711175" y="4568687"/>
              <a:ext cx="801759" cy="13251"/>
            </a:xfrm>
            <a:prstGeom prst="straightConnector1">
              <a:avLst/>
            </a:prstGeom>
            <a:noFill/>
            <a:ln cap="rnd" cmpd="sng" w="9525">
              <a:solidFill>
                <a:schemeClr val="lt1"/>
              </a:solidFill>
              <a:prstDash val="solid"/>
              <a:round/>
              <a:headEnd len="sm" w="sm" type="none"/>
              <a:tailEnd len="sm" w="sm" type="none"/>
            </a:ln>
          </p:spPr>
        </p:cxnSp>
      </p:grpSp>
      <p:grpSp>
        <p:nvGrpSpPr>
          <p:cNvPr id="604" name="Google Shape;604;p32"/>
          <p:cNvGrpSpPr/>
          <p:nvPr/>
        </p:nvGrpSpPr>
        <p:grpSpPr>
          <a:xfrm>
            <a:off x="3783490" y="3021503"/>
            <a:ext cx="682487" cy="1987826"/>
            <a:chOff x="3332921" y="3591339"/>
            <a:chExt cx="682487" cy="1987826"/>
          </a:xfrm>
        </p:grpSpPr>
        <p:cxnSp>
          <p:nvCxnSpPr>
            <p:cNvPr id="605" name="Google Shape;605;p32"/>
            <p:cNvCxnSpPr/>
            <p:nvPr/>
          </p:nvCxnSpPr>
          <p:spPr>
            <a:xfrm>
              <a:off x="3332921" y="4585252"/>
              <a:ext cx="291548" cy="0"/>
            </a:xfrm>
            <a:prstGeom prst="straightConnector1">
              <a:avLst/>
            </a:prstGeom>
            <a:noFill/>
            <a:ln cap="rnd" cmpd="sng" w="9525">
              <a:solidFill>
                <a:schemeClr val="lt1"/>
              </a:solidFill>
              <a:prstDash val="solid"/>
              <a:round/>
              <a:headEnd len="sm" w="sm" type="none"/>
              <a:tailEnd len="sm" w="sm" type="none"/>
            </a:ln>
          </p:spPr>
        </p:cxnSp>
        <p:cxnSp>
          <p:nvCxnSpPr>
            <p:cNvPr id="606" name="Google Shape;606;p32"/>
            <p:cNvCxnSpPr/>
            <p:nvPr/>
          </p:nvCxnSpPr>
          <p:spPr>
            <a:xfrm flipH="1" rot="10800000">
              <a:off x="3614527" y="3591339"/>
              <a:ext cx="109333" cy="993914"/>
            </a:xfrm>
            <a:prstGeom prst="straightConnector1">
              <a:avLst/>
            </a:prstGeom>
            <a:noFill/>
            <a:ln cap="rnd" cmpd="sng" w="9525">
              <a:solidFill>
                <a:schemeClr val="lt1"/>
              </a:solidFill>
              <a:prstDash val="solid"/>
              <a:round/>
              <a:headEnd len="sm" w="sm" type="none"/>
              <a:tailEnd len="sm" w="sm" type="none"/>
            </a:ln>
          </p:spPr>
        </p:cxnSp>
        <p:cxnSp>
          <p:nvCxnSpPr>
            <p:cNvPr id="607" name="Google Shape;607;p32"/>
            <p:cNvCxnSpPr/>
            <p:nvPr/>
          </p:nvCxnSpPr>
          <p:spPr>
            <a:xfrm>
              <a:off x="3614527" y="4585252"/>
              <a:ext cx="86143" cy="993913"/>
            </a:xfrm>
            <a:prstGeom prst="straightConnector1">
              <a:avLst/>
            </a:prstGeom>
            <a:noFill/>
            <a:ln cap="rnd" cmpd="sng" w="9525">
              <a:solidFill>
                <a:schemeClr val="lt1"/>
              </a:solidFill>
              <a:prstDash val="solid"/>
              <a:round/>
              <a:headEnd len="sm" w="sm" type="none"/>
              <a:tailEnd len="sm" w="sm" type="none"/>
            </a:ln>
          </p:spPr>
        </p:cxnSp>
        <p:cxnSp>
          <p:nvCxnSpPr>
            <p:cNvPr id="608" name="Google Shape;608;p32"/>
            <p:cNvCxnSpPr/>
            <p:nvPr/>
          </p:nvCxnSpPr>
          <p:spPr>
            <a:xfrm>
              <a:off x="3723860" y="3591339"/>
              <a:ext cx="291548" cy="0"/>
            </a:xfrm>
            <a:prstGeom prst="straightConnector1">
              <a:avLst/>
            </a:prstGeom>
            <a:noFill/>
            <a:ln cap="rnd" cmpd="sng" w="9525">
              <a:solidFill>
                <a:schemeClr val="lt1"/>
              </a:solidFill>
              <a:prstDash val="solid"/>
              <a:round/>
              <a:headEnd len="sm" w="sm" type="none"/>
              <a:tailEnd len="sm" w="sm" type="none"/>
            </a:ln>
          </p:spPr>
        </p:cxnSp>
        <p:cxnSp>
          <p:nvCxnSpPr>
            <p:cNvPr id="609" name="Google Shape;609;p32"/>
            <p:cNvCxnSpPr/>
            <p:nvPr/>
          </p:nvCxnSpPr>
          <p:spPr>
            <a:xfrm>
              <a:off x="3700670" y="5579165"/>
              <a:ext cx="291548" cy="0"/>
            </a:xfrm>
            <a:prstGeom prst="straightConnector1">
              <a:avLst/>
            </a:prstGeom>
            <a:noFill/>
            <a:ln cap="rnd" cmpd="sng" w="9525">
              <a:solidFill>
                <a:schemeClr val="lt1"/>
              </a:solidFill>
              <a:prstDash val="solid"/>
              <a:round/>
              <a:headEnd len="sm" w="sm" type="none"/>
              <a:tailEnd len="sm" w="sm" type="none"/>
            </a:ln>
          </p:spPr>
        </p:cxnSp>
        <p:cxnSp>
          <p:nvCxnSpPr>
            <p:cNvPr id="610" name="Google Shape;610;p32"/>
            <p:cNvCxnSpPr/>
            <p:nvPr/>
          </p:nvCxnSpPr>
          <p:spPr>
            <a:xfrm>
              <a:off x="3614522" y="4585252"/>
              <a:ext cx="341244" cy="1"/>
            </a:xfrm>
            <a:prstGeom prst="straightConnector1">
              <a:avLst/>
            </a:prstGeom>
            <a:noFill/>
            <a:ln cap="rnd" cmpd="sng" w="9525">
              <a:solidFill>
                <a:schemeClr val="lt1"/>
              </a:solidFill>
              <a:prstDash val="solid"/>
              <a:round/>
              <a:headEnd len="sm" w="sm" type="none"/>
              <a:tailEnd len="sm" w="sm" type="none"/>
            </a:ln>
          </p:spPr>
        </p:cxnSp>
      </p:grpSp>
      <p:cxnSp>
        <p:nvCxnSpPr>
          <p:cNvPr id="611" name="Google Shape;611;p32"/>
          <p:cNvCxnSpPr/>
          <p:nvPr/>
        </p:nvCxnSpPr>
        <p:spPr>
          <a:xfrm>
            <a:off x="3306412" y="1378234"/>
            <a:ext cx="291548" cy="0"/>
          </a:xfrm>
          <a:prstGeom prst="straightConnector1">
            <a:avLst/>
          </a:prstGeom>
          <a:noFill/>
          <a:ln cap="rnd" cmpd="sng" w="9525">
            <a:solidFill>
              <a:schemeClr val="lt1"/>
            </a:solidFill>
            <a:prstDash val="solid"/>
            <a:round/>
            <a:headEnd len="sm" w="sm" type="none"/>
            <a:tailEnd len="sm" w="sm" type="none"/>
          </a:ln>
        </p:spPr>
      </p:cxnSp>
      <p:cxnSp>
        <p:nvCxnSpPr>
          <p:cNvPr id="612" name="Google Shape;612;p32"/>
          <p:cNvCxnSpPr/>
          <p:nvPr/>
        </p:nvCxnSpPr>
        <p:spPr>
          <a:xfrm>
            <a:off x="5360496" y="4015416"/>
            <a:ext cx="291548" cy="0"/>
          </a:xfrm>
          <a:prstGeom prst="straightConnector1">
            <a:avLst/>
          </a:prstGeom>
          <a:noFill/>
          <a:ln cap="rnd" cmpd="sng" w="9525">
            <a:solidFill>
              <a:schemeClr val="lt1"/>
            </a:solidFill>
            <a:prstDash val="solid"/>
            <a:round/>
            <a:headEnd len="sm" w="sm" type="none"/>
            <a:tailEnd len="sm" w="sm" type="none"/>
          </a:ln>
        </p:spPr>
      </p:cxnSp>
      <p:grpSp>
        <p:nvGrpSpPr>
          <p:cNvPr id="613" name="Google Shape;613;p32"/>
          <p:cNvGrpSpPr/>
          <p:nvPr/>
        </p:nvGrpSpPr>
        <p:grpSpPr>
          <a:xfrm>
            <a:off x="5333992" y="3034755"/>
            <a:ext cx="1537253" cy="1974574"/>
            <a:chOff x="4883423" y="3604591"/>
            <a:chExt cx="1537253" cy="1974574"/>
          </a:xfrm>
        </p:grpSpPr>
        <p:cxnSp>
          <p:nvCxnSpPr>
            <p:cNvPr id="614" name="Google Shape;614;p32"/>
            <p:cNvCxnSpPr/>
            <p:nvPr/>
          </p:nvCxnSpPr>
          <p:spPr>
            <a:xfrm>
              <a:off x="6129128" y="4585252"/>
              <a:ext cx="291548" cy="0"/>
            </a:xfrm>
            <a:prstGeom prst="straightConnector1">
              <a:avLst/>
            </a:prstGeom>
            <a:noFill/>
            <a:ln cap="rnd" cmpd="sng" w="9525">
              <a:solidFill>
                <a:schemeClr val="lt1"/>
              </a:solidFill>
              <a:prstDash val="solid"/>
              <a:round/>
              <a:headEnd len="sm" w="sm" type="none"/>
              <a:tailEnd len="sm" w="sm" type="none"/>
            </a:ln>
          </p:spPr>
        </p:cxnSp>
        <p:cxnSp>
          <p:nvCxnSpPr>
            <p:cNvPr id="615" name="Google Shape;615;p32"/>
            <p:cNvCxnSpPr/>
            <p:nvPr/>
          </p:nvCxnSpPr>
          <p:spPr>
            <a:xfrm>
              <a:off x="4883423" y="3604591"/>
              <a:ext cx="1046925" cy="0"/>
            </a:xfrm>
            <a:prstGeom prst="straightConnector1">
              <a:avLst/>
            </a:prstGeom>
            <a:noFill/>
            <a:ln cap="rnd" cmpd="sng" w="9525">
              <a:solidFill>
                <a:schemeClr val="lt1"/>
              </a:solidFill>
              <a:prstDash val="solid"/>
              <a:round/>
              <a:headEnd len="sm" w="sm" type="none"/>
              <a:tailEnd len="sm" w="sm" type="none"/>
            </a:ln>
          </p:spPr>
        </p:cxnSp>
        <p:cxnSp>
          <p:nvCxnSpPr>
            <p:cNvPr id="616" name="Google Shape;616;p32"/>
            <p:cNvCxnSpPr/>
            <p:nvPr/>
          </p:nvCxnSpPr>
          <p:spPr>
            <a:xfrm>
              <a:off x="4909927" y="5579165"/>
              <a:ext cx="1020421" cy="0"/>
            </a:xfrm>
            <a:prstGeom prst="straightConnector1">
              <a:avLst/>
            </a:prstGeom>
            <a:noFill/>
            <a:ln cap="rnd" cmpd="sng" w="9525">
              <a:solidFill>
                <a:schemeClr val="lt1"/>
              </a:solidFill>
              <a:prstDash val="solid"/>
              <a:round/>
              <a:headEnd len="sm" w="sm" type="none"/>
              <a:tailEnd len="sm" w="sm" type="none"/>
            </a:ln>
          </p:spPr>
        </p:cxnSp>
        <p:cxnSp>
          <p:nvCxnSpPr>
            <p:cNvPr id="617" name="Google Shape;617;p32"/>
            <p:cNvCxnSpPr/>
            <p:nvPr/>
          </p:nvCxnSpPr>
          <p:spPr>
            <a:xfrm>
              <a:off x="5930348" y="3604591"/>
              <a:ext cx="324678" cy="311426"/>
            </a:xfrm>
            <a:prstGeom prst="straightConnector1">
              <a:avLst/>
            </a:prstGeom>
            <a:noFill/>
            <a:ln cap="rnd" cmpd="sng" w="9525">
              <a:solidFill>
                <a:schemeClr val="lt1"/>
              </a:solidFill>
              <a:prstDash val="solid"/>
              <a:round/>
              <a:headEnd len="sm" w="sm" type="none"/>
              <a:tailEnd len="sm" w="sm" type="none"/>
            </a:ln>
          </p:spPr>
        </p:cxnSp>
        <p:cxnSp>
          <p:nvCxnSpPr>
            <p:cNvPr id="618" name="Google Shape;618;p32"/>
            <p:cNvCxnSpPr/>
            <p:nvPr/>
          </p:nvCxnSpPr>
          <p:spPr>
            <a:xfrm flipH="1" rot="10800000">
              <a:off x="5930348" y="5141843"/>
              <a:ext cx="324678" cy="437322"/>
            </a:xfrm>
            <a:prstGeom prst="straightConnector1">
              <a:avLst/>
            </a:prstGeom>
            <a:noFill/>
            <a:ln cap="rnd" cmpd="sng" w="9525">
              <a:solidFill>
                <a:schemeClr val="lt1"/>
              </a:solidFill>
              <a:prstDash val="solid"/>
              <a:round/>
              <a:headEnd len="sm" w="sm" type="none"/>
              <a:tailEnd len="sm" w="sm" type="none"/>
            </a:ln>
          </p:spPr>
        </p:cxnSp>
        <p:cxnSp>
          <p:nvCxnSpPr>
            <p:cNvPr id="619" name="Google Shape;619;p32"/>
            <p:cNvCxnSpPr/>
            <p:nvPr/>
          </p:nvCxnSpPr>
          <p:spPr>
            <a:xfrm>
              <a:off x="6255026" y="3916017"/>
              <a:ext cx="0" cy="669234"/>
            </a:xfrm>
            <a:prstGeom prst="straightConnector1">
              <a:avLst/>
            </a:prstGeom>
            <a:noFill/>
            <a:ln cap="rnd" cmpd="sng" w="9525">
              <a:solidFill>
                <a:schemeClr val="lt1"/>
              </a:solidFill>
              <a:prstDash val="solid"/>
              <a:round/>
              <a:headEnd len="sm" w="sm" type="none"/>
              <a:tailEnd len="sm" w="sm" type="none"/>
            </a:ln>
          </p:spPr>
        </p:cxnSp>
        <p:cxnSp>
          <p:nvCxnSpPr>
            <p:cNvPr id="620" name="Google Shape;620;p32"/>
            <p:cNvCxnSpPr/>
            <p:nvPr/>
          </p:nvCxnSpPr>
          <p:spPr>
            <a:xfrm rot="10800000">
              <a:off x="6255026" y="4585251"/>
              <a:ext cx="13252" cy="556592"/>
            </a:xfrm>
            <a:prstGeom prst="straightConnector1">
              <a:avLst/>
            </a:prstGeom>
            <a:noFill/>
            <a:ln cap="rnd" cmpd="sng" w="9525">
              <a:solidFill>
                <a:schemeClr val="lt1"/>
              </a:solidFill>
              <a:prstDash val="solid"/>
              <a:round/>
              <a:headEnd len="sm" w="sm" type="none"/>
              <a:tailEnd len="sm" w="sm" type="none"/>
            </a:ln>
          </p:spPr>
        </p:cxnSp>
      </p:grpSp>
      <p:grpSp>
        <p:nvGrpSpPr>
          <p:cNvPr id="621" name="Google Shape;621;p32"/>
          <p:cNvGrpSpPr/>
          <p:nvPr/>
        </p:nvGrpSpPr>
        <p:grpSpPr>
          <a:xfrm>
            <a:off x="4552117" y="354505"/>
            <a:ext cx="715617" cy="1769165"/>
            <a:chOff x="4101548" y="924341"/>
            <a:chExt cx="715617" cy="1769165"/>
          </a:xfrm>
        </p:grpSpPr>
        <p:cxnSp>
          <p:nvCxnSpPr>
            <p:cNvPr id="622" name="Google Shape;622;p32"/>
            <p:cNvCxnSpPr/>
            <p:nvPr/>
          </p:nvCxnSpPr>
          <p:spPr>
            <a:xfrm>
              <a:off x="410154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623" name="Google Shape;623;p32"/>
            <p:cNvCxnSpPr/>
            <p:nvPr/>
          </p:nvCxnSpPr>
          <p:spPr>
            <a:xfrm flipH="1" rot="10800000">
              <a:off x="4416284" y="924341"/>
              <a:ext cx="109333" cy="993914"/>
            </a:xfrm>
            <a:prstGeom prst="straightConnector1">
              <a:avLst/>
            </a:prstGeom>
            <a:noFill/>
            <a:ln cap="rnd" cmpd="sng" w="9525">
              <a:solidFill>
                <a:schemeClr val="lt1"/>
              </a:solidFill>
              <a:prstDash val="solid"/>
              <a:round/>
              <a:headEnd len="sm" w="sm" type="none"/>
              <a:tailEnd len="sm" w="sm" type="none"/>
            </a:ln>
          </p:spPr>
        </p:cxnSp>
        <p:cxnSp>
          <p:nvCxnSpPr>
            <p:cNvPr id="624" name="Google Shape;624;p32"/>
            <p:cNvCxnSpPr/>
            <p:nvPr/>
          </p:nvCxnSpPr>
          <p:spPr>
            <a:xfrm>
              <a:off x="4416284" y="1918254"/>
              <a:ext cx="109333" cy="765311"/>
            </a:xfrm>
            <a:prstGeom prst="straightConnector1">
              <a:avLst/>
            </a:prstGeom>
            <a:noFill/>
            <a:ln cap="rnd" cmpd="sng" w="9525">
              <a:solidFill>
                <a:schemeClr val="lt1"/>
              </a:solidFill>
              <a:prstDash val="solid"/>
              <a:round/>
              <a:headEnd len="sm" w="sm" type="none"/>
              <a:tailEnd len="sm" w="sm" type="none"/>
            </a:ln>
          </p:spPr>
        </p:cxnSp>
        <p:cxnSp>
          <p:nvCxnSpPr>
            <p:cNvPr id="625" name="Google Shape;625;p32"/>
            <p:cNvCxnSpPr/>
            <p:nvPr/>
          </p:nvCxnSpPr>
          <p:spPr>
            <a:xfrm>
              <a:off x="4525617" y="924341"/>
              <a:ext cx="291548" cy="0"/>
            </a:xfrm>
            <a:prstGeom prst="straightConnector1">
              <a:avLst/>
            </a:prstGeom>
            <a:noFill/>
            <a:ln cap="rnd" cmpd="sng" w="9525">
              <a:solidFill>
                <a:schemeClr val="lt1"/>
              </a:solidFill>
              <a:prstDash val="solid"/>
              <a:round/>
              <a:headEnd len="sm" w="sm" type="none"/>
              <a:tailEnd len="sm" w="sm" type="none"/>
            </a:ln>
          </p:spPr>
        </p:cxnSp>
        <p:cxnSp>
          <p:nvCxnSpPr>
            <p:cNvPr id="626" name="Google Shape;626;p32"/>
            <p:cNvCxnSpPr/>
            <p:nvPr/>
          </p:nvCxnSpPr>
          <p:spPr>
            <a:xfrm>
              <a:off x="4525617" y="2693506"/>
              <a:ext cx="291548" cy="0"/>
            </a:xfrm>
            <a:prstGeom prst="straightConnector1">
              <a:avLst/>
            </a:prstGeom>
            <a:noFill/>
            <a:ln cap="rnd" cmpd="sng" w="9525">
              <a:solidFill>
                <a:schemeClr val="lt1"/>
              </a:solidFill>
              <a:prstDash val="solid"/>
              <a:round/>
              <a:headEnd len="sm" w="sm" type="none"/>
              <a:tailEnd len="sm" w="sm" type="none"/>
            </a:ln>
          </p:spPr>
        </p:cxnSp>
      </p:grpSp>
      <p:cxnSp>
        <p:nvCxnSpPr>
          <p:cNvPr id="627" name="Google Shape;627;p32"/>
          <p:cNvCxnSpPr/>
          <p:nvPr/>
        </p:nvCxnSpPr>
        <p:spPr>
          <a:xfrm>
            <a:off x="6115872" y="354505"/>
            <a:ext cx="291548" cy="0"/>
          </a:xfrm>
          <a:prstGeom prst="straightConnector1">
            <a:avLst/>
          </a:prstGeom>
          <a:noFill/>
          <a:ln cap="rnd" cmpd="sng" w="9525">
            <a:solidFill>
              <a:schemeClr val="lt1"/>
            </a:solidFill>
            <a:prstDash val="solid"/>
            <a:round/>
            <a:headEnd len="sm" w="sm" type="none"/>
            <a:tailEnd len="sm" w="sm" type="none"/>
          </a:ln>
        </p:spPr>
      </p:cxnSp>
      <p:grpSp>
        <p:nvGrpSpPr>
          <p:cNvPr id="628" name="Google Shape;628;p32"/>
          <p:cNvGrpSpPr/>
          <p:nvPr/>
        </p:nvGrpSpPr>
        <p:grpSpPr>
          <a:xfrm>
            <a:off x="6115872" y="367757"/>
            <a:ext cx="1981202" cy="1755913"/>
            <a:chOff x="5665303" y="937593"/>
            <a:chExt cx="1981202" cy="1755913"/>
          </a:xfrm>
        </p:grpSpPr>
        <p:cxnSp>
          <p:nvCxnSpPr>
            <p:cNvPr id="629" name="Google Shape;629;p32"/>
            <p:cNvCxnSpPr/>
            <p:nvPr/>
          </p:nvCxnSpPr>
          <p:spPr>
            <a:xfrm>
              <a:off x="5665303" y="2693506"/>
              <a:ext cx="1510750" cy="0"/>
            </a:xfrm>
            <a:prstGeom prst="straightConnector1">
              <a:avLst/>
            </a:prstGeom>
            <a:noFill/>
            <a:ln cap="rnd" cmpd="sng" w="9525">
              <a:solidFill>
                <a:schemeClr val="lt1"/>
              </a:solidFill>
              <a:prstDash val="solid"/>
              <a:round/>
              <a:headEnd len="sm" w="sm" type="none"/>
              <a:tailEnd len="sm" w="sm" type="none"/>
            </a:ln>
          </p:spPr>
        </p:cxnSp>
        <p:cxnSp>
          <p:nvCxnSpPr>
            <p:cNvPr id="630" name="Google Shape;630;p32"/>
            <p:cNvCxnSpPr/>
            <p:nvPr/>
          </p:nvCxnSpPr>
          <p:spPr>
            <a:xfrm>
              <a:off x="6884505" y="937593"/>
              <a:ext cx="291548" cy="0"/>
            </a:xfrm>
            <a:prstGeom prst="straightConnector1">
              <a:avLst/>
            </a:prstGeom>
            <a:noFill/>
            <a:ln cap="rnd" cmpd="sng" w="9525">
              <a:solidFill>
                <a:schemeClr val="lt1"/>
              </a:solidFill>
              <a:prstDash val="solid"/>
              <a:round/>
              <a:headEnd len="sm" w="sm" type="none"/>
              <a:tailEnd len="sm" w="sm" type="none"/>
            </a:ln>
          </p:spPr>
        </p:cxnSp>
        <p:cxnSp>
          <p:nvCxnSpPr>
            <p:cNvPr id="631" name="Google Shape;631;p32"/>
            <p:cNvCxnSpPr/>
            <p:nvPr/>
          </p:nvCxnSpPr>
          <p:spPr>
            <a:xfrm>
              <a:off x="7176053" y="937593"/>
              <a:ext cx="192156" cy="980661"/>
            </a:xfrm>
            <a:prstGeom prst="straightConnector1">
              <a:avLst/>
            </a:prstGeom>
            <a:noFill/>
            <a:ln cap="rnd" cmpd="sng" w="9525">
              <a:solidFill>
                <a:schemeClr val="lt1"/>
              </a:solidFill>
              <a:prstDash val="solid"/>
              <a:round/>
              <a:headEnd len="sm" w="sm" type="none"/>
              <a:tailEnd len="sm" w="sm" type="none"/>
            </a:ln>
          </p:spPr>
        </p:cxnSp>
        <p:cxnSp>
          <p:nvCxnSpPr>
            <p:cNvPr id="632" name="Google Shape;632;p32"/>
            <p:cNvCxnSpPr/>
            <p:nvPr/>
          </p:nvCxnSpPr>
          <p:spPr>
            <a:xfrm flipH="1" rot="10800000">
              <a:off x="7126357" y="1918254"/>
              <a:ext cx="241852" cy="775252"/>
            </a:xfrm>
            <a:prstGeom prst="straightConnector1">
              <a:avLst/>
            </a:prstGeom>
            <a:noFill/>
            <a:ln cap="rnd" cmpd="sng" w="9525">
              <a:solidFill>
                <a:schemeClr val="lt1"/>
              </a:solidFill>
              <a:prstDash val="solid"/>
              <a:round/>
              <a:headEnd len="sm" w="sm" type="none"/>
              <a:tailEnd len="sm" w="sm" type="none"/>
            </a:ln>
          </p:spPr>
        </p:cxnSp>
        <p:cxnSp>
          <p:nvCxnSpPr>
            <p:cNvPr id="633" name="Google Shape;633;p32"/>
            <p:cNvCxnSpPr/>
            <p:nvPr/>
          </p:nvCxnSpPr>
          <p:spPr>
            <a:xfrm>
              <a:off x="7354957" y="1918254"/>
              <a:ext cx="291548" cy="0"/>
            </a:xfrm>
            <a:prstGeom prst="straightConnector1">
              <a:avLst/>
            </a:prstGeom>
            <a:noFill/>
            <a:ln cap="rnd" cmpd="sng" w="9525">
              <a:solidFill>
                <a:schemeClr val="lt1"/>
              </a:solidFill>
              <a:prstDash val="solid"/>
              <a:round/>
              <a:headEnd len="sm" w="sm" type="none"/>
              <a:tailEnd len="sm" w="sm" type="none"/>
            </a:ln>
          </p:spPr>
        </p:cxnSp>
      </p:grpSp>
      <p:sp>
        <p:nvSpPr>
          <p:cNvPr id="634" name="Google Shape;634;p32"/>
          <p:cNvSpPr/>
          <p:nvPr/>
        </p:nvSpPr>
        <p:spPr>
          <a:xfrm>
            <a:off x="10419517" y="2372147"/>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grpSp>
        <p:nvGrpSpPr>
          <p:cNvPr id="635" name="Google Shape;635;p32"/>
          <p:cNvGrpSpPr/>
          <p:nvPr/>
        </p:nvGrpSpPr>
        <p:grpSpPr>
          <a:xfrm>
            <a:off x="7818778" y="1378234"/>
            <a:ext cx="2600739" cy="2637182"/>
            <a:chOff x="7368209" y="1948070"/>
            <a:chExt cx="2600739" cy="2637182"/>
          </a:xfrm>
        </p:grpSpPr>
        <p:cxnSp>
          <p:nvCxnSpPr>
            <p:cNvPr id="636" name="Google Shape;636;p32"/>
            <p:cNvCxnSpPr/>
            <p:nvPr/>
          </p:nvCxnSpPr>
          <p:spPr>
            <a:xfrm>
              <a:off x="7368209" y="4585251"/>
              <a:ext cx="1524001" cy="0"/>
            </a:xfrm>
            <a:prstGeom prst="straightConnector1">
              <a:avLst/>
            </a:prstGeom>
            <a:noFill/>
            <a:ln cap="rnd" cmpd="sng" w="9525">
              <a:solidFill>
                <a:schemeClr val="lt1"/>
              </a:solidFill>
              <a:prstDash val="solid"/>
              <a:round/>
              <a:headEnd len="sm" w="sm" type="none"/>
              <a:tailEnd len="sm" w="sm" type="none"/>
            </a:ln>
          </p:spPr>
        </p:cxnSp>
        <p:cxnSp>
          <p:nvCxnSpPr>
            <p:cNvPr id="637" name="Google Shape;637;p32"/>
            <p:cNvCxnSpPr/>
            <p:nvPr/>
          </p:nvCxnSpPr>
          <p:spPr>
            <a:xfrm>
              <a:off x="8600662"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638" name="Google Shape;638;p32"/>
            <p:cNvCxnSpPr/>
            <p:nvPr/>
          </p:nvCxnSpPr>
          <p:spPr>
            <a:xfrm rot="10800000">
              <a:off x="8922027" y="1948072"/>
              <a:ext cx="513521" cy="1318589"/>
            </a:xfrm>
            <a:prstGeom prst="straightConnector1">
              <a:avLst/>
            </a:prstGeom>
            <a:noFill/>
            <a:ln cap="rnd" cmpd="sng" w="9525">
              <a:solidFill>
                <a:schemeClr val="lt1"/>
              </a:solidFill>
              <a:prstDash val="solid"/>
              <a:round/>
              <a:headEnd len="sm" w="sm" type="none"/>
              <a:tailEnd len="sm" w="sm" type="none"/>
            </a:ln>
          </p:spPr>
        </p:cxnSp>
        <p:cxnSp>
          <p:nvCxnSpPr>
            <p:cNvPr id="639" name="Google Shape;639;p32"/>
            <p:cNvCxnSpPr/>
            <p:nvPr/>
          </p:nvCxnSpPr>
          <p:spPr>
            <a:xfrm flipH="1">
              <a:off x="8922027" y="3266661"/>
              <a:ext cx="513521" cy="1318591"/>
            </a:xfrm>
            <a:prstGeom prst="straightConnector1">
              <a:avLst/>
            </a:prstGeom>
            <a:noFill/>
            <a:ln cap="rnd" cmpd="sng" w="9525">
              <a:solidFill>
                <a:schemeClr val="lt1"/>
              </a:solidFill>
              <a:prstDash val="solid"/>
              <a:round/>
              <a:headEnd len="sm" w="sm" type="none"/>
              <a:tailEnd len="sm" w="sm" type="none"/>
            </a:ln>
          </p:spPr>
        </p:cxnSp>
        <p:cxnSp>
          <p:nvCxnSpPr>
            <p:cNvPr id="640" name="Google Shape;640;p32"/>
            <p:cNvCxnSpPr/>
            <p:nvPr/>
          </p:nvCxnSpPr>
          <p:spPr>
            <a:xfrm>
              <a:off x="9435548" y="3279913"/>
              <a:ext cx="533400" cy="0"/>
            </a:xfrm>
            <a:prstGeom prst="straightConnector1">
              <a:avLst/>
            </a:prstGeom>
            <a:noFill/>
            <a:ln cap="rnd" cmpd="sng" w="9525">
              <a:solidFill>
                <a:schemeClr val="lt1"/>
              </a:solidFill>
              <a:prstDash val="solid"/>
              <a:round/>
              <a:headEnd len="sm" w="sm" type="none"/>
              <a:tailEnd len="sm" w="sm" type="none"/>
            </a:ln>
          </p:spPr>
        </p:cxnSp>
      </p:grpSp>
      <p:sp>
        <p:nvSpPr>
          <p:cNvPr id="641" name="Google Shape;641;p32"/>
          <p:cNvSpPr/>
          <p:nvPr/>
        </p:nvSpPr>
        <p:spPr>
          <a:xfrm>
            <a:off x="82821" y="2560991"/>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642" name="Google Shape;642;p32"/>
          <p:cNvSpPr/>
          <p:nvPr/>
        </p:nvSpPr>
        <p:spPr>
          <a:xfrm>
            <a:off x="11754674" y="2574244"/>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643" name="Google Shape;643;p32"/>
          <p:cNvSpPr txBox="1"/>
          <p:nvPr/>
        </p:nvSpPr>
        <p:spPr>
          <a:xfrm>
            <a:off x="25869" y="1803406"/>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1</a:t>
            </a:r>
            <a:endParaRPr b="0" i="0" sz="1400" u="none" cap="none" strike="noStrike">
              <a:solidFill>
                <a:srgbClr val="000000"/>
              </a:solidFill>
              <a:latin typeface="Arial"/>
              <a:ea typeface="Arial"/>
              <a:cs typeface="Arial"/>
              <a:sym typeface="Arial"/>
            </a:endParaRPr>
          </a:p>
        </p:txBody>
      </p:sp>
      <p:sp>
        <p:nvSpPr>
          <p:cNvPr id="644" name="Google Shape;644;p32"/>
          <p:cNvSpPr txBox="1"/>
          <p:nvPr/>
        </p:nvSpPr>
        <p:spPr>
          <a:xfrm>
            <a:off x="11697722" y="1827149"/>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2</a:t>
            </a:r>
            <a:endParaRPr b="0" i="0" sz="1400" u="none" cap="none" strike="noStrike">
              <a:solidFill>
                <a:srgbClr val="000000"/>
              </a:solidFill>
              <a:latin typeface="Arial"/>
              <a:ea typeface="Arial"/>
              <a:cs typeface="Arial"/>
              <a:sym typeface="Arial"/>
            </a:endParaRPr>
          </a:p>
        </p:txBody>
      </p:sp>
      <p:cxnSp>
        <p:nvCxnSpPr>
          <p:cNvPr id="645" name="Google Shape;645;p32"/>
          <p:cNvCxnSpPr>
            <a:stCxn id="641" idx="6"/>
            <a:endCxn id="585" idx="1"/>
          </p:cNvCxnSpPr>
          <p:nvPr/>
        </p:nvCxnSpPr>
        <p:spPr>
          <a:xfrm>
            <a:off x="387621" y="2696825"/>
            <a:ext cx="381000" cy="0"/>
          </a:xfrm>
          <a:prstGeom prst="straightConnector1">
            <a:avLst/>
          </a:prstGeom>
          <a:noFill/>
          <a:ln cap="rnd" cmpd="sng" w="9525">
            <a:solidFill>
              <a:schemeClr val="lt1"/>
            </a:solidFill>
            <a:prstDash val="solid"/>
            <a:round/>
            <a:headEnd len="sm" w="sm" type="none"/>
            <a:tailEnd len="sm" w="sm" type="none"/>
          </a:ln>
        </p:spPr>
      </p:cxnSp>
      <p:cxnSp>
        <p:nvCxnSpPr>
          <p:cNvPr id="646" name="Google Shape;646;p32"/>
          <p:cNvCxnSpPr/>
          <p:nvPr/>
        </p:nvCxnSpPr>
        <p:spPr>
          <a:xfrm>
            <a:off x="11373674" y="2703451"/>
            <a:ext cx="381000" cy="0"/>
          </a:xfrm>
          <a:prstGeom prst="straightConnector1">
            <a:avLst/>
          </a:prstGeom>
          <a:noFill/>
          <a:ln cap="rnd" cmpd="sng" w="9525">
            <a:solidFill>
              <a:schemeClr val="lt1"/>
            </a:solidFill>
            <a:prstDash val="solid"/>
            <a:round/>
            <a:headEnd len="sm" w="sm" type="none"/>
            <a:tailEnd len="sm" w="sm" type="none"/>
          </a:ln>
        </p:spPr>
      </p:cxnSp>
      <p:sp>
        <p:nvSpPr>
          <p:cNvPr id="647" name="Google Shape;647;p32"/>
          <p:cNvSpPr txBox="1"/>
          <p:nvPr/>
        </p:nvSpPr>
        <p:spPr>
          <a:xfrm>
            <a:off x="973660" y="5549345"/>
            <a:ext cx="9489521"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A + C + G + M + N = 5 + 15 + 8 + 8 + 4 = 40 DIAS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33"/>
          <p:cNvSpPr/>
          <p:nvPr/>
        </p:nvSpPr>
        <p:spPr>
          <a:xfrm>
            <a:off x="768621" y="2372147"/>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5 d</a:t>
            </a:r>
            <a:endParaRPr b="0" i="0" sz="1400" u="none" cap="none" strike="noStrike">
              <a:solidFill>
                <a:srgbClr val="000000"/>
              </a:solidFill>
              <a:latin typeface="Arial"/>
              <a:ea typeface="Arial"/>
              <a:cs typeface="Arial"/>
              <a:sym typeface="Arial"/>
            </a:endParaRPr>
          </a:p>
        </p:txBody>
      </p:sp>
      <p:sp>
        <p:nvSpPr>
          <p:cNvPr id="653" name="Google Shape;653;p33"/>
          <p:cNvSpPr/>
          <p:nvPr/>
        </p:nvSpPr>
        <p:spPr>
          <a:xfrm>
            <a:off x="2392012" y="1053556"/>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10 d</a:t>
            </a:r>
            <a:endParaRPr b="0" i="0" sz="1400" u="none" cap="none" strike="noStrike">
              <a:solidFill>
                <a:srgbClr val="000000"/>
              </a:solidFill>
              <a:latin typeface="Arial"/>
              <a:ea typeface="Arial"/>
              <a:cs typeface="Arial"/>
              <a:sym typeface="Arial"/>
            </a:endParaRPr>
          </a:p>
        </p:txBody>
      </p:sp>
      <p:sp>
        <p:nvSpPr>
          <p:cNvPr id="654" name="Google Shape;654;p33"/>
          <p:cNvSpPr/>
          <p:nvPr/>
        </p:nvSpPr>
        <p:spPr>
          <a:xfrm>
            <a:off x="3597960" y="1053556"/>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2 d</a:t>
            </a:r>
            <a:endParaRPr b="0" i="0" sz="1400" u="none" cap="none" strike="noStrike">
              <a:solidFill>
                <a:srgbClr val="000000"/>
              </a:solidFill>
              <a:latin typeface="Arial"/>
              <a:ea typeface="Arial"/>
              <a:cs typeface="Arial"/>
              <a:sym typeface="Arial"/>
            </a:endParaRPr>
          </a:p>
        </p:txBody>
      </p:sp>
      <p:sp>
        <p:nvSpPr>
          <p:cNvPr id="655" name="Google Shape;655;p33"/>
          <p:cNvSpPr/>
          <p:nvPr/>
        </p:nvSpPr>
        <p:spPr>
          <a:xfrm>
            <a:off x="2869090" y="3690739"/>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15 d</a:t>
            </a:r>
            <a:endParaRPr b="0" i="0" sz="1400" u="none" cap="none" strike="noStrike">
              <a:solidFill>
                <a:srgbClr val="000000"/>
              </a:solidFill>
              <a:latin typeface="Arial"/>
              <a:ea typeface="Arial"/>
              <a:cs typeface="Arial"/>
              <a:sym typeface="Arial"/>
            </a:endParaRPr>
          </a:p>
        </p:txBody>
      </p:sp>
      <p:sp>
        <p:nvSpPr>
          <p:cNvPr id="656" name="Google Shape;656;p33"/>
          <p:cNvSpPr/>
          <p:nvPr/>
        </p:nvSpPr>
        <p:spPr>
          <a:xfrm>
            <a:off x="4406340" y="2696825"/>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12 d</a:t>
            </a:r>
            <a:endParaRPr b="0" i="0" sz="1400" u="none" cap="none" strike="noStrike">
              <a:solidFill>
                <a:srgbClr val="000000"/>
              </a:solidFill>
              <a:latin typeface="Arial"/>
              <a:ea typeface="Arial"/>
              <a:cs typeface="Arial"/>
              <a:sym typeface="Arial"/>
            </a:endParaRPr>
          </a:p>
        </p:txBody>
      </p:sp>
      <p:sp>
        <p:nvSpPr>
          <p:cNvPr id="657" name="Google Shape;657;p33"/>
          <p:cNvSpPr/>
          <p:nvPr/>
        </p:nvSpPr>
        <p:spPr>
          <a:xfrm>
            <a:off x="4406340" y="3690739"/>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658" name="Google Shape;658;p33"/>
          <p:cNvSpPr/>
          <p:nvPr/>
        </p:nvSpPr>
        <p:spPr>
          <a:xfrm>
            <a:off x="4406339" y="4684653"/>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sp>
        <p:nvSpPr>
          <p:cNvPr id="659" name="Google Shape;659;p33"/>
          <p:cNvSpPr/>
          <p:nvPr/>
        </p:nvSpPr>
        <p:spPr>
          <a:xfrm>
            <a:off x="5161716" y="59641"/>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H</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660" name="Google Shape;660;p33"/>
          <p:cNvSpPr/>
          <p:nvPr/>
        </p:nvSpPr>
        <p:spPr>
          <a:xfrm>
            <a:off x="5161715" y="1875190"/>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J</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661" name="Google Shape;661;p33"/>
          <p:cNvSpPr/>
          <p:nvPr/>
        </p:nvSpPr>
        <p:spPr>
          <a:xfrm>
            <a:off x="5625540" y="3690739"/>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662" name="Google Shape;662;p33"/>
          <p:cNvSpPr/>
          <p:nvPr/>
        </p:nvSpPr>
        <p:spPr>
          <a:xfrm>
            <a:off x="6380917" y="59641"/>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3 d</a:t>
            </a:r>
            <a:endParaRPr b="0" i="0" sz="1400" u="none" cap="none" strike="noStrike">
              <a:solidFill>
                <a:srgbClr val="000000"/>
              </a:solidFill>
              <a:latin typeface="Arial"/>
              <a:ea typeface="Arial"/>
              <a:cs typeface="Arial"/>
              <a:sym typeface="Arial"/>
            </a:endParaRPr>
          </a:p>
        </p:txBody>
      </p:sp>
      <p:sp>
        <p:nvSpPr>
          <p:cNvPr id="663" name="Google Shape;663;p33"/>
          <p:cNvSpPr/>
          <p:nvPr/>
        </p:nvSpPr>
        <p:spPr>
          <a:xfrm>
            <a:off x="8097074" y="1053556"/>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D8D8D8"/>
                </a:solidFill>
                <a:latin typeface="Arial Narrow"/>
                <a:ea typeface="Arial Narrow"/>
                <a:cs typeface="Arial Narrow"/>
                <a:sym typeface="Arial Narrow"/>
              </a:rPr>
              <a:t>9 d</a:t>
            </a:r>
            <a:endParaRPr b="0" i="0" sz="1400" u="none" cap="none" strike="noStrike">
              <a:solidFill>
                <a:srgbClr val="000000"/>
              </a:solidFill>
              <a:latin typeface="Arial"/>
              <a:ea typeface="Arial"/>
              <a:cs typeface="Arial"/>
              <a:sym typeface="Arial"/>
            </a:endParaRPr>
          </a:p>
        </p:txBody>
      </p:sp>
      <p:sp>
        <p:nvSpPr>
          <p:cNvPr id="664" name="Google Shape;664;p33"/>
          <p:cNvSpPr/>
          <p:nvPr/>
        </p:nvSpPr>
        <p:spPr>
          <a:xfrm>
            <a:off x="6864621" y="3690739"/>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grpSp>
        <p:nvGrpSpPr>
          <p:cNvPr id="665" name="Google Shape;665;p33"/>
          <p:cNvGrpSpPr/>
          <p:nvPr/>
        </p:nvGrpSpPr>
        <p:grpSpPr>
          <a:xfrm>
            <a:off x="1643262" y="1378234"/>
            <a:ext cx="1240725" cy="2637182"/>
            <a:chOff x="1272209" y="1948070"/>
            <a:chExt cx="1240725" cy="2637182"/>
          </a:xfrm>
        </p:grpSpPr>
        <p:cxnSp>
          <p:nvCxnSpPr>
            <p:cNvPr id="666" name="Google Shape;666;p33"/>
            <p:cNvCxnSpPr/>
            <p:nvPr/>
          </p:nvCxnSpPr>
          <p:spPr>
            <a:xfrm>
              <a:off x="1272209" y="3279913"/>
              <a:ext cx="291548" cy="0"/>
            </a:xfrm>
            <a:prstGeom prst="straightConnector1">
              <a:avLst/>
            </a:prstGeom>
            <a:noFill/>
            <a:ln cap="rnd" cmpd="sng" w="9525">
              <a:solidFill>
                <a:schemeClr val="lt1"/>
              </a:solidFill>
              <a:prstDash val="solid"/>
              <a:round/>
              <a:headEnd len="sm" w="sm" type="none"/>
              <a:tailEnd len="sm" w="sm" type="none"/>
            </a:ln>
          </p:spPr>
        </p:cxnSp>
        <p:cxnSp>
          <p:nvCxnSpPr>
            <p:cNvPr id="667" name="Google Shape;667;p33"/>
            <p:cNvCxnSpPr/>
            <p:nvPr/>
          </p:nvCxnSpPr>
          <p:spPr>
            <a:xfrm flipH="1" rot="10800000">
              <a:off x="1563757" y="1948070"/>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668" name="Google Shape;668;p33"/>
            <p:cNvCxnSpPr/>
            <p:nvPr/>
          </p:nvCxnSpPr>
          <p:spPr>
            <a:xfrm>
              <a:off x="169627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669" name="Google Shape;669;p33"/>
            <p:cNvCxnSpPr/>
            <p:nvPr/>
          </p:nvCxnSpPr>
          <p:spPr>
            <a:xfrm>
              <a:off x="1563757" y="3266661"/>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670" name="Google Shape;670;p33"/>
            <p:cNvCxnSpPr/>
            <p:nvPr/>
          </p:nvCxnSpPr>
          <p:spPr>
            <a:xfrm flipH="1" rot="10800000">
              <a:off x="1711175" y="4568687"/>
              <a:ext cx="801759" cy="13251"/>
            </a:xfrm>
            <a:prstGeom prst="straightConnector1">
              <a:avLst/>
            </a:prstGeom>
            <a:noFill/>
            <a:ln cap="rnd" cmpd="sng" w="9525">
              <a:solidFill>
                <a:schemeClr val="lt1"/>
              </a:solidFill>
              <a:prstDash val="solid"/>
              <a:round/>
              <a:headEnd len="sm" w="sm" type="none"/>
              <a:tailEnd len="sm" w="sm" type="none"/>
            </a:ln>
          </p:spPr>
        </p:cxnSp>
      </p:grpSp>
      <p:grpSp>
        <p:nvGrpSpPr>
          <p:cNvPr id="671" name="Google Shape;671;p33"/>
          <p:cNvGrpSpPr/>
          <p:nvPr/>
        </p:nvGrpSpPr>
        <p:grpSpPr>
          <a:xfrm>
            <a:off x="3783490" y="3021503"/>
            <a:ext cx="682487" cy="1987826"/>
            <a:chOff x="3332921" y="3591339"/>
            <a:chExt cx="682487" cy="1987826"/>
          </a:xfrm>
        </p:grpSpPr>
        <p:cxnSp>
          <p:nvCxnSpPr>
            <p:cNvPr id="672" name="Google Shape;672;p33"/>
            <p:cNvCxnSpPr/>
            <p:nvPr/>
          </p:nvCxnSpPr>
          <p:spPr>
            <a:xfrm>
              <a:off x="3332921" y="4585252"/>
              <a:ext cx="291548" cy="0"/>
            </a:xfrm>
            <a:prstGeom prst="straightConnector1">
              <a:avLst/>
            </a:prstGeom>
            <a:noFill/>
            <a:ln cap="rnd" cmpd="sng" w="9525">
              <a:solidFill>
                <a:schemeClr val="lt1"/>
              </a:solidFill>
              <a:prstDash val="solid"/>
              <a:round/>
              <a:headEnd len="sm" w="sm" type="none"/>
              <a:tailEnd len="sm" w="sm" type="none"/>
            </a:ln>
          </p:spPr>
        </p:cxnSp>
        <p:cxnSp>
          <p:nvCxnSpPr>
            <p:cNvPr id="673" name="Google Shape;673;p33"/>
            <p:cNvCxnSpPr/>
            <p:nvPr/>
          </p:nvCxnSpPr>
          <p:spPr>
            <a:xfrm flipH="1" rot="10800000">
              <a:off x="3614527" y="3591339"/>
              <a:ext cx="109333" cy="993914"/>
            </a:xfrm>
            <a:prstGeom prst="straightConnector1">
              <a:avLst/>
            </a:prstGeom>
            <a:noFill/>
            <a:ln cap="rnd" cmpd="sng" w="9525">
              <a:solidFill>
                <a:schemeClr val="lt1"/>
              </a:solidFill>
              <a:prstDash val="solid"/>
              <a:round/>
              <a:headEnd len="sm" w="sm" type="none"/>
              <a:tailEnd len="sm" w="sm" type="none"/>
            </a:ln>
          </p:spPr>
        </p:cxnSp>
        <p:cxnSp>
          <p:nvCxnSpPr>
            <p:cNvPr id="674" name="Google Shape;674;p33"/>
            <p:cNvCxnSpPr/>
            <p:nvPr/>
          </p:nvCxnSpPr>
          <p:spPr>
            <a:xfrm>
              <a:off x="3614527" y="4585252"/>
              <a:ext cx="86143" cy="993913"/>
            </a:xfrm>
            <a:prstGeom prst="straightConnector1">
              <a:avLst/>
            </a:prstGeom>
            <a:noFill/>
            <a:ln cap="rnd" cmpd="sng" w="9525">
              <a:solidFill>
                <a:schemeClr val="lt1"/>
              </a:solidFill>
              <a:prstDash val="solid"/>
              <a:round/>
              <a:headEnd len="sm" w="sm" type="none"/>
              <a:tailEnd len="sm" w="sm" type="none"/>
            </a:ln>
          </p:spPr>
        </p:cxnSp>
        <p:cxnSp>
          <p:nvCxnSpPr>
            <p:cNvPr id="675" name="Google Shape;675;p33"/>
            <p:cNvCxnSpPr/>
            <p:nvPr/>
          </p:nvCxnSpPr>
          <p:spPr>
            <a:xfrm>
              <a:off x="3723860" y="3591339"/>
              <a:ext cx="291548" cy="0"/>
            </a:xfrm>
            <a:prstGeom prst="straightConnector1">
              <a:avLst/>
            </a:prstGeom>
            <a:noFill/>
            <a:ln cap="rnd" cmpd="sng" w="9525">
              <a:solidFill>
                <a:schemeClr val="lt1"/>
              </a:solidFill>
              <a:prstDash val="solid"/>
              <a:round/>
              <a:headEnd len="sm" w="sm" type="none"/>
              <a:tailEnd len="sm" w="sm" type="none"/>
            </a:ln>
          </p:spPr>
        </p:cxnSp>
        <p:cxnSp>
          <p:nvCxnSpPr>
            <p:cNvPr id="676" name="Google Shape;676;p33"/>
            <p:cNvCxnSpPr/>
            <p:nvPr/>
          </p:nvCxnSpPr>
          <p:spPr>
            <a:xfrm>
              <a:off x="3700670" y="5579165"/>
              <a:ext cx="291548" cy="0"/>
            </a:xfrm>
            <a:prstGeom prst="straightConnector1">
              <a:avLst/>
            </a:prstGeom>
            <a:noFill/>
            <a:ln cap="rnd" cmpd="sng" w="9525">
              <a:solidFill>
                <a:schemeClr val="lt1"/>
              </a:solidFill>
              <a:prstDash val="solid"/>
              <a:round/>
              <a:headEnd len="sm" w="sm" type="none"/>
              <a:tailEnd len="sm" w="sm" type="none"/>
            </a:ln>
          </p:spPr>
        </p:cxnSp>
        <p:cxnSp>
          <p:nvCxnSpPr>
            <p:cNvPr id="677" name="Google Shape;677;p33"/>
            <p:cNvCxnSpPr/>
            <p:nvPr/>
          </p:nvCxnSpPr>
          <p:spPr>
            <a:xfrm>
              <a:off x="3614522" y="4585252"/>
              <a:ext cx="341244" cy="1"/>
            </a:xfrm>
            <a:prstGeom prst="straightConnector1">
              <a:avLst/>
            </a:prstGeom>
            <a:noFill/>
            <a:ln cap="rnd" cmpd="sng" w="9525">
              <a:solidFill>
                <a:schemeClr val="lt1"/>
              </a:solidFill>
              <a:prstDash val="solid"/>
              <a:round/>
              <a:headEnd len="sm" w="sm" type="none"/>
              <a:tailEnd len="sm" w="sm" type="none"/>
            </a:ln>
          </p:spPr>
        </p:cxnSp>
      </p:grpSp>
      <p:cxnSp>
        <p:nvCxnSpPr>
          <p:cNvPr id="678" name="Google Shape;678;p33"/>
          <p:cNvCxnSpPr/>
          <p:nvPr/>
        </p:nvCxnSpPr>
        <p:spPr>
          <a:xfrm>
            <a:off x="3306412" y="1378234"/>
            <a:ext cx="291548" cy="0"/>
          </a:xfrm>
          <a:prstGeom prst="straightConnector1">
            <a:avLst/>
          </a:prstGeom>
          <a:noFill/>
          <a:ln cap="rnd" cmpd="sng" w="9525">
            <a:solidFill>
              <a:schemeClr val="lt1"/>
            </a:solidFill>
            <a:prstDash val="solid"/>
            <a:round/>
            <a:headEnd len="sm" w="sm" type="none"/>
            <a:tailEnd len="sm" w="sm" type="none"/>
          </a:ln>
        </p:spPr>
      </p:cxnSp>
      <p:cxnSp>
        <p:nvCxnSpPr>
          <p:cNvPr id="679" name="Google Shape;679;p33"/>
          <p:cNvCxnSpPr/>
          <p:nvPr/>
        </p:nvCxnSpPr>
        <p:spPr>
          <a:xfrm>
            <a:off x="5360496" y="4015416"/>
            <a:ext cx="291548" cy="0"/>
          </a:xfrm>
          <a:prstGeom prst="straightConnector1">
            <a:avLst/>
          </a:prstGeom>
          <a:noFill/>
          <a:ln cap="rnd" cmpd="sng" w="9525">
            <a:solidFill>
              <a:schemeClr val="lt1"/>
            </a:solidFill>
            <a:prstDash val="solid"/>
            <a:round/>
            <a:headEnd len="sm" w="sm" type="none"/>
            <a:tailEnd len="sm" w="sm" type="none"/>
          </a:ln>
        </p:spPr>
      </p:cxnSp>
      <p:grpSp>
        <p:nvGrpSpPr>
          <p:cNvPr id="680" name="Google Shape;680;p33"/>
          <p:cNvGrpSpPr/>
          <p:nvPr/>
        </p:nvGrpSpPr>
        <p:grpSpPr>
          <a:xfrm>
            <a:off x="5333992" y="3034755"/>
            <a:ext cx="1537253" cy="1974574"/>
            <a:chOff x="4883423" y="3604591"/>
            <a:chExt cx="1537253" cy="1974574"/>
          </a:xfrm>
        </p:grpSpPr>
        <p:cxnSp>
          <p:nvCxnSpPr>
            <p:cNvPr id="681" name="Google Shape;681;p33"/>
            <p:cNvCxnSpPr/>
            <p:nvPr/>
          </p:nvCxnSpPr>
          <p:spPr>
            <a:xfrm>
              <a:off x="6129128" y="4585252"/>
              <a:ext cx="291548" cy="0"/>
            </a:xfrm>
            <a:prstGeom prst="straightConnector1">
              <a:avLst/>
            </a:prstGeom>
            <a:noFill/>
            <a:ln cap="rnd" cmpd="sng" w="9525">
              <a:solidFill>
                <a:schemeClr val="lt1"/>
              </a:solidFill>
              <a:prstDash val="solid"/>
              <a:round/>
              <a:headEnd len="sm" w="sm" type="none"/>
              <a:tailEnd len="sm" w="sm" type="none"/>
            </a:ln>
          </p:spPr>
        </p:cxnSp>
        <p:cxnSp>
          <p:nvCxnSpPr>
            <p:cNvPr id="682" name="Google Shape;682;p33"/>
            <p:cNvCxnSpPr/>
            <p:nvPr/>
          </p:nvCxnSpPr>
          <p:spPr>
            <a:xfrm>
              <a:off x="4883423" y="3604591"/>
              <a:ext cx="1046925" cy="0"/>
            </a:xfrm>
            <a:prstGeom prst="straightConnector1">
              <a:avLst/>
            </a:prstGeom>
            <a:noFill/>
            <a:ln cap="rnd" cmpd="sng" w="9525">
              <a:solidFill>
                <a:schemeClr val="lt1"/>
              </a:solidFill>
              <a:prstDash val="solid"/>
              <a:round/>
              <a:headEnd len="sm" w="sm" type="none"/>
              <a:tailEnd len="sm" w="sm" type="none"/>
            </a:ln>
          </p:spPr>
        </p:cxnSp>
        <p:cxnSp>
          <p:nvCxnSpPr>
            <p:cNvPr id="683" name="Google Shape;683;p33"/>
            <p:cNvCxnSpPr/>
            <p:nvPr/>
          </p:nvCxnSpPr>
          <p:spPr>
            <a:xfrm>
              <a:off x="4909927" y="5579165"/>
              <a:ext cx="1020421" cy="0"/>
            </a:xfrm>
            <a:prstGeom prst="straightConnector1">
              <a:avLst/>
            </a:prstGeom>
            <a:noFill/>
            <a:ln cap="rnd" cmpd="sng" w="9525">
              <a:solidFill>
                <a:schemeClr val="lt1"/>
              </a:solidFill>
              <a:prstDash val="solid"/>
              <a:round/>
              <a:headEnd len="sm" w="sm" type="none"/>
              <a:tailEnd len="sm" w="sm" type="none"/>
            </a:ln>
          </p:spPr>
        </p:cxnSp>
        <p:cxnSp>
          <p:nvCxnSpPr>
            <p:cNvPr id="684" name="Google Shape;684;p33"/>
            <p:cNvCxnSpPr/>
            <p:nvPr/>
          </p:nvCxnSpPr>
          <p:spPr>
            <a:xfrm>
              <a:off x="5930348" y="3604591"/>
              <a:ext cx="324678" cy="311426"/>
            </a:xfrm>
            <a:prstGeom prst="straightConnector1">
              <a:avLst/>
            </a:prstGeom>
            <a:noFill/>
            <a:ln cap="rnd" cmpd="sng" w="9525">
              <a:solidFill>
                <a:schemeClr val="lt1"/>
              </a:solidFill>
              <a:prstDash val="solid"/>
              <a:round/>
              <a:headEnd len="sm" w="sm" type="none"/>
              <a:tailEnd len="sm" w="sm" type="none"/>
            </a:ln>
          </p:spPr>
        </p:cxnSp>
        <p:cxnSp>
          <p:nvCxnSpPr>
            <p:cNvPr id="685" name="Google Shape;685;p33"/>
            <p:cNvCxnSpPr/>
            <p:nvPr/>
          </p:nvCxnSpPr>
          <p:spPr>
            <a:xfrm flipH="1" rot="10800000">
              <a:off x="5930348" y="5141843"/>
              <a:ext cx="324678" cy="437322"/>
            </a:xfrm>
            <a:prstGeom prst="straightConnector1">
              <a:avLst/>
            </a:prstGeom>
            <a:noFill/>
            <a:ln cap="rnd" cmpd="sng" w="9525">
              <a:solidFill>
                <a:schemeClr val="lt1"/>
              </a:solidFill>
              <a:prstDash val="solid"/>
              <a:round/>
              <a:headEnd len="sm" w="sm" type="none"/>
              <a:tailEnd len="sm" w="sm" type="none"/>
            </a:ln>
          </p:spPr>
        </p:cxnSp>
        <p:cxnSp>
          <p:nvCxnSpPr>
            <p:cNvPr id="686" name="Google Shape;686;p33"/>
            <p:cNvCxnSpPr/>
            <p:nvPr/>
          </p:nvCxnSpPr>
          <p:spPr>
            <a:xfrm>
              <a:off x="6255026" y="3916017"/>
              <a:ext cx="0" cy="669234"/>
            </a:xfrm>
            <a:prstGeom prst="straightConnector1">
              <a:avLst/>
            </a:prstGeom>
            <a:noFill/>
            <a:ln cap="rnd" cmpd="sng" w="9525">
              <a:solidFill>
                <a:schemeClr val="lt1"/>
              </a:solidFill>
              <a:prstDash val="solid"/>
              <a:round/>
              <a:headEnd len="sm" w="sm" type="none"/>
              <a:tailEnd len="sm" w="sm" type="none"/>
            </a:ln>
          </p:spPr>
        </p:cxnSp>
        <p:cxnSp>
          <p:nvCxnSpPr>
            <p:cNvPr id="687" name="Google Shape;687;p33"/>
            <p:cNvCxnSpPr/>
            <p:nvPr/>
          </p:nvCxnSpPr>
          <p:spPr>
            <a:xfrm rot="10800000">
              <a:off x="6255026" y="4585251"/>
              <a:ext cx="13252" cy="556592"/>
            </a:xfrm>
            <a:prstGeom prst="straightConnector1">
              <a:avLst/>
            </a:prstGeom>
            <a:noFill/>
            <a:ln cap="rnd" cmpd="sng" w="9525">
              <a:solidFill>
                <a:schemeClr val="lt1"/>
              </a:solidFill>
              <a:prstDash val="solid"/>
              <a:round/>
              <a:headEnd len="sm" w="sm" type="none"/>
              <a:tailEnd len="sm" w="sm" type="none"/>
            </a:ln>
          </p:spPr>
        </p:cxnSp>
      </p:grpSp>
      <p:grpSp>
        <p:nvGrpSpPr>
          <p:cNvPr id="688" name="Google Shape;688;p33"/>
          <p:cNvGrpSpPr/>
          <p:nvPr/>
        </p:nvGrpSpPr>
        <p:grpSpPr>
          <a:xfrm>
            <a:off x="4552117" y="354505"/>
            <a:ext cx="715617" cy="1769165"/>
            <a:chOff x="4101548" y="924341"/>
            <a:chExt cx="715617" cy="1769165"/>
          </a:xfrm>
        </p:grpSpPr>
        <p:cxnSp>
          <p:nvCxnSpPr>
            <p:cNvPr id="689" name="Google Shape;689;p33"/>
            <p:cNvCxnSpPr/>
            <p:nvPr/>
          </p:nvCxnSpPr>
          <p:spPr>
            <a:xfrm>
              <a:off x="410154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690" name="Google Shape;690;p33"/>
            <p:cNvCxnSpPr/>
            <p:nvPr/>
          </p:nvCxnSpPr>
          <p:spPr>
            <a:xfrm flipH="1" rot="10800000">
              <a:off x="4416284" y="924341"/>
              <a:ext cx="109333" cy="993914"/>
            </a:xfrm>
            <a:prstGeom prst="straightConnector1">
              <a:avLst/>
            </a:prstGeom>
            <a:noFill/>
            <a:ln cap="rnd" cmpd="sng" w="9525">
              <a:solidFill>
                <a:schemeClr val="lt1"/>
              </a:solidFill>
              <a:prstDash val="solid"/>
              <a:round/>
              <a:headEnd len="sm" w="sm" type="none"/>
              <a:tailEnd len="sm" w="sm" type="none"/>
            </a:ln>
          </p:spPr>
        </p:cxnSp>
        <p:cxnSp>
          <p:nvCxnSpPr>
            <p:cNvPr id="691" name="Google Shape;691;p33"/>
            <p:cNvCxnSpPr/>
            <p:nvPr/>
          </p:nvCxnSpPr>
          <p:spPr>
            <a:xfrm>
              <a:off x="4416284" y="1918254"/>
              <a:ext cx="109333" cy="765311"/>
            </a:xfrm>
            <a:prstGeom prst="straightConnector1">
              <a:avLst/>
            </a:prstGeom>
            <a:noFill/>
            <a:ln cap="rnd" cmpd="sng" w="9525">
              <a:solidFill>
                <a:schemeClr val="lt1"/>
              </a:solidFill>
              <a:prstDash val="solid"/>
              <a:round/>
              <a:headEnd len="sm" w="sm" type="none"/>
              <a:tailEnd len="sm" w="sm" type="none"/>
            </a:ln>
          </p:spPr>
        </p:cxnSp>
        <p:cxnSp>
          <p:nvCxnSpPr>
            <p:cNvPr id="692" name="Google Shape;692;p33"/>
            <p:cNvCxnSpPr/>
            <p:nvPr/>
          </p:nvCxnSpPr>
          <p:spPr>
            <a:xfrm>
              <a:off x="4525617" y="924341"/>
              <a:ext cx="291548" cy="0"/>
            </a:xfrm>
            <a:prstGeom prst="straightConnector1">
              <a:avLst/>
            </a:prstGeom>
            <a:noFill/>
            <a:ln cap="rnd" cmpd="sng" w="9525">
              <a:solidFill>
                <a:schemeClr val="lt1"/>
              </a:solidFill>
              <a:prstDash val="solid"/>
              <a:round/>
              <a:headEnd len="sm" w="sm" type="none"/>
              <a:tailEnd len="sm" w="sm" type="none"/>
            </a:ln>
          </p:spPr>
        </p:cxnSp>
        <p:cxnSp>
          <p:nvCxnSpPr>
            <p:cNvPr id="693" name="Google Shape;693;p33"/>
            <p:cNvCxnSpPr/>
            <p:nvPr/>
          </p:nvCxnSpPr>
          <p:spPr>
            <a:xfrm>
              <a:off x="4525617" y="2693506"/>
              <a:ext cx="291548" cy="0"/>
            </a:xfrm>
            <a:prstGeom prst="straightConnector1">
              <a:avLst/>
            </a:prstGeom>
            <a:noFill/>
            <a:ln cap="rnd" cmpd="sng" w="9525">
              <a:solidFill>
                <a:schemeClr val="lt1"/>
              </a:solidFill>
              <a:prstDash val="solid"/>
              <a:round/>
              <a:headEnd len="sm" w="sm" type="none"/>
              <a:tailEnd len="sm" w="sm" type="none"/>
            </a:ln>
          </p:spPr>
        </p:cxnSp>
      </p:grpSp>
      <p:cxnSp>
        <p:nvCxnSpPr>
          <p:cNvPr id="694" name="Google Shape;694;p33"/>
          <p:cNvCxnSpPr/>
          <p:nvPr/>
        </p:nvCxnSpPr>
        <p:spPr>
          <a:xfrm>
            <a:off x="6115872" y="354505"/>
            <a:ext cx="291548" cy="0"/>
          </a:xfrm>
          <a:prstGeom prst="straightConnector1">
            <a:avLst/>
          </a:prstGeom>
          <a:noFill/>
          <a:ln cap="rnd" cmpd="sng" w="9525">
            <a:solidFill>
              <a:schemeClr val="lt1"/>
            </a:solidFill>
            <a:prstDash val="solid"/>
            <a:round/>
            <a:headEnd len="sm" w="sm" type="none"/>
            <a:tailEnd len="sm" w="sm" type="none"/>
          </a:ln>
        </p:spPr>
      </p:cxnSp>
      <p:grpSp>
        <p:nvGrpSpPr>
          <p:cNvPr id="695" name="Google Shape;695;p33"/>
          <p:cNvGrpSpPr/>
          <p:nvPr/>
        </p:nvGrpSpPr>
        <p:grpSpPr>
          <a:xfrm>
            <a:off x="6115872" y="367757"/>
            <a:ext cx="1981202" cy="1755913"/>
            <a:chOff x="5665303" y="937593"/>
            <a:chExt cx="1981202" cy="1755913"/>
          </a:xfrm>
        </p:grpSpPr>
        <p:cxnSp>
          <p:nvCxnSpPr>
            <p:cNvPr id="696" name="Google Shape;696;p33"/>
            <p:cNvCxnSpPr/>
            <p:nvPr/>
          </p:nvCxnSpPr>
          <p:spPr>
            <a:xfrm>
              <a:off x="5665303" y="2693506"/>
              <a:ext cx="1510750" cy="0"/>
            </a:xfrm>
            <a:prstGeom prst="straightConnector1">
              <a:avLst/>
            </a:prstGeom>
            <a:noFill/>
            <a:ln cap="rnd" cmpd="sng" w="9525">
              <a:solidFill>
                <a:schemeClr val="lt1"/>
              </a:solidFill>
              <a:prstDash val="solid"/>
              <a:round/>
              <a:headEnd len="sm" w="sm" type="none"/>
              <a:tailEnd len="sm" w="sm" type="none"/>
            </a:ln>
          </p:spPr>
        </p:cxnSp>
        <p:cxnSp>
          <p:nvCxnSpPr>
            <p:cNvPr id="697" name="Google Shape;697;p33"/>
            <p:cNvCxnSpPr/>
            <p:nvPr/>
          </p:nvCxnSpPr>
          <p:spPr>
            <a:xfrm>
              <a:off x="6884505" y="937593"/>
              <a:ext cx="291548" cy="0"/>
            </a:xfrm>
            <a:prstGeom prst="straightConnector1">
              <a:avLst/>
            </a:prstGeom>
            <a:noFill/>
            <a:ln cap="rnd" cmpd="sng" w="9525">
              <a:solidFill>
                <a:schemeClr val="lt1"/>
              </a:solidFill>
              <a:prstDash val="solid"/>
              <a:round/>
              <a:headEnd len="sm" w="sm" type="none"/>
              <a:tailEnd len="sm" w="sm" type="none"/>
            </a:ln>
          </p:spPr>
        </p:cxnSp>
        <p:cxnSp>
          <p:nvCxnSpPr>
            <p:cNvPr id="698" name="Google Shape;698;p33"/>
            <p:cNvCxnSpPr/>
            <p:nvPr/>
          </p:nvCxnSpPr>
          <p:spPr>
            <a:xfrm>
              <a:off x="7176053" y="937593"/>
              <a:ext cx="192156" cy="980661"/>
            </a:xfrm>
            <a:prstGeom prst="straightConnector1">
              <a:avLst/>
            </a:prstGeom>
            <a:noFill/>
            <a:ln cap="rnd" cmpd="sng" w="9525">
              <a:solidFill>
                <a:schemeClr val="lt1"/>
              </a:solidFill>
              <a:prstDash val="solid"/>
              <a:round/>
              <a:headEnd len="sm" w="sm" type="none"/>
              <a:tailEnd len="sm" w="sm" type="none"/>
            </a:ln>
          </p:spPr>
        </p:cxnSp>
        <p:cxnSp>
          <p:nvCxnSpPr>
            <p:cNvPr id="699" name="Google Shape;699;p33"/>
            <p:cNvCxnSpPr/>
            <p:nvPr/>
          </p:nvCxnSpPr>
          <p:spPr>
            <a:xfrm flipH="1" rot="10800000">
              <a:off x="7126357" y="1918254"/>
              <a:ext cx="241852" cy="775252"/>
            </a:xfrm>
            <a:prstGeom prst="straightConnector1">
              <a:avLst/>
            </a:prstGeom>
            <a:noFill/>
            <a:ln cap="rnd" cmpd="sng" w="9525">
              <a:solidFill>
                <a:schemeClr val="lt1"/>
              </a:solidFill>
              <a:prstDash val="solid"/>
              <a:round/>
              <a:headEnd len="sm" w="sm" type="none"/>
              <a:tailEnd len="sm" w="sm" type="none"/>
            </a:ln>
          </p:spPr>
        </p:cxnSp>
        <p:cxnSp>
          <p:nvCxnSpPr>
            <p:cNvPr id="700" name="Google Shape;700;p33"/>
            <p:cNvCxnSpPr/>
            <p:nvPr/>
          </p:nvCxnSpPr>
          <p:spPr>
            <a:xfrm>
              <a:off x="7354957" y="1918254"/>
              <a:ext cx="291548" cy="0"/>
            </a:xfrm>
            <a:prstGeom prst="straightConnector1">
              <a:avLst/>
            </a:prstGeom>
            <a:noFill/>
            <a:ln cap="rnd" cmpd="sng" w="9525">
              <a:solidFill>
                <a:schemeClr val="lt1"/>
              </a:solidFill>
              <a:prstDash val="solid"/>
              <a:round/>
              <a:headEnd len="sm" w="sm" type="none"/>
              <a:tailEnd len="sm" w="sm" type="none"/>
            </a:ln>
          </p:spPr>
        </p:cxnSp>
      </p:grpSp>
      <p:sp>
        <p:nvSpPr>
          <p:cNvPr id="701" name="Google Shape;701;p33"/>
          <p:cNvSpPr/>
          <p:nvPr/>
        </p:nvSpPr>
        <p:spPr>
          <a:xfrm>
            <a:off x="10419517" y="2372147"/>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grpSp>
        <p:nvGrpSpPr>
          <p:cNvPr id="702" name="Google Shape;702;p33"/>
          <p:cNvGrpSpPr/>
          <p:nvPr/>
        </p:nvGrpSpPr>
        <p:grpSpPr>
          <a:xfrm>
            <a:off x="7818778" y="1378234"/>
            <a:ext cx="2600739" cy="2637182"/>
            <a:chOff x="7368209" y="1948070"/>
            <a:chExt cx="2600739" cy="2637182"/>
          </a:xfrm>
        </p:grpSpPr>
        <p:cxnSp>
          <p:nvCxnSpPr>
            <p:cNvPr id="703" name="Google Shape;703;p33"/>
            <p:cNvCxnSpPr/>
            <p:nvPr/>
          </p:nvCxnSpPr>
          <p:spPr>
            <a:xfrm>
              <a:off x="7368209" y="4585251"/>
              <a:ext cx="1524001" cy="0"/>
            </a:xfrm>
            <a:prstGeom prst="straightConnector1">
              <a:avLst/>
            </a:prstGeom>
            <a:noFill/>
            <a:ln cap="rnd" cmpd="sng" w="9525">
              <a:solidFill>
                <a:schemeClr val="lt1"/>
              </a:solidFill>
              <a:prstDash val="solid"/>
              <a:round/>
              <a:headEnd len="sm" w="sm" type="none"/>
              <a:tailEnd len="sm" w="sm" type="none"/>
            </a:ln>
          </p:spPr>
        </p:cxnSp>
        <p:cxnSp>
          <p:nvCxnSpPr>
            <p:cNvPr id="704" name="Google Shape;704;p33"/>
            <p:cNvCxnSpPr/>
            <p:nvPr/>
          </p:nvCxnSpPr>
          <p:spPr>
            <a:xfrm>
              <a:off x="8600662"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705" name="Google Shape;705;p33"/>
            <p:cNvCxnSpPr/>
            <p:nvPr/>
          </p:nvCxnSpPr>
          <p:spPr>
            <a:xfrm rot="10800000">
              <a:off x="8922027" y="1948072"/>
              <a:ext cx="513521" cy="1318589"/>
            </a:xfrm>
            <a:prstGeom prst="straightConnector1">
              <a:avLst/>
            </a:prstGeom>
            <a:noFill/>
            <a:ln cap="rnd" cmpd="sng" w="9525">
              <a:solidFill>
                <a:schemeClr val="lt1"/>
              </a:solidFill>
              <a:prstDash val="solid"/>
              <a:round/>
              <a:headEnd len="sm" w="sm" type="none"/>
              <a:tailEnd len="sm" w="sm" type="none"/>
            </a:ln>
          </p:spPr>
        </p:cxnSp>
        <p:cxnSp>
          <p:nvCxnSpPr>
            <p:cNvPr id="706" name="Google Shape;706;p33"/>
            <p:cNvCxnSpPr/>
            <p:nvPr/>
          </p:nvCxnSpPr>
          <p:spPr>
            <a:xfrm flipH="1">
              <a:off x="8922027" y="3266661"/>
              <a:ext cx="513521" cy="1318591"/>
            </a:xfrm>
            <a:prstGeom prst="straightConnector1">
              <a:avLst/>
            </a:prstGeom>
            <a:noFill/>
            <a:ln cap="rnd" cmpd="sng" w="9525">
              <a:solidFill>
                <a:schemeClr val="lt1"/>
              </a:solidFill>
              <a:prstDash val="solid"/>
              <a:round/>
              <a:headEnd len="sm" w="sm" type="none"/>
              <a:tailEnd len="sm" w="sm" type="none"/>
            </a:ln>
          </p:spPr>
        </p:cxnSp>
        <p:cxnSp>
          <p:nvCxnSpPr>
            <p:cNvPr id="707" name="Google Shape;707;p33"/>
            <p:cNvCxnSpPr/>
            <p:nvPr/>
          </p:nvCxnSpPr>
          <p:spPr>
            <a:xfrm>
              <a:off x="9435548" y="3279913"/>
              <a:ext cx="533400" cy="0"/>
            </a:xfrm>
            <a:prstGeom prst="straightConnector1">
              <a:avLst/>
            </a:prstGeom>
            <a:noFill/>
            <a:ln cap="rnd" cmpd="sng" w="9525">
              <a:solidFill>
                <a:schemeClr val="lt1"/>
              </a:solidFill>
              <a:prstDash val="solid"/>
              <a:round/>
              <a:headEnd len="sm" w="sm" type="none"/>
              <a:tailEnd len="sm" w="sm" type="none"/>
            </a:ln>
          </p:spPr>
        </p:cxnSp>
      </p:grpSp>
      <p:sp>
        <p:nvSpPr>
          <p:cNvPr id="708" name="Google Shape;708;p33"/>
          <p:cNvSpPr/>
          <p:nvPr/>
        </p:nvSpPr>
        <p:spPr>
          <a:xfrm>
            <a:off x="82821" y="2560991"/>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709" name="Google Shape;709;p33"/>
          <p:cNvSpPr/>
          <p:nvPr/>
        </p:nvSpPr>
        <p:spPr>
          <a:xfrm>
            <a:off x="11754674" y="2574244"/>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710" name="Google Shape;710;p33"/>
          <p:cNvSpPr txBox="1"/>
          <p:nvPr/>
        </p:nvSpPr>
        <p:spPr>
          <a:xfrm>
            <a:off x="25869" y="1803406"/>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1</a:t>
            </a:r>
            <a:endParaRPr b="0" i="0" sz="1400" u="none" cap="none" strike="noStrike">
              <a:solidFill>
                <a:srgbClr val="000000"/>
              </a:solidFill>
              <a:latin typeface="Arial"/>
              <a:ea typeface="Arial"/>
              <a:cs typeface="Arial"/>
              <a:sym typeface="Arial"/>
            </a:endParaRPr>
          </a:p>
        </p:txBody>
      </p:sp>
      <p:sp>
        <p:nvSpPr>
          <p:cNvPr id="711" name="Google Shape;711;p33"/>
          <p:cNvSpPr txBox="1"/>
          <p:nvPr/>
        </p:nvSpPr>
        <p:spPr>
          <a:xfrm>
            <a:off x="11697722" y="1827149"/>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2</a:t>
            </a:r>
            <a:endParaRPr b="0" i="0" sz="1400" u="none" cap="none" strike="noStrike">
              <a:solidFill>
                <a:srgbClr val="000000"/>
              </a:solidFill>
              <a:latin typeface="Arial"/>
              <a:ea typeface="Arial"/>
              <a:cs typeface="Arial"/>
              <a:sym typeface="Arial"/>
            </a:endParaRPr>
          </a:p>
        </p:txBody>
      </p:sp>
      <p:cxnSp>
        <p:nvCxnSpPr>
          <p:cNvPr id="712" name="Google Shape;712;p33"/>
          <p:cNvCxnSpPr>
            <a:stCxn id="708" idx="6"/>
            <a:endCxn id="652" idx="1"/>
          </p:cNvCxnSpPr>
          <p:nvPr/>
        </p:nvCxnSpPr>
        <p:spPr>
          <a:xfrm>
            <a:off x="387621" y="2696825"/>
            <a:ext cx="381000" cy="0"/>
          </a:xfrm>
          <a:prstGeom prst="straightConnector1">
            <a:avLst/>
          </a:prstGeom>
          <a:noFill/>
          <a:ln cap="rnd" cmpd="sng" w="9525">
            <a:solidFill>
              <a:schemeClr val="lt1"/>
            </a:solidFill>
            <a:prstDash val="solid"/>
            <a:round/>
            <a:headEnd len="sm" w="sm" type="none"/>
            <a:tailEnd len="sm" w="sm" type="none"/>
          </a:ln>
        </p:spPr>
      </p:cxnSp>
      <p:cxnSp>
        <p:nvCxnSpPr>
          <p:cNvPr id="713" name="Google Shape;713;p33"/>
          <p:cNvCxnSpPr/>
          <p:nvPr/>
        </p:nvCxnSpPr>
        <p:spPr>
          <a:xfrm>
            <a:off x="11373674" y="2703451"/>
            <a:ext cx="381000" cy="0"/>
          </a:xfrm>
          <a:prstGeom prst="straightConnector1">
            <a:avLst/>
          </a:prstGeom>
          <a:noFill/>
          <a:ln cap="rnd" cmpd="sng" w="9525">
            <a:solidFill>
              <a:schemeClr val="lt1"/>
            </a:solidFill>
            <a:prstDash val="solid"/>
            <a:round/>
            <a:headEnd len="sm" w="sm" type="none"/>
            <a:tailEnd len="sm" w="sm" type="none"/>
          </a:ln>
        </p:spPr>
      </p:cxnSp>
      <p:sp>
        <p:nvSpPr>
          <p:cNvPr id="714" name="Google Shape;714;p33"/>
          <p:cNvSpPr txBox="1"/>
          <p:nvPr/>
        </p:nvSpPr>
        <p:spPr>
          <a:xfrm>
            <a:off x="973660" y="5549345"/>
            <a:ext cx="10892149"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A + C + F + K + M + N = 5 + 15 + 4 + 6 + 8 + 4 = 42 DIAS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34"/>
          <p:cNvSpPr txBox="1"/>
          <p:nvPr/>
        </p:nvSpPr>
        <p:spPr>
          <a:xfrm>
            <a:off x="96505" y="96089"/>
            <a:ext cx="1199899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A + B + D + H + I + L + N = 5 + 10 +2 + 4 + 3 + 9 + 4 = 37 DIAS</a:t>
            </a:r>
            <a:endParaRPr b="0" i="0" sz="1400" u="none" cap="none" strike="noStrike">
              <a:solidFill>
                <a:srgbClr val="000000"/>
              </a:solidFill>
              <a:latin typeface="Arial"/>
              <a:ea typeface="Arial"/>
              <a:cs typeface="Arial"/>
              <a:sym typeface="Arial"/>
            </a:endParaRPr>
          </a:p>
        </p:txBody>
      </p:sp>
      <p:sp>
        <p:nvSpPr>
          <p:cNvPr id="720" name="Google Shape;720;p34"/>
          <p:cNvSpPr txBox="1"/>
          <p:nvPr/>
        </p:nvSpPr>
        <p:spPr>
          <a:xfrm>
            <a:off x="96505" y="1116506"/>
            <a:ext cx="1059636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A + B + D + J + L + N = 5 + 10 +2 + 6 + 9 + 4 = 36 DIAS</a:t>
            </a:r>
            <a:endParaRPr b="0" i="0" sz="1400" u="none" cap="none" strike="noStrike">
              <a:solidFill>
                <a:srgbClr val="000000"/>
              </a:solidFill>
              <a:latin typeface="Arial"/>
              <a:ea typeface="Arial"/>
              <a:cs typeface="Arial"/>
              <a:sym typeface="Arial"/>
            </a:endParaRPr>
          </a:p>
        </p:txBody>
      </p:sp>
      <p:sp>
        <p:nvSpPr>
          <p:cNvPr id="721" name="Google Shape;721;p34"/>
          <p:cNvSpPr txBox="1"/>
          <p:nvPr/>
        </p:nvSpPr>
        <p:spPr>
          <a:xfrm>
            <a:off x="96505" y="2136923"/>
            <a:ext cx="1059636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A + B + D + J + L + N = 5 + 10 +2 + 6 + 9 + 4 = 36 DIAS</a:t>
            </a:r>
            <a:endParaRPr b="0" i="0" sz="1400" u="none" cap="none" strike="noStrike">
              <a:solidFill>
                <a:srgbClr val="000000"/>
              </a:solidFill>
              <a:latin typeface="Arial"/>
              <a:ea typeface="Arial"/>
              <a:cs typeface="Arial"/>
              <a:sym typeface="Arial"/>
            </a:endParaRPr>
          </a:p>
        </p:txBody>
      </p:sp>
      <p:sp>
        <p:nvSpPr>
          <p:cNvPr id="722" name="Google Shape;722;p34"/>
          <p:cNvSpPr txBox="1"/>
          <p:nvPr/>
        </p:nvSpPr>
        <p:spPr>
          <a:xfrm>
            <a:off x="96505" y="3305306"/>
            <a:ext cx="9677073"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A + C + E + M + N = 5 + 15 + 12 + 8 + 4 = 44 DIAS</a:t>
            </a:r>
            <a:endParaRPr b="0" i="0" sz="1400" u="none" cap="none" strike="noStrike">
              <a:solidFill>
                <a:srgbClr val="000000"/>
              </a:solidFill>
              <a:latin typeface="Arial"/>
              <a:ea typeface="Arial"/>
              <a:cs typeface="Arial"/>
              <a:sym typeface="Arial"/>
            </a:endParaRPr>
          </a:p>
        </p:txBody>
      </p:sp>
      <p:sp>
        <p:nvSpPr>
          <p:cNvPr id="723" name="Google Shape;723;p34"/>
          <p:cNvSpPr txBox="1"/>
          <p:nvPr/>
        </p:nvSpPr>
        <p:spPr>
          <a:xfrm>
            <a:off x="96505" y="4369901"/>
            <a:ext cx="9489521"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A + C + G + M + N = 5 + 15 + 8 + 8 + 4 = 40 DIAS</a:t>
            </a:r>
            <a:endParaRPr b="0" i="0" sz="1400" u="none" cap="none" strike="noStrike">
              <a:solidFill>
                <a:srgbClr val="000000"/>
              </a:solidFill>
              <a:latin typeface="Arial"/>
              <a:ea typeface="Arial"/>
              <a:cs typeface="Arial"/>
              <a:sym typeface="Arial"/>
            </a:endParaRPr>
          </a:p>
        </p:txBody>
      </p:sp>
      <p:sp>
        <p:nvSpPr>
          <p:cNvPr id="724" name="Google Shape;724;p34"/>
          <p:cNvSpPr txBox="1"/>
          <p:nvPr/>
        </p:nvSpPr>
        <p:spPr>
          <a:xfrm>
            <a:off x="96505" y="5387551"/>
            <a:ext cx="10892149"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A + C + F + K + M + N = 5 + 15 + 4 + 6 + 8 + 4 = 42 DIAS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0"/>
                                        </p:tgtEl>
                                        <p:attrNameLst>
                                          <p:attrName>style.visibility</p:attrName>
                                        </p:attrNameLst>
                                      </p:cBhvr>
                                      <p:to>
                                        <p:strVal val="visible"/>
                                      </p:to>
                                    </p:set>
                                    <p:animEffect filter="fade" transition="in">
                                      <p:cBhvr>
                                        <p:cTn dur="500"/>
                                        <p:tgtEl>
                                          <p:spTgt spid="72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21"/>
                                        </p:tgtEl>
                                        <p:attrNameLst>
                                          <p:attrName>style.visibility</p:attrName>
                                        </p:attrNameLst>
                                      </p:cBhvr>
                                      <p:to>
                                        <p:strVal val="visible"/>
                                      </p:to>
                                    </p:set>
                                    <p:animEffect filter="fade" transition="in">
                                      <p:cBhvr>
                                        <p:cTn dur="500"/>
                                        <p:tgtEl>
                                          <p:spTgt spid="72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22"/>
                                        </p:tgtEl>
                                        <p:attrNameLst>
                                          <p:attrName>style.visibility</p:attrName>
                                        </p:attrNameLst>
                                      </p:cBhvr>
                                      <p:to>
                                        <p:strVal val="visible"/>
                                      </p:to>
                                    </p:set>
                                    <p:animEffect filter="fade" transition="in">
                                      <p:cBhvr>
                                        <p:cTn dur="500"/>
                                        <p:tgtEl>
                                          <p:spTgt spid="72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723"/>
                                        </p:tgtEl>
                                        <p:attrNameLst>
                                          <p:attrName>style.visibility</p:attrName>
                                        </p:attrNameLst>
                                      </p:cBhvr>
                                      <p:to>
                                        <p:strVal val="visible"/>
                                      </p:to>
                                    </p:set>
                                    <p:animEffect filter="fade" transition="in">
                                      <p:cBhvr>
                                        <p:cTn dur="500"/>
                                        <p:tgtEl>
                                          <p:spTgt spid="72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24"/>
                                        </p:tgtEl>
                                        <p:attrNameLst>
                                          <p:attrName>style.visibility</p:attrName>
                                        </p:attrNameLst>
                                      </p:cBhvr>
                                      <p:to>
                                        <p:strVal val="visible"/>
                                      </p:to>
                                    </p:set>
                                    <p:animEffect filter="fade" transition="in">
                                      <p:cBhvr>
                                        <p:cTn dur="500"/>
                                        <p:tgtEl>
                                          <p:spTgt spid="7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35"/>
          <p:cNvSpPr txBox="1"/>
          <p:nvPr/>
        </p:nvSpPr>
        <p:spPr>
          <a:xfrm>
            <a:off x="96505" y="96089"/>
            <a:ext cx="1199899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A + B + D + H + I + L + N = 5 + 10 +2 + 4 + 3 + 9 + 4 = 37 DIAS</a:t>
            </a:r>
            <a:endParaRPr b="0" i="0" sz="1400" u="none" cap="none" strike="noStrike">
              <a:solidFill>
                <a:srgbClr val="000000"/>
              </a:solidFill>
              <a:latin typeface="Arial"/>
              <a:ea typeface="Arial"/>
              <a:cs typeface="Arial"/>
              <a:sym typeface="Arial"/>
            </a:endParaRPr>
          </a:p>
        </p:txBody>
      </p:sp>
      <p:sp>
        <p:nvSpPr>
          <p:cNvPr id="730" name="Google Shape;730;p35"/>
          <p:cNvSpPr txBox="1"/>
          <p:nvPr/>
        </p:nvSpPr>
        <p:spPr>
          <a:xfrm>
            <a:off x="96505" y="1116506"/>
            <a:ext cx="1059636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A + B + D + J + L + N = 5 + 10 +2 + 6 + 9 + 4 = 36 DIAS</a:t>
            </a:r>
            <a:endParaRPr b="0" i="0" sz="1400" u="none" cap="none" strike="noStrike">
              <a:solidFill>
                <a:srgbClr val="000000"/>
              </a:solidFill>
              <a:latin typeface="Arial"/>
              <a:ea typeface="Arial"/>
              <a:cs typeface="Arial"/>
              <a:sym typeface="Arial"/>
            </a:endParaRPr>
          </a:p>
        </p:txBody>
      </p:sp>
      <p:sp>
        <p:nvSpPr>
          <p:cNvPr id="731" name="Google Shape;731;p35"/>
          <p:cNvSpPr txBox="1"/>
          <p:nvPr/>
        </p:nvSpPr>
        <p:spPr>
          <a:xfrm>
            <a:off x="96505" y="2136923"/>
            <a:ext cx="1059636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A + B + D + J + L + N = 5 + 10 +2 + 6 + 9 + 4 = 36 DIAS</a:t>
            </a:r>
            <a:endParaRPr b="0" i="0" sz="1400" u="none" cap="none" strike="noStrike">
              <a:solidFill>
                <a:srgbClr val="000000"/>
              </a:solidFill>
              <a:latin typeface="Arial"/>
              <a:ea typeface="Arial"/>
              <a:cs typeface="Arial"/>
              <a:sym typeface="Arial"/>
            </a:endParaRPr>
          </a:p>
        </p:txBody>
      </p:sp>
      <p:sp>
        <p:nvSpPr>
          <p:cNvPr id="732" name="Google Shape;732;p35"/>
          <p:cNvSpPr txBox="1"/>
          <p:nvPr/>
        </p:nvSpPr>
        <p:spPr>
          <a:xfrm>
            <a:off x="96505" y="3305306"/>
            <a:ext cx="11489043"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rgbClr val="FF0000"/>
                </a:solidFill>
                <a:highlight>
                  <a:srgbClr val="FFFF00"/>
                </a:highlight>
                <a:latin typeface="Algerian"/>
                <a:ea typeface="Algerian"/>
                <a:cs typeface="Algerian"/>
                <a:sym typeface="Algerian"/>
              </a:rPr>
              <a:t>A + C + E + M + N = 5 + 15 + 12 + 8 + 4 = 44 DIAS</a:t>
            </a:r>
            <a:endParaRPr b="0" i="0" sz="1400" u="none" cap="none" strike="noStrike">
              <a:solidFill>
                <a:srgbClr val="000000"/>
              </a:solidFill>
              <a:latin typeface="Arial"/>
              <a:ea typeface="Arial"/>
              <a:cs typeface="Arial"/>
              <a:sym typeface="Arial"/>
            </a:endParaRPr>
          </a:p>
        </p:txBody>
      </p:sp>
      <p:sp>
        <p:nvSpPr>
          <p:cNvPr id="733" name="Google Shape;733;p35"/>
          <p:cNvSpPr txBox="1"/>
          <p:nvPr/>
        </p:nvSpPr>
        <p:spPr>
          <a:xfrm>
            <a:off x="96505" y="4369901"/>
            <a:ext cx="9489521"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A + C + G + M + N = 5 + 15 + 8 + 8 + 4 = 40 DIAS</a:t>
            </a:r>
            <a:endParaRPr b="0" i="0" sz="1400" u="none" cap="none" strike="noStrike">
              <a:solidFill>
                <a:srgbClr val="000000"/>
              </a:solidFill>
              <a:latin typeface="Arial"/>
              <a:ea typeface="Arial"/>
              <a:cs typeface="Arial"/>
              <a:sym typeface="Arial"/>
            </a:endParaRPr>
          </a:p>
        </p:txBody>
      </p:sp>
      <p:sp>
        <p:nvSpPr>
          <p:cNvPr id="734" name="Google Shape;734;p35"/>
          <p:cNvSpPr txBox="1"/>
          <p:nvPr/>
        </p:nvSpPr>
        <p:spPr>
          <a:xfrm>
            <a:off x="96505" y="5387551"/>
            <a:ext cx="10892149"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pt-BR" sz="4000" u="none" cap="none" strike="noStrike">
                <a:solidFill>
                  <a:schemeClr val="lt1"/>
                </a:solidFill>
                <a:latin typeface="Arial Narrow"/>
                <a:ea typeface="Arial Narrow"/>
                <a:cs typeface="Arial Narrow"/>
                <a:sym typeface="Arial Narrow"/>
              </a:rPr>
              <a:t>A + C + F + K + M + N = 5 + 15 + 4 + 6 + 8 + 4 = 42 DIAS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36"/>
          <p:cNvSpPr/>
          <p:nvPr/>
        </p:nvSpPr>
        <p:spPr>
          <a:xfrm>
            <a:off x="768621" y="2425150"/>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5 d</a:t>
            </a:r>
            <a:endParaRPr b="0" i="0" sz="1400" u="none" cap="none" strike="noStrike">
              <a:solidFill>
                <a:srgbClr val="000000"/>
              </a:solidFill>
              <a:latin typeface="Arial"/>
              <a:ea typeface="Arial"/>
              <a:cs typeface="Arial"/>
              <a:sym typeface="Arial"/>
            </a:endParaRPr>
          </a:p>
        </p:txBody>
      </p:sp>
      <p:sp>
        <p:nvSpPr>
          <p:cNvPr id="740" name="Google Shape;740;p36"/>
          <p:cNvSpPr/>
          <p:nvPr/>
        </p:nvSpPr>
        <p:spPr>
          <a:xfrm>
            <a:off x="2392012" y="110655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10 d</a:t>
            </a:r>
            <a:endParaRPr b="0" i="0" sz="1400" u="none" cap="none" strike="noStrike">
              <a:solidFill>
                <a:srgbClr val="000000"/>
              </a:solidFill>
              <a:latin typeface="Arial"/>
              <a:ea typeface="Arial"/>
              <a:cs typeface="Arial"/>
              <a:sym typeface="Arial"/>
            </a:endParaRPr>
          </a:p>
        </p:txBody>
      </p:sp>
      <p:sp>
        <p:nvSpPr>
          <p:cNvPr id="741" name="Google Shape;741;p36"/>
          <p:cNvSpPr/>
          <p:nvPr/>
        </p:nvSpPr>
        <p:spPr>
          <a:xfrm>
            <a:off x="3597960" y="110655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2 d</a:t>
            </a:r>
            <a:endParaRPr b="0" i="0" sz="1400" u="none" cap="none" strike="noStrike">
              <a:solidFill>
                <a:srgbClr val="000000"/>
              </a:solidFill>
              <a:latin typeface="Arial"/>
              <a:ea typeface="Arial"/>
              <a:cs typeface="Arial"/>
              <a:sym typeface="Arial"/>
            </a:endParaRPr>
          </a:p>
        </p:txBody>
      </p:sp>
      <p:sp>
        <p:nvSpPr>
          <p:cNvPr id="742" name="Google Shape;742;p36"/>
          <p:cNvSpPr/>
          <p:nvPr/>
        </p:nvSpPr>
        <p:spPr>
          <a:xfrm>
            <a:off x="2869090" y="3743742"/>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15 d</a:t>
            </a:r>
            <a:endParaRPr b="0" i="0" sz="1400" u="none" cap="none" strike="noStrike">
              <a:solidFill>
                <a:srgbClr val="000000"/>
              </a:solidFill>
              <a:latin typeface="Arial"/>
              <a:ea typeface="Arial"/>
              <a:cs typeface="Arial"/>
              <a:sym typeface="Arial"/>
            </a:endParaRPr>
          </a:p>
        </p:txBody>
      </p:sp>
      <p:sp>
        <p:nvSpPr>
          <p:cNvPr id="743" name="Google Shape;743;p36"/>
          <p:cNvSpPr/>
          <p:nvPr/>
        </p:nvSpPr>
        <p:spPr>
          <a:xfrm>
            <a:off x="4406340" y="2749828"/>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12 d</a:t>
            </a:r>
            <a:endParaRPr b="0" i="0" sz="1400" u="none" cap="none" strike="noStrike">
              <a:solidFill>
                <a:srgbClr val="000000"/>
              </a:solidFill>
              <a:latin typeface="Arial"/>
              <a:ea typeface="Arial"/>
              <a:cs typeface="Arial"/>
              <a:sym typeface="Arial"/>
            </a:endParaRPr>
          </a:p>
        </p:txBody>
      </p:sp>
      <p:sp>
        <p:nvSpPr>
          <p:cNvPr id="744" name="Google Shape;744;p36"/>
          <p:cNvSpPr/>
          <p:nvPr/>
        </p:nvSpPr>
        <p:spPr>
          <a:xfrm>
            <a:off x="4406340" y="3743742"/>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745" name="Google Shape;745;p36"/>
          <p:cNvSpPr/>
          <p:nvPr/>
        </p:nvSpPr>
        <p:spPr>
          <a:xfrm>
            <a:off x="4406339" y="4737656"/>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sp>
        <p:nvSpPr>
          <p:cNvPr id="746" name="Google Shape;746;p36"/>
          <p:cNvSpPr/>
          <p:nvPr/>
        </p:nvSpPr>
        <p:spPr>
          <a:xfrm>
            <a:off x="5161716" y="112644"/>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H</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747" name="Google Shape;747;p36"/>
          <p:cNvSpPr/>
          <p:nvPr/>
        </p:nvSpPr>
        <p:spPr>
          <a:xfrm>
            <a:off x="5161715" y="1928193"/>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J</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748" name="Google Shape;748;p36"/>
          <p:cNvSpPr/>
          <p:nvPr/>
        </p:nvSpPr>
        <p:spPr>
          <a:xfrm>
            <a:off x="5625540" y="3743742"/>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749" name="Google Shape;749;p36"/>
          <p:cNvSpPr/>
          <p:nvPr/>
        </p:nvSpPr>
        <p:spPr>
          <a:xfrm>
            <a:off x="6380917" y="112644"/>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3 d</a:t>
            </a:r>
            <a:endParaRPr b="0" i="0" sz="1400" u="none" cap="none" strike="noStrike">
              <a:solidFill>
                <a:srgbClr val="000000"/>
              </a:solidFill>
              <a:latin typeface="Arial"/>
              <a:ea typeface="Arial"/>
              <a:cs typeface="Arial"/>
              <a:sym typeface="Arial"/>
            </a:endParaRPr>
          </a:p>
        </p:txBody>
      </p:sp>
      <p:sp>
        <p:nvSpPr>
          <p:cNvPr id="750" name="Google Shape;750;p36"/>
          <p:cNvSpPr/>
          <p:nvPr/>
        </p:nvSpPr>
        <p:spPr>
          <a:xfrm>
            <a:off x="8097074" y="110655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9 d</a:t>
            </a:r>
            <a:endParaRPr b="0" i="0" sz="1400" u="none" cap="none" strike="noStrike">
              <a:solidFill>
                <a:srgbClr val="000000"/>
              </a:solidFill>
              <a:latin typeface="Arial"/>
              <a:ea typeface="Arial"/>
              <a:cs typeface="Arial"/>
              <a:sym typeface="Arial"/>
            </a:endParaRPr>
          </a:p>
        </p:txBody>
      </p:sp>
      <p:sp>
        <p:nvSpPr>
          <p:cNvPr id="751" name="Google Shape;751;p36"/>
          <p:cNvSpPr/>
          <p:nvPr/>
        </p:nvSpPr>
        <p:spPr>
          <a:xfrm>
            <a:off x="6864621" y="3756994"/>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grpSp>
        <p:nvGrpSpPr>
          <p:cNvPr id="752" name="Google Shape;752;p36"/>
          <p:cNvGrpSpPr/>
          <p:nvPr/>
        </p:nvGrpSpPr>
        <p:grpSpPr>
          <a:xfrm>
            <a:off x="1643262" y="1431237"/>
            <a:ext cx="1239077" cy="2637182"/>
            <a:chOff x="1272209" y="1948070"/>
            <a:chExt cx="1239077" cy="2637182"/>
          </a:xfrm>
        </p:grpSpPr>
        <p:cxnSp>
          <p:nvCxnSpPr>
            <p:cNvPr id="753" name="Google Shape;753;p36"/>
            <p:cNvCxnSpPr/>
            <p:nvPr/>
          </p:nvCxnSpPr>
          <p:spPr>
            <a:xfrm>
              <a:off x="1272209" y="3279913"/>
              <a:ext cx="291548" cy="0"/>
            </a:xfrm>
            <a:prstGeom prst="straightConnector1">
              <a:avLst/>
            </a:prstGeom>
            <a:noFill/>
            <a:ln cap="flat" cmpd="sng" w="57150">
              <a:solidFill>
                <a:srgbClr val="FFFF00"/>
              </a:solidFill>
              <a:prstDash val="solid"/>
              <a:round/>
              <a:headEnd len="sm" w="sm" type="none"/>
              <a:tailEnd len="sm" w="sm" type="none"/>
            </a:ln>
          </p:spPr>
        </p:cxnSp>
        <p:cxnSp>
          <p:nvCxnSpPr>
            <p:cNvPr id="754" name="Google Shape;754;p36"/>
            <p:cNvCxnSpPr/>
            <p:nvPr/>
          </p:nvCxnSpPr>
          <p:spPr>
            <a:xfrm flipH="1" rot="10800000">
              <a:off x="1563757" y="1948070"/>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755" name="Google Shape;755;p36"/>
            <p:cNvCxnSpPr/>
            <p:nvPr/>
          </p:nvCxnSpPr>
          <p:spPr>
            <a:xfrm>
              <a:off x="169627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756" name="Google Shape;756;p36"/>
            <p:cNvCxnSpPr/>
            <p:nvPr/>
          </p:nvCxnSpPr>
          <p:spPr>
            <a:xfrm>
              <a:off x="1563757" y="3266661"/>
              <a:ext cx="132521" cy="1318591"/>
            </a:xfrm>
            <a:prstGeom prst="straightConnector1">
              <a:avLst/>
            </a:prstGeom>
            <a:noFill/>
            <a:ln cap="flat" cmpd="sng" w="57150">
              <a:solidFill>
                <a:srgbClr val="FFFF00"/>
              </a:solidFill>
              <a:prstDash val="solid"/>
              <a:round/>
              <a:headEnd len="sm" w="sm" type="none"/>
              <a:tailEnd len="sm" w="sm" type="none"/>
            </a:ln>
          </p:spPr>
        </p:cxnSp>
        <p:cxnSp>
          <p:nvCxnSpPr>
            <p:cNvPr id="757" name="Google Shape;757;p36"/>
            <p:cNvCxnSpPr/>
            <p:nvPr/>
          </p:nvCxnSpPr>
          <p:spPr>
            <a:xfrm flipH="1" rot="10800000">
              <a:off x="1709527" y="4572000"/>
              <a:ext cx="801759" cy="13251"/>
            </a:xfrm>
            <a:prstGeom prst="straightConnector1">
              <a:avLst/>
            </a:prstGeom>
            <a:noFill/>
            <a:ln cap="flat" cmpd="sng" w="57150">
              <a:solidFill>
                <a:srgbClr val="FFFF00"/>
              </a:solidFill>
              <a:prstDash val="solid"/>
              <a:round/>
              <a:headEnd len="sm" w="sm" type="none"/>
              <a:tailEnd len="sm" w="sm" type="none"/>
            </a:ln>
          </p:spPr>
        </p:cxnSp>
      </p:grpSp>
      <p:grpSp>
        <p:nvGrpSpPr>
          <p:cNvPr id="758" name="Google Shape;758;p36"/>
          <p:cNvGrpSpPr/>
          <p:nvPr/>
        </p:nvGrpSpPr>
        <p:grpSpPr>
          <a:xfrm>
            <a:off x="3717225" y="3144079"/>
            <a:ext cx="659297" cy="1987826"/>
            <a:chOff x="3332921" y="3591339"/>
            <a:chExt cx="659297" cy="1987826"/>
          </a:xfrm>
        </p:grpSpPr>
        <p:cxnSp>
          <p:nvCxnSpPr>
            <p:cNvPr id="759" name="Google Shape;759;p36"/>
            <p:cNvCxnSpPr/>
            <p:nvPr/>
          </p:nvCxnSpPr>
          <p:spPr>
            <a:xfrm>
              <a:off x="3332921" y="4585252"/>
              <a:ext cx="291548" cy="0"/>
            </a:xfrm>
            <a:prstGeom prst="straightConnector1">
              <a:avLst/>
            </a:prstGeom>
            <a:noFill/>
            <a:ln cap="flat" cmpd="sng" w="57150">
              <a:solidFill>
                <a:srgbClr val="FFFF00"/>
              </a:solidFill>
              <a:prstDash val="solid"/>
              <a:round/>
              <a:headEnd len="sm" w="sm" type="none"/>
              <a:tailEnd len="sm" w="sm" type="none"/>
            </a:ln>
          </p:spPr>
        </p:cxnSp>
        <p:cxnSp>
          <p:nvCxnSpPr>
            <p:cNvPr id="760" name="Google Shape;760;p36"/>
            <p:cNvCxnSpPr/>
            <p:nvPr/>
          </p:nvCxnSpPr>
          <p:spPr>
            <a:xfrm flipH="1" rot="10800000">
              <a:off x="3614527" y="3591339"/>
              <a:ext cx="109333" cy="993914"/>
            </a:xfrm>
            <a:prstGeom prst="straightConnector1">
              <a:avLst/>
            </a:prstGeom>
            <a:noFill/>
            <a:ln cap="flat" cmpd="sng" w="57150">
              <a:solidFill>
                <a:srgbClr val="FFFF00"/>
              </a:solidFill>
              <a:prstDash val="solid"/>
              <a:round/>
              <a:headEnd len="sm" w="sm" type="none"/>
              <a:tailEnd len="sm" w="sm" type="none"/>
            </a:ln>
          </p:spPr>
        </p:cxnSp>
        <p:cxnSp>
          <p:nvCxnSpPr>
            <p:cNvPr id="761" name="Google Shape;761;p36"/>
            <p:cNvCxnSpPr/>
            <p:nvPr/>
          </p:nvCxnSpPr>
          <p:spPr>
            <a:xfrm>
              <a:off x="3614527" y="4585252"/>
              <a:ext cx="86143" cy="993913"/>
            </a:xfrm>
            <a:prstGeom prst="straightConnector1">
              <a:avLst/>
            </a:prstGeom>
            <a:noFill/>
            <a:ln cap="rnd" cmpd="sng" w="9525">
              <a:solidFill>
                <a:schemeClr val="lt1"/>
              </a:solidFill>
              <a:prstDash val="solid"/>
              <a:round/>
              <a:headEnd len="sm" w="sm" type="none"/>
              <a:tailEnd len="sm" w="sm" type="none"/>
            </a:ln>
          </p:spPr>
        </p:cxnSp>
        <p:cxnSp>
          <p:nvCxnSpPr>
            <p:cNvPr id="762" name="Google Shape;762;p36"/>
            <p:cNvCxnSpPr/>
            <p:nvPr/>
          </p:nvCxnSpPr>
          <p:spPr>
            <a:xfrm>
              <a:off x="3760307" y="3594655"/>
              <a:ext cx="231911" cy="0"/>
            </a:xfrm>
            <a:prstGeom prst="straightConnector1">
              <a:avLst/>
            </a:prstGeom>
            <a:noFill/>
            <a:ln cap="flat" cmpd="sng" w="57150">
              <a:solidFill>
                <a:srgbClr val="FFFF00"/>
              </a:solidFill>
              <a:prstDash val="solid"/>
              <a:round/>
              <a:headEnd len="sm" w="sm" type="none"/>
              <a:tailEnd len="sm" w="sm" type="none"/>
            </a:ln>
          </p:spPr>
        </p:cxnSp>
        <p:cxnSp>
          <p:nvCxnSpPr>
            <p:cNvPr id="763" name="Google Shape;763;p36"/>
            <p:cNvCxnSpPr/>
            <p:nvPr/>
          </p:nvCxnSpPr>
          <p:spPr>
            <a:xfrm>
              <a:off x="3700670" y="5579165"/>
              <a:ext cx="291548" cy="0"/>
            </a:xfrm>
            <a:prstGeom prst="straightConnector1">
              <a:avLst/>
            </a:prstGeom>
            <a:noFill/>
            <a:ln cap="rnd" cmpd="sng" w="9525">
              <a:solidFill>
                <a:schemeClr val="lt1"/>
              </a:solidFill>
              <a:prstDash val="solid"/>
              <a:round/>
              <a:headEnd len="sm" w="sm" type="none"/>
              <a:tailEnd len="sm" w="sm" type="none"/>
            </a:ln>
          </p:spPr>
        </p:cxnSp>
        <p:cxnSp>
          <p:nvCxnSpPr>
            <p:cNvPr id="764" name="Google Shape;764;p36"/>
            <p:cNvCxnSpPr/>
            <p:nvPr/>
          </p:nvCxnSpPr>
          <p:spPr>
            <a:xfrm>
              <a:off x="3614522" y="4585252"/>
              <a:ext cx="341244" cy="1"/>
            </a:xfrm>
            <a:prstGeom prst="straightConnector1">
              <a:avLst/>
            </a:prstGeom>
            <a:noFill/>
            <a:ln cap="rnd" cmpd="sng" w="9525">
              <a:solidFill>
                <a:schemeClr val="lt1"/>
              </a:solidFill>
              <a:prstDash val="solid"/>
              <a:round/>
              <a:headEnd len="sm" w="sm" type="none"/>
              <a:tailEnd len="sm" w="sm" type="none"/>
            </a:ln>
          </p:spPr>
        </p:cxnSp>
      </p:grpSp>
      <p:cxnSp>
        <p:nvCxnSpPr>
          <p:cNvPr id="765" name="Google Shape;765;p36"/>
          <p:cNvCxnSpPr/>
          <p:nvPr/>
        </p:nvCxnSpPr>
        <p:spPr>
          <a:xfrm>
            <a:off x="3306412" y="1431237"/>
            <a:ext cx="291548" cy="0"/>
          </a:xfrm>
          <a:prstGeom prst="straightConnector1">
            <a:avLst/>
          </a:prstGeom>
          <a:noFill/>
          <a:ln cap="rnd" cmpd="sng" w="9525">
            <a:solidFill>
              <a:schemeClr val="lt1"/>
            </a:solidFill>
            <a:prstDash val="solid"/>
            <a:round/>
            <a:headEnd len="sm" w="sm" type="none"/>
            <a:tailEnd len="sm" w="sm" type="none"/>
          </a:ln>
        </p:spPr>
      </p:cxnSp>
      <p:cxnSp>
        <p:nvCxnSpPr>
          <p:cNvPr id="766" name="Google Shape;766;p36"/>
          <p:cNvCxnSpPr/>
          <p:nvPr/>
        </p:nvCxnSpPr>
        <p:spPr>
          <a:xfrm>
            <a:off x="5360496" y="4068419"/>
            <a:ext cx="291548" cy="0"/>
          </a:xfrm>
          <a:prstGeom prst="straightConnector1">
            <a:avLst/>
          </a:prstGeom>
          <a:noFill/>
          <a:ln cap="rnd" cmpd="sng" w="9525">
            <a:solidFill>
              <a:schemeClr val="lt1"/>
            </a:solidFill>
            <a:prstDash val="solid"/>
            <a:round/>
            <a:headEnd len="sm" w="sm" type="none"/>
            <a:tailEnd len="sm" w="sm" type="none"/>
          </a:ln>
        </p:spPr>
      </p:cxnSp>
      <p:grpSp>
        <p:nvGrpSpPr>
          <p:cNvPr id="767" name="Google Shape;767;p36"/>
          <p:cNvGrpSpPr/>
          <p:nvPr/>
        </p:nvGrpSpPr>
        <p:grpSpPr>
          <a:xfrm>
            <a:off x="5333992" y="3087758"/>
            <a:ext cx="1530629" cy="1974574"/>
            <a:chOff x="4883423" y="3604591"/>
            <a:chExt cx="1517490" cy="1974574"/>
          </a:xfrm>
        </p:grpSpPr>
        <p:cxnSp>
          <p:nvCxnSpPr>
            <p:cNvPr id="768" name="Google Shape;768;p36"/>
            <p:cNvCxnSpPr>
              <a:endCxn id="751" idx="1"/>
            </p:cNvCxnSpPr>
            <p:nvPr/>
          </p:nvCxnSpPr>
          <p:spPr>
            <a:xfrm flipH="1" rot="10800000">
              <a:off x="6241913" y="4598505"/>
              <a:ext cx="159000" cy="13200"/>
            </a:xfrm>
            <a:prstGeom prst="straightConnector1">
              <a:avLst/>
            </a:prstGeom>
            <a:noFill/>
            <a:ln cap="flat" cmpd="sng" w="57150">
              <a:solidFill>
                <a:srgbClr val="FFFF00"/>
              </a:solidFill>
              <a:prstDash val="solid"/>
              <a:round/>
              <a:headEnd len="sm" w="sm" type="none"/>
              <a:tailEnd len="sm" w="sm" type="none"/>
            </a:ln>
          </p:spPr>
        </p:cxnSp>
        <p:cxnSp>
          <p:nvCxnSpPr>
            <p:cNvPr id="769" name="Google Shape;769;p36"/>
            <p:cNvCxnSpPr/>
            <p:nvPr/>
          </p:nvCxnSpPr>
          <p:spPr>
            <a:xfrm>
              <a:off x="4883423" y="3604591"/>
              <a:ext cx="1046925" cy="0"/>
            </a:xfrm>
            <a:prstGeom prst="straightConnector1">
              <a:avLst/>
            </a:prstGeom>
            <a:noFill/>
            <a:ln cap="flat" cmpd="sng" w="57150">
              <a:solidFill>
                <a:srgbClr val="FFFF00"/>
              </a:solidFill>
              <a:prstDash val="solid"/>
              <a:round/>
              <a:headEnd len="sm" w="sm" type="none"/>
              <a:tailEnd len="sm" w="sm" type="none"/>
            </a:ln>
          </p:spPr>
        </p:cxnSp>
        <p:cxnSp>
          <p:nvCxnSpPr>
            <p:cNvPr id="770" name="Google Shape;770;p36"/>
            <p:cNvCxnSpPr/>
            <p:nvPr/>
          </p:nvCxnSpPr>
          <p:spPr>
            <a:xfrm>
              <a:off x="4909927" y="5579165"/>
              <a:ext cx="1020421" cy="0"/>
            </a:xfrm>
            <a:prstGeom prst="straightConnector1">
              <a:avLst/>
            </a:prstGeom>
            <a:noFill/>
            <a:ln cap="rnd" cmpd="sng" w="9525">
              <a:solidFill>
                <a:schemeClr val="lt1"/>
              </a:solidFill>
              <a:prstDash val="solid"/>
              <a:round/>
              <a:headEnd len="sm" w="sm" type="none"/>
              <a:tailEnd len="sm" w="sm" type="none"/>
            </a:ln>
          </p:spPr>
        </p:cxnSp>
        <p:cxnSp>
          <p:nvCxnSpPr>
            <p:cNvPr id="771" name="Google Shape;771;p36"/>
            <p:cNvCxnSpPr/>
            <p:nvPr/>
          </p:nvCxnSpPr>
          <p:spPr>
            <a:xfrm>
              <a:off x="5930348" y="3604591"/>
              <a:ext cx="324678" cy="311426"/>
            </a:xfrm>
            <a:prstGeom prst="straightConnector1">
              <a:avLst/>
            </a:prstGeom>
            <a:noFill/>
            <a:ln cap="flat" cmpd="sng" w="57150">
              <a:solidFill>
                <a:srgbClr val="FFFF00"/>
              </a:solidFill>
              <a:prstDash val="solid"/>
              <a:round/>
              <a:headEnd len="sm" w="sm" type="none"/>
              <a:tailEnd len="sm" w="sm" type="none"/>
            </a:ln>
          </p:spPr>
        </p:cxnSp>
        <p:cxnSp>
          <p:nvCxnSpPr>
            <p:cNvPr id="772" name="Google Shape;772;p36"/>
            <p:cNvCxnSpPr/>
            <p:nvPr/>
          </p:nvCxnSpPr>
          <p:spPr>
            <a:xfrm flipH="1" rot="10800000">
              <a:off x="5930348" y="5141843"/>
              <a:ext cx="324678" cy="437322"/>
            </a:xfrm>
            <a:prstGeom prst="straightConnector1">
              <a:avLst/>
            </a:prstGeom>
            <a:noFill/>
            <a:ln cap="rnd" cmpd="sng" w="9525">
              <a:solidFill>
                <a:schemeClr val="lt1"/>
              </a:solidFill>
              <a:prstDash val="solid"/>
              <a:round/>
              <a:headEnd len="sm" w="sm" type="none"/>
              <a:tailEnd len="sm" w="sm" type="none"/>
            </a:ln>
          </p:spPr>
        </p:cxnSp>
        <p:cxnSp>
          <p:nvCxnSpPr>
            <p:cNvPr id="773" name="Google Shape;773;p36"/>
            <p:cNvCxnSpPr/>
            <p:nvPr/>
          </p:nvCxnSpPr>
          <p:spPr>
            <a:xfrm>
              <a:off x="6255026" y="3916017"/>
              <a:ext cx="0" cy="669234"/>
            </a:xfrm>
            <a:prstGeom prst="straightConnector1">
              <a:avLst/>
            </a:prstGeom>
            <a:noFill/>
            <a:ln cap="flat" cmpd="sng" w="57150">
              <a:solidFill>
                <a:srgbClr val="FFFF00"/>
              </a:solidFill>
              <a:prstDash val="solid"/>
              <a:round/>
              <a:headEnd len="sm" w="sm" type="none"/>
              <a:tailEnd len="sm" w="sm" type="none"/>
            </a:ln>
          </p:spPr>
        </p:cxnSp>
        <p:cxnSp>
          <p:nvCxnSpPr>
            <p:cNvPr id="774" name="Google Shape;774;p36"/>
            <p:cNvCxnSpPr/>
            <p:nvPr/>
          </p:nvCxnSpPr>
          <p:spPr>
            <a:xfrm rot="10800000">
              <a:off x="6255026" y="4585251"/>
              <a:ext cx="13252" cy="556592"/>
            </a:xfrm>
            <a:prstGeom prst="straightConnector1">
              <a:avLst/>
            </a:prstGeom>
            <a:noFill/>
            <a:ln cap="rnd" cmpd="sng" w="9525">
              <a:solidFill>
                <a:schemeClr val="lt1"/>
              </a:solidFill>
              <a:prstDash val="solid"/>
              <a:round/>
              <a:headEnd len="sm" w="sm" type="none"/>
              <a:tailEnd len="sm" w="sm" type="none"/>
            </a:ln>
          </p:spPr>
        </p:cxnSp>
      </p:grpSp>
      <p:grpSp>
        <p:nvGrpSpPr>
          <p:cNvPr id="775" name="Google Shape;775;p36"/>
          <p:cNvGrpSpPr/>
          <p:nvPr/>
        </p:nvGrpSpPr>
        <p:grpSpPr>
          <a:xfrm>
            <a:off x="4552117" y="407508"/>
            <a:ext cx="715617" cy="1769165"/>
            <a:chOff x="4101548" y="924341"/>
            <a:chExt cx="715617" cy="1769165"/>
          </a:xfrm>
        </p:grpSpPr>
        <p:cxnSp>
          <p:nvCxnSpPr>
            <p:cNvPr id="776" name="Google Shape;776;p36"/>
            <p:cNvCxnSpPr/>
            <p:nvPr/>
          </p:nvCxnSpPr>
          <p:spPr>
            <a:xfrm>
              <a:off x="410154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777" name="Google Shape;777;p36"/>
            <p:cNvCxnSpPr/>
            <p:nvPr/>
          </p:nvCxnSpPr>
          <p:spPr>
            <a:xfrm flipH="1" rot="10800000">
              <a:off x="4416284" y="924341"/>
              <a:ext cx="109333" cy="993914"/>
            </a:xfrm>
            <a:prstGeom prst="straightConnector1">
              <a:avLst/>
            </a:prstGeom>
            <a:noFill/>
            <a:ln cap="rnd" cmpd="sng" w="9525">
              <a:solidFill>
                <a:schemeClr val="lt1"/>
              </a:solidFill>
              <a:prstDash val="solid"/>
              <a:round/>
              <a:headEnd len="sm" w="sm" type="none"/>
              <a:tailEnd len="sm" w="sm" type="none"/>
            </a:ln>
          </p:spPr>
        </p:cxnSp>
        <p:cxnSp>
          <p:nvCxnSpPr>
            <p:cNvPr id="778" name="Google Shape;778;p36"/>
            <p:cNvCxnSpPr/>
            <p:nvPr/>
          </p:nvCxnSpPr>
          <p:spPr>
            <a:xfrm>
              <a:off x="4416284" y="1918254"/>
              <a:ext cx="109333" cy="765311"/>
            </a:xfrm>
            <a:prstGeom prst="straightConnector1">
              <a:avLst/>
            </a:prstGeom>
            <a:noFill/>
            <a:ln cap="rnd" cmpd="sng" w="9525">
              <a:solidFill>
                <a:schemeClr val="lt1"/>
              </a:solidFill>
              <a:prstDash val="solid"/>
              <a:round/>
              <a:headEnd len="sm" w="sm" type="none"/>
              <a:tailEnd len="sm" w="sm" type="none"/>
            </a:ln>
          </p:spPr>
        </p:cxnSp>
        <p:cxnSp>
          <p:nvCxnSpPr>
            <p:cNvPr id="779" name="Google Shape;779;p36"/>
            <p:cNvCxnSpPr/>
            <p:nvPr/>
          </p:nvCxnSpPr>
          <p:spPr>
            <a:xfrm>
              <a:off x="4525617" y="924341"/>
              <a:ext cx="291548" cy="0"/>
            </a:xfrm>
            <a:prstGeom prst="straightConnector1">
              <a:avLst/>
            </a:prstGeom>
            <a:noFill/>
            <a:ln cap="rnd" cmpd="sng" w="9525">
              <a:solidFill>
                <a:schemeClr val="lt1"/>
              </a:solidFill>
              <a:prstDash val="solid"/>
              <a:round/>
              <a:headEnd len="sm" w="sm" type="none"/>
              <a:tailEnd len="sm" w="sm" type="none"/>
            </a:ln>
          </p:spPr>
        </p:cxnSp>
        <p:cxnSp>
          <p:nvCxnSpPr>
            <p:cNvPr id="780" name="Google Shape;780;p36"/>
            <p:cNvCxnSpPr/>
            <p:nvPr/>
          </p:nvCxnSpPr>
          <p:spPr>
            <a:xfrm>
              <a:off x="4525617" y="2693506"/>
              <a:ext cx="291548" cy="0"/>
            </a:xfrm>
            <a:prstGeom prst="straightConnector1">
              <a:avLst/>
            </a:prstGeom>
            <a:noFill/>
            <a:ln cap="rnd" cmpd="sng" w="9525">
              <a:solidFill>
                <a:schemeClr val="lt1"/>
              </a:solidFill>
              <a:prstDash val="solid"/>
              <a:round/>
              <a:headEnd len="sm" w="sm" type="none"/>
              <a:tailEnd len="sm" w="sm" type="none"/>
            </a:ln>
          </p:spPr>
        </p:cxnSp>
      </p:grpSp>
      <p:cxnSp>
        <p:nvCxnSpPr>
          <p:cNvPr id="781" name="Google Shape;781;p36"/>
          <p:cNvCxnSpPr/>
          <p:nvPr/>
        </p:nvCxnSpPr>
        <p:spPr>
          <a:xfrm>
            <a:off x="6115872" y="407508"/>
            <a:ext cx="291548" cy="0"/>
          </a:xfrm>
          <a:prstGeom prst="straightConnector1">
            <a:avLst/>
          </a:prstGeom>
          <a:noFill/>
          <a:ln cap="rnd" cmpd="sng" w="9525">
            <a:solidFill>
              <a:schemeClr val="lt1"/>
            </a:solidFill>
            <a:prstDash val="solid"/>
            <a:round/>
            <a:headEnd len="sm" w="sm" type="none"/>
            <a:tailEnd len="sm" w="sm" type="none"/>
          </a:ln>
        </p:spPr>
      </p:cxnSp>
      <p:grpSp>
        <p:nvGrpSpPr>
          <p:cNvPr id="782" name="Google Shape;782;p36"/>
          <p:cNvGrpSpPr/>
          <p:nvPr/>
        </p:nvGrpSpPr>
        <p:grpSpPr>
          <a:xfrm>
            <a:off x="6115872" y="420760"/>
            <a:ext cx="1981202" cy="1755913"/>
            <a:chOff x="5665303" y="937593"/>
            <a:chExt cx="1981202" cy="1755913"/>
          </a:xfrm>
        </p:grpSpPr>
        <p:cxnSp>
          <p:nvCxnSpPr>
            <p:cNvPr id="783" name="Google Shape;783;p36"/>
            <p:cNvCxnSpPr/>
            <p:nvPr/>
          </p:nvCxnSpPr>
          <p:spPr>
            <a:xfrm>
              <a:off x="5665303" y="2693506"/>
              <a:ext cx="1510750" cy="0"/>
            </a:xfrm>
            <a:prstGeom prst="straightConnector1">
              <a:avLst/>
            </a:prstGeom>
            <a:noFill/>
            <a:ln cap="rnd" cmpd="sng" w="9525">
              <a:solidFill>
                <a:schemeClr val="lt1"/>
              </a:solidFill>
              <a:prstDash val="solid"/>
              <a:round/>
              <a:headEnd len="sm" w="sm" type="none"/>
              <a:tailEnd len="sm" w="sm" type="none"/>
            </a:ln>
          </p:spPr>
        </p:cxnSp>
        <p:cxnSp>
          <p:nvCxnSpPr>
            <p:cNvPr id="784" name="Google Shape;784;p36"/>
            <p:cNvCxnSpPr/>
            <p:nvPr/>
          </p:nvCxnSpPr>
          <p:spPr>
            <a:xfrm>
              <a:off x="6884505" y="937593"/>
              <a:ext cx="291548" cy="0"/>
            </a:xfrm>
            <a:prstGeom prst="straightConnector1">
              <a:avLst/>
            </a:prstGeom>
            <a:noFill/>
            <a:ln cap="rnd" cmpd="sng" w="9525">
              <a:solidFill>
                <a:schemeClr val="lt1"/>
              </a:solidFill>
              <a:prstDash val="solid"/>
              <a:round/>
              <a:headEnd len="sm" w="sm" type="none"/>
              <a:tailEnd len="sm" w="sm" type="none"/>
            </a:ln>
          </p:spPr>
        </p:cxnSp>
        <p:cxnSp>
          <p:nvCxnSpPr>
            <p:cNvPr id="785" name="Google Shape;785;p36"/>
            <p:cNvCxnSpPr/>
            <p:nvPr/>
          </p:nvCxnSpPr>
          <p:spPr>
            <a:xfrm>
              <a:off x="7176053" y="937593"/>
              <a:ext cx="192156" cy="980661"/>
            </a:xfrm>
            <a:prstGeom prst="straightConnector1">
              <a:avLst/>
            </a:prstGeom>
            <a:noFill/>
            <a:ln cap="rnd" cmpd="sng" w="9525">
              <a:solidFill>
                <a:schemeClr val="lt1"/>
              </a:solidFill>
              <a:prstDash val="solid"/>
              <a:round/>
              <a:headEnd len="sm" w="sm" type="none"/>
              <a:tailEnd len="sm" w="sm" type="none"/>
            </a:ln>
          </p:spPr>
        </p:cxnSp>
        <p:cxnSp>
          <p:nvCxnSpPr>
            <p:cNvPr id="786" name="Google Shape;786;p36"/>
            <p:cNvCxnSpPr/>
            <p:nvPr/>
          </p:nvCxnSpPr>
          <p:spPr>
            <a:xfrm flipH="1" rot="10800000">
              <a:off x="7126357" y="1918254"/>
              <a:ext cx="241852" cy="775252"/>
            </a:xfrm>
            <a:prstGeom prst="straightConnector1">
              <a:avLst/>
            </a:prstGeom>
            <a:noFill/>
            <a:ln cap="rnd" cmpd="sng" w="9525">
              <a:solidFill>
                <a:schemeClr val="lt1"/>
              </a:solidFill>
              <a:prstDash val="solid"/>
              <a:round/>
              <a:headEnd len="sm" w="sm" type="none"/>
              <a:tailEnd len="sm" w="sm" type="none"/>
            </a:ln>
          </p:spPr>
        </p:cxnSp>
        <p:cxnSp>
          <p:nvCxnSpPr>
            <p:cNvPr id="787" name="Google Shape;787;p36"/>
            <p:cNvCxnSpPr/>
            <p:nvPr/>
          </p:nvCxnSpPr>
          <p:spPr>
            <a:xfrm>
              <a:off x="7354957" y="1918254"/>
              <a:ext cx="291548" cy="0"/>
            </a:xfrm>
            <a:prstGeom prst="straightConnector1">
              <a:avLst/>
            </a:prstGeom>
            <a:noFill/>
            <a:ln cap="rnd" cmpd="sng" w="9525">
              <a:solidFill>
                <a:schemeClr val="lt1"/>
              </a:solidFill>
              <a:prstDash val="solid"/>
              <a:round/>
              <a:headEnd len="sm" w="sm" type="none"/>
              <a:tailEnd len="sm" w="sm" type="none"/>
            </a:ln>
          </p:spPr>
        </p:cxnSp>
      </p:grpSp>
      <p:sp>
        <p:nvSpPr>
          <p:cNvPr id="788" name="Google Shape;788;p36"/>
          <p:cNvSpPr/>
          <p:nvPr/>
        </p:nvSpPr>
        <p:spPr>
          <a:xfrm>
            <a:off x="10419517" y="2425150"/>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grpSp>
        <p:nvGrpSpPr>
          <p:cNvPr id="789" name="Google Shape;789;p36"/>
          <p:cNvGrpSpPr/>
          <p:nvPr/>
        </p:nvGrpSpPr>
        <p:grpSpPr>
          <a:xfrm>
            <a:off x="7818778" y="1431237"/>
            <a:ext cx="2600739" cy="2637182"/>
            <a:chOff x="7368209" y="1948070"/>
            <a:chExt cx="2600739" cy="2637182"/>
          </a:xfrm>
        </p:grpSpPr>
        <p:cxnSp>
          <p:nvCxnSpPr>
            <p:cNvPr id="790" name="Google Shape;790;p36"/>
            <p:cNvCxnSpPr/>
            <p:nvPr/>
          </p:nvCxnSpPr>
          <p:spPr>
            <a:xfrm>
              <a:off x="7368209" y="4585251"/>
              <a:ext cx="1524001" cy="0"/>
            </a:xfrm>
            <a:prstGeom prst="straightConnector1">
              <a:avLst/>
            </a:prstGeom>
            <a:noFill/>
            <a:ln cap="flat" cmpd="sng" w="57150">
              <a:solidFill>
                <a:srgbClr val="FFFF00"/>
              </a:solidFill>
              <a:prstDash val="solid"/>
              <a:round/>
              <a:headEnd len="sm" w="sm" type="none"/>
              <a:tailEnd len="sm" w="sm" type="none"/>
            </a:ln>
          </p:spPr>
        </p:cxnSp>
        <p:cxnSp>
          <p:nvCxnSpPr>
            <p:cNvPr id="791" name="Google Shape;791;p36"/>
            <p:cNvCxnSpPr/>
            <p:nvPr/>
          </p:nvCxnSpPr>
          <p:spPr>
            <a:xfrm>
              <a:off x="8600662"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792" name="Google Shape;792;p36"/>
            <p:cNvCxnSpPr/>
            <p:nvPr/>
          </p:nvCxnSpPr>
          <p:spPr>
            <a:xfrm rot="10800000">
              <a:off x="8922027" y="1948072"/>
              <a:ext cx="513521" cy="1318589"/>
            </a:xfrm>
            <a:prstGeom prst="straightConnector1">
              <a:avLst/>
            </a:prstGeom>
            <a:noFill/>
            <a:ln cap="rnd" cmpd="sng" w="9525">
              <a:solidFill>
                <a:schemeClr val="lt1"/>
              </a:solidFill>
              <a:prstDash val="solid"/>
              <a:round/>
              <a:headEnd len="sm" w="sm" type="none"/>
              <a:tailEnd len="sm" w="sm" type="none"/>
            </a:ln>
          </p:spPr>
        </p:cxnSp>
        <p:cxnSp>
          <p:nvCxnSpPr>
            <p:cNvPr id="793" name="Google Shape;793;p36"/>
            <p:cNvCxnSpPr/>
            <p:nvPr/>
          </p:nvCxnSpPr>
          <p:spPr>
            <a:xfrm flipH="1">
              <a:off x="8922027" y="3266661"/>
              <a:ext cx="513521" cy="1318591"/>
            </a:xfrm>
            <a:prstGeom prst="straightConnector1">
              <a:avLst/>
            </a:prstGeom>
            <a:noFill/>
            <a:ln cap="flat" cmpd="sng" w="57150">
              <a:solidFill>
                <a:srgbClr val="FFFF00"/>
              </a:solidFill>
              <a:prstDash val="solid"/>
              <a:round/>
              <a:headEnd len="sm" w="sm" type="none"/>
              <a:tailEnd len="sm" w="sm" type="none"/>
            </a:ln>
          </p:spPr>
        </p:cxnSp>
        <p:cxnSp>
          <p:nvCxnSpPr>
            <p:cNvPr id="794" name="Google Shape;794;p36"/>
            <p:cNvCxnSpPr/>
            <p:nvPr/>
          </p:nvCxnSpPr>
          <p:spPr>
            <a:xfrm>
              <a:off x="9435548" y="3279913"/>
              <a:ext cx="533400" cy="0"/>
            </a:xfrm>
            <a:prstGeom prst="straightConnector1">
              <a:avLst/>
            </a:prstGeom>
            <a:noFill/>
            <a:ln cap="flat" cmpd="sng" w="57150">
              <a:solidFill>
                <a:srgbClr val="FFFF00"/>
              </a:solidFill>
              <a:prstDash val="solid"/>
              <a:round/>
              <a:headEnd len="sm" w="sm" type="none"/>
              <a:tailEnd len="sm" w="sm" type="none"/>
            </a:ln>
          </p:spPr>
        </p:cxnSp>
      </p:grpSp>
      <p:sp>
        <p:nvSpPr>
          <p:cNvPr id="795" name="Google Shape;795;p36"/>
          <p:cNvSpPr/>
          <p:nvPr/>
        </p:nvSpPr>
        <p:spPr>
          <a:xfrm>
            <a:off x="82821" y="2613994"/>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796" name="Google Shape;796;p36"/>
          <p:cNvSpPr/>
          <p:nvPr/>
        </p:nvSpPr>
        <p:spPr>
          <a:xfrm>
            <a:off x="11754674" y="2627247"/>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797" name="Google Shape;797;p36"/>
          <p:cNvSpPr txBox="1"/>
          <p:nvPr/>
        </p:nvSpPr>
        <p:spPr>
          <a:xfrm>
            <a:off x="25869" y="1856409"/>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1</a:t>
            </a:r>
            <a:endParaRPr b="0" i="0" sz="1400" u="none" cap="none" strike="noStrike">
              <a:solidFill>
                <a:srgbClr val="000000"/>
              </a:solidFill>
              <a:latin typeface="Arial"/>
              <a:ea typeface="Arial"/>
              <a:cs typeface="Arial"/>
              <a:sym typeface="Arial"/>
            </a:endParaRPr>
          </a:p>
        </p:txBody>
      </p:sp>
      <p:sp>
        <p:nvSpPr>
          <p:cNvPr id="798" name="Google Shape;798;p36"/>
          <p:cNvSpPr txBox="1"/>
          <p:nvPr/>
        </p:nvSpPr>
        <p:spPr>
          <a:xfrm>
            <a:off x="11697722" y="1880152"/>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2</a:t>
            </a:r>
            <a:endParaRPr b="0" i="0" sz="1400" u="none" cap="none" strike="noStrike">
              <a:solidFill>
                <a:srgbClr val="000000"/>
              </a:solidFill>
              <a:latin typeface="Arial"/>
              <a:ea typeface="Arial"/>
              <a:cs typeface="Arial"/>
              <a:sym typeface="Arial"/>
            </a:endParaRPr>
          </a:p>
        </p:txBody>
      </p:sp>
      <p:cxnSp>
        <p:nvCxnSpPr>
          <p:cNvPr id="799" name="Google Shape;799;p36"/>
          <p:cNvCxnSpPr>
            <a:stCxn id="795" idx="6"/>
            <a:endCxn id="739" idx="1"/>
          </p:cNvCxnSpPr>
          <p:nvPr/>
        </p:nvCxnSpPr>
        <p:spPr>
          <a:xfrm>
            <a:off x="387621" y="2749828"/>
            <a:ext cx="381000" cy="0"/>
          </a:xfrm>
          <a:prstGeom prst="straightConnector1">
            <a:avLst/>
          </a:prstGeom>
          <a:noFill/>
          <a:ln cap="flat" cmpd="sng" w="57150">
            <a:solidFill>
              <a:srgbClr val="FFFF00"/>
            </a:solidFill>
            <a:prstDash val="solid"/>
            <a:round/>
            <a:headEnd len="sm" w="sm" type="none"/>
            <a:tailEnd len="sm" w="sm" type="none"/>
          </a:ln>
        </p:spPr>
      </p:cxnSp>
      <p:cxnSp>
        <p:nvCxnSpPr>
          <p:cNvPr id="800" name="Google Shape;800;p36"/>
          <p:cNvCxnSpPr/>
          <p:nvPr/>
        </p:nvCxnSpPr>
        <p:spPr>
          <a:xfrm>
            <a:off x="11373674" y="2756454"/>
            <a:ext cx="381000" cy="0"/>
          </a:xfrm>
          <a:prstGeom prst="straightConnector1">
            <a:avLst/>
          </a:prstGeom>
          <a:noFill/>
          <a:ln cap="flat" cmpd="sng" w="57150">
            <a:solidFill>
              <a:schemeClr val="lt1"/>
            </a:solidFill>
            <a:prstDash val="solid"/>
            <a:round/>
            <a:headEnd len="sm" w="sm" type="none"/>
            <a:tailEnd len="sm" w="sm" type="none"/>
          </a:ln>
        </p:spPr>
      </p:cxnSp>
      <p:cxnSp>
        <p:nvCxnSpPr>
          <p:cNvPr id="801" name="Google Shape;801;p36"/>
          <p:cNvCxnSpPr/>
          <p:nvPr/>
        </p:nvCxnSpPr>
        <p:spPr>
          <a:xfrm>
            <a:off x="6546564" y="4075047"/>
            <a:ext cx="159031" cy="6624"/>
          </a:xfrm>
          <a:prstGeom prst="straightConnector1">
            <a:avLst/>
          </a:prstGeom>
          <a:noFill/>
          <a:ln cap="rnd" cmpd="sng" w="9525">
            <a:solidFill>
              <a:schemeClr val="lt1"/>
            </a:solidFill>
            <a:prstDash val="solid"/>
            <a:round/>
            <a:headEnd len="sm" w="sm" type="none"/>
            <a:tailEnd len="sm" w="sm" type="none"/>
          </a:ln>
        </p:spPr>
      </p:cxnSp>
      <p:sp>
        <p:nvSpPr>
          <p:cNvPr id="802" name="Google Shape;802;p36"/>
          <p:cNvSpPr txBox="1"/>
          <p:nvPr/>
        </p:nvSpPr>
        <p:spPr>
          <a:xfrm>
            <a:off x="444573" y="5688497"/>
            <a:ext cx="1185728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pt-BR" sz="3200" u="none" cap="none" strike="noStrike">
                <a:solidFill>
                  <a:srgbClr val="FFFF00"/>
                </a:solidFill>
                <a:latin typeface="Arial Narrow"/>
                <a:ea typeface="Arial Narrow"/>
                <a:cs typeface="Arial Narrow"/>
                <a:sym typeface="Arial Narrow"/>
              </a:rPr>
              <a:t>A  C  E  M  N = 44 DIAS </a:t>
            </a:r>
            <a:r>
              <a:rPr b="0" i="0" lang="pt-BR" sz="3200" u="none" cap="none" strike="noStrike">
                <a:solidFill>
                  <a:srgbClr val="FFFF00"/>
                </a:solidFill>
                <a:latin typeface="Arial Narrow"/>
                <a:ea typeface="Arial Narrow"/>
                <a:cs typeface="Arial Narrow"/>
                <a:sym typeface="Arial Narrow"/>
              </a:rPr>
              <a:t>(ESTE É O CAMINHO CRÍTICO DE SEU PROJETO)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37"/>
          <p:cNvSpPr txBox="1"/>
          <p:nvPr/>
        </p:nvSpPr>
        <p:spPr>
          <a:xfrm>
            <a:off x="59635" y="0"/>
            <a:ext cx="12072730" cy="255198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chemeClr val="lt1"/>
                </a:solidFill>
                <a:latin typeface="Arial Narrow"/>
                <a:ea typeface="Arial Narrow"/>
                <a:cs typeface="Arial Narrow"/>
                <a:sym typeface="Arial Narrow"/>
              </a:rPr>
              <a:t>Folgas de atividades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1875"/>
              </a:spcBef>
              <a:spcAft>
                <a:spcPts val="0"/>
              </a:spcAft>
              <a:buClr>
                <a:srgbClr val="000000"/>
              </a:buClr>
              <a:buSzPts val="3600"/>
              <a:buFont typeface="Arial"/>
              <a:buNone/>
            </a:pPr>
            <a:r>
              <a:rPr b="0" i="0" lang="pt-BR" sz="3600" u="none" cap="none" strike="noStrike">
                <a:solidFill>
                  <a:srgbClr val="FFFF00"/>
                </a:solidFill>
                <a:latin typeface="Arial Narrow"/>
                <a:ea typeface="Arial Narrow"/>
                <a:cs typeface="Arial Narrow"/>
                <a:sym typeface="Arial Narrow"/>
              </a:rPr>
              <a:t>As folgas são o tempo ocioso entre as atividades que estão fora do caminho crítico. Pegando como exemplo o diagrama do tópico anterior, vimos que os caminhos:</a:t>
            </a:r>
            <a:endParaRPr b="0" i="0" sz="1400" u="none" cap="none" strike="noStrike">
              <a:solidFill>
                <a:srgbClr val="000000"/>
              </a:solidFill>
              <a:latin typeface="Arial"/>
              <a:ea typeface="Arial"/>
              <a:cs typeface="Arial"/>
              <a:sym typeface="Arial"/>
            </a:endParaRPr>
          </a:p>
        </p:txBody>
      </p:sp>
      <p:sp>
        <p:nvSpPr>
          <p:cNvPr id="808" name="Google Shape;808;p37"/>
          <p:cNvSpPr txBox="1"/>
          <p:nvPr/>
        </p:nvSpPr>
        <p:spPr>
          <a:xfrm>
            <a:off x="59635" y="2488661"/>
            <a:ext cx="1083424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pt-BR" sz="3600" u="none" cap="none" strike="noStrike">
                <a:solidFill>
                  <a:schemeClr val="lt1"/>
                </a:solidFill>
                <a:latin typeface="Arial Narrow"/>
                <a:ea typeface="Arial Narrow"/>
                <a:cs typeface="Arial Narrow"/>
                <a:sym typeface="Arial Narrow"/>
              </a:rPr>
              <a:t>A + B + D + H + I + L + N = 5 + 10 +2 + 4 + 3 + 9 + 4 = 37 DIAS</a:t>
            </a:r>
            <a:endParaRPr b="0" i="0" sz="1400" u="none" cap="none" strike="noStrike">
              <a:solidFill>
                <a:srgbClr val="000000"/>
              </a:solidFill>
              <a:latin typeface="Arial"/>
              <a:ea typeface="Arial"/>
              <a:cs typeface="Arial"/>
              <a:sym typeface="Arial"/>
            </a:endParaRPr>
          </a:p>
        </p:txBody>
      </p:sp>
      <p:sp>
        <p:nvSpPr>
          <p:cNvPr id="809" name="Google Shape;809;p37"/>
          <p:cNvSpPr txBox="1"/>
          <p:nvPr/>
        </p:nvSpPr>
        <p:spPr>
          <a:xfrm>
            <a:off x="59635" y="3032005"/>
            <a:ext cx="9569479"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pt-BR" sz="3600" u="none" cap="none" strike="noStrike">
                <a:solidFill>
                  <a:schemeClr val="lt1"/>
                </a:solidFill>
                <a:latin typeface="Arial Narrow"/>
                <a:ea typeface="Arial Narrow"/>
                <a:cs typeface="Arial Narrow"/>
                <a:sym typeface="Arial Narrow"/>
              </a:rPr>
              <a:t>A + B + D + J + L + N = 5 + 10 +2 + 6 + 9 + 4 = 36 DIAS</a:t>
            </a:r>
            <a:endParaRPr b="0" i="0" sz="1400" u="none" cap="none" strike="noStrike">
              <a:solidFill>
                <a:srgbClr val="000000"/>
              </a:solidFill>
              <a:latin typeface="Arial"/>
              <a:ea typeface="Arial"/>
              <a:cs typeface="Arial"/>
              <a:sym typeface="Arial"/>
            </a:endParaRPr>
          </a:p>
        </p:txBody>
      </p:sp>
      <p:sp>
        <p:nvSpPr>
          <p:cNvPr id="810" name="Google Shape;810;p37"/>
          <p:cNvSpPr txBox="1"/>
          <p:nvPr/>
        </p:nvSpPr>
        <p:spPr>
          <a:xfrm>
            <a:off x="59635" y="3588596"/>
            <a:ext cx="9569479"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pt-BR" sz="3600" u="none" cap="none" strike="noStrike">
                <a:solidFill>
                  <a:schemeClr val="lt1"/>
                </a:solidFill>
                <a:latin typeface="Arial Narrow"/>
                <a:ea typeface="Arial Narrow"/>
                <a:cs typeface="Arial Narrow"/>
                <a:sym typeface="Arial Narrow"/>
              </a:rPr>
              <a:t>A + B + D + J + L + N = 5 + 10 +2 + 6 + 9 + 4 = 36 DIAS</a:t>
            </a:r>
            <a:endParaRPr b="0" i="0" sz="1400" u="none" cap="none" strike="noStrike">
              <a:solidFill>
                <a:srgbClr val="000000"/>
              </a:solidFill>
              <a:latin typeface="Arial"/>
              <a:ea typeface="Arial"/>
              <a:cs typeface="Arial"/>
              <a:sym typeface="Arial"/>
            </a:endParaRPr>
          </a:p>
        </p:txBody>
      </p:sp>
      <p:sp>
        <p:nvSpPr>
          <p:cNvPr id="811" name="Google Shape;811;p37"/>
          <p:cNvSpPr txBox="1"/>
          <p:nvPr/>
        </p:nvSpPr>
        <p:spPr>
          <a:xfrm>
            <a:off x="59635" y="4138553"/>
            <a:ext cx="857170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pt-BR" sz="3600" u="none" cap="none" strike="noStrike">
                <a:solidFill>
                  <a:schemeClr val="lt1"/>
                </a:solidFill>
                <a:latin typeface="Arial Narrow"/>
                <a:ea typeface="Arial Narrow"/>
                <a:cs typeface="Arial Narrow"/>
                <a:sym typeface="Arial Narrow"/>
              </a:rPr>
              <a:t>A + C + G + M + N = 5 + 15 + 8 + 8 + 4 = 40 DIAS</a:t>
            </a:r>
            <a:endParaRPr b="0" i="0" sz="1400" u="none" cap="none" strike="noStrike">
              <a:solidFill>
                <a:srgbClr val="000000"/>
              </a:solidFill>
              <a:latin typeface="Arial"/>
              <a:ea typeface="Arial"/>
              <a:cs typeface="Arial"/>
              <a:sym typeface="Arial"/>
            </a:endParaRPr>
          </a:p>
        </p:txBody>
      </p:sp>
      <p:sp>
        <p:nvSpPr>
          <p:cNvPr id="812" name="Google Shape;812;p37"/>
          <p:cNvSpPr txBox="1"/>
          <p:nvPr/>
        </p:nvSpPr>
        <p:spPr>
          <a:xfrm>
            <a:off x="59635" y="4718886"/>
            <a:ext cx="983647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pt-BR" sz="3600" u="none" cap="none" strike="noStrike">
                <a:solidFill>
                  <a:schemeClr val="lt1"/>
                </a:solidFill>
                <a:latin typeface="Arial Narrow"/>
                <a:ea typeface="Arial Narrow"/>
                <a:cs typeface="Arial Narrow"/>
                <a:sym typeface="Arial Narrow"/>
              </a:rPr>
              <a:t>A + C + F + K + M + N = 5 + 15 + 4 + 6 + 8 + 4 = 42 DIAS</a:t>
            </a:r>
            <a:endParaRPr b="0" i="0" sz="1400" u="none" cap="none" strike="noStrike">
              <a:solidFill>
                <a:srgbClr val="000000"/>
              </a:solidFill>
              <a:latin typeface="Arial"/>
              <a:ea typeface="Arial"/>
              <a:cs typeface="Arial"/>
              <a:sym typeface="Arial"/>
            </a:endParaRPr>
          </a:p>
        </p:txBody>
      </p:sp>
      <p:sp>
        <p:nvSpPr>
          <p:cNvPr id="813" name="Google Shape;813;p37"/>
          <p:cNvSpPr txBox="1"/>
          <p:nvPr/>
        </p:nvSpPr>
        <p:spPr>
          <a:xfrm>
            <a:off x="821635" y="5362725"/>
            <a:ext cx="11025809"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600"/>
              <a:buFont typeface="Arial"/>
              <a:buNone/>
            </a:pPr>
            <a:r>
              <a:rPr b="1" i="0" lang="pt-BR" sz="3600" u="none" cap="none" strike="noStrike">
                <a:solidFill>
                  <a:srgbClr val="FFFF00"/>
                </a:solidFill>
                <a:latin typeface="Arial Narrow"/>
                <a:ea typeface="Arial Narrow"/>
                <a:cs typeface="Arial Narrow"/>
                <a:sym typeface="Arial Narrow"/>
              </a:rPr>
              <a:t>não são críticos e podem ser usados como folga no projeto.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38"/>
          <p:cNvSpPr/>
          <p:nvPr/>
        </p:nvSpPr>
        <p:spPr>
          <a:xfrm>
            <a:off x="768621" y="2425150"/>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5 d</a:t>
            </a:r>
            <a:endParaRPr b="0" i="0" sz="1400" u="none" cap="none" strike="noStrike">
              <a:solidFill>
                <a:srgbClr val="000000"/>
              </a:solidFill>
              <a:latin typeface="Arial"/>
              <a:ea typeface="Arial"/>
              <a:cs typeface="Arial"/>
              <a:sym typeface="Arial"/>
            </a:endParaRPr>
          </a:p>
        </p:txBody>
      </p:sp>
      <p:sp>
        <p:nvSpPr>
          <p:cNvPr id="819" name="Google Shape;819;p38"/>
          <p:cNvSpPr/>
          <p:nvPr/>
        </p:nvSpPr>
        <p:spPr>
          <a:xfrm>
            <a:off x="2392012" y="110655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10 d</a:t>
            </a:r>
            <a:endParaRPr b="0" i="0" sz="1400" u="none" cap="none" strike="noStrike">
              <a:solidFill>
                <a:srgbClr val="000000"/>
              </a:solidFill>
              <a:latin typeface="Arial"/>
              <a:ea typeface="Arial"/>
              <a:cs typeface="Arial"/>
              <a:sym typeface="Arial"/>
            </a:endParaRPr>
          </a:p>
        </p:txBody>
      </p:sp>
      <p:sp>
        <p:nvSpPr>
          <p:cNvPr id="820" name="Google Shape;820;p38"/>
          <p:cNvSpPr/>
          <p:nvPr/>
        </p:nvSpPr>
        <p:spPr>
          <a:xfrm>
            <a:off x="3597960" y="110655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2 d</a:t>
            </a:r>
            <a:endParaRPr b="0" i="0" sz="1400" u="none" cap="none" strike="noStrike">
              <a:solidFill>
                <a:srgbClr val="000000"/>
              </a:solidFill>
              <a:latin typeface="Arial"/>
              <a:ea typeface="Arial"/>
              <a:cs typeface="Arial"/>
              <a:sym typeface="Arial"/>
            </a:endParaRPr>
          </a:p>
        </p:txBody>
      </p:sp>
      <p:sp>
        <p:nvSpPr>
          <p:cNvPr id="821" name="Google Shape;821;p38"/>
          <p:cNvSpPr/>
          <p:nvPr/>
        </p:nvSpPr>
        <p:spPr>
          <a:xfrm>
            <a:off x="2869090" y="3743742"/>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15 d</a:t>
            </a:r>
            <a:endParaRPr b="0" i="0" sz="1400" u="none" cap="none" strike="noStrike">
              <a:solidFill>
                <a:srgbClr val="000000"/>
              </a:solidFill>
              <a:latin typeface="Arial"/>
              <a:ea typeface="Arial"/>
              <a:cs typeface="Arial"/>
              <a:sym typeface="Arial"/>
            </a:endParaRPr>
          </a:p>
        </p:txBody>
      </p:sp>
      <p:sp>
        <p:nvSpPr>
          <p:cNvPr id="822" name="Google Shape;822;p38"/>
          <p:cNvSpPr/>
          <p:nvPr/>
        </p:nvSpPr>
        <p:spPr>
          <a:xfrm>
            <a:off x="4406340" y="2749828"/>
            <a:ext cx="954157" cy="649356"/>
          </a:xfrm>
          <a:prstGeom prst="rect">
            <a:avLst/>
          </a:prstGeom>
          <a:solidFill>
            <a:srgbClr val="FF00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chemeClr val="lt1"/>
                </a:solidFill>
                <a:latin typeface="Arial Narrow"/>
                <a:ea typeface="Arial Narrow"/>
                <a:cs typeface="Arial Narrow"/>
                <a:sym typeface="Arial Narrow"/>
              </a:rPr>
              <a: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chemeClr val="lt1"/>
                </a:solidFill>
                <a:latin typeface="Arial Narrow"/>
                <a:ea typeface="Arial Narrow"/>
                <a:cs typeface="Arial Narrow"/>
                <a:sym typeface="Arial Narrow"/>
              </a:rPr>
              <a:t>12 d</a:t>
            </a:r>
            <a:endParaRPr b="0" i="0" sz="1400" u="none" cap="none" strike="noStrike">
              <a:solidFill>
                <a:srgbClr val="000000"/>
              </a:solidFill>
              <a:latin typeface="Arial"/>
              <a:ea typeface="Arial"/>
              <a:cs typeface="Arial"/>
              <a:sym typeface="Arial"/>
            </a:endParaRPr>
          </a:p>
        </p:txBody>
      </p:sp>
      <p:sp>
        <p:nvSpPr>
          <p:cNvPr id="823" name="Google Shape;823;p38"/>
          <p:cNvSpPr/>
          <p:nvPr/>
        </p:nvSpPr>
        <p:spPr>
          <a:xfrm>
            <a:off x="4406340" y="3743742"/>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824" name="Google Shape;824;p38"/>
          <p:cNvSpPr/>
          <p:nvPr/>
        </p:nvSpPr>
        <p:spPr>
          <a:xfrm>
            <a:off x="4406339" y="4737656"/>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sp>
        <p:nvSpPr>
          <p:cNvPr id="825" name="Google Shape;825;p38"/>
          <p:cNvSpPr/>
          <p:nvPr/>
        </p:nvSpPr>
        <p:spPr>
          <a:xfrm>
            <a:off x="5161716" y="112644"/>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H</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826" name="Google Shape;826;p38"/>
          <p:cNvSpPr/>
          <p:nvPr/>
        </p:nvSpPr>
        <p:spPr>
          <a:xfrm>
            <a:off x="5161715" y="1928193"/>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J</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827" name="Google Shape;827;p38"/>
          <p:cNvSpPr/>
          <p:nvPr/>
        </p:nvSpPr>
        <p:spPr>
          <a:xfrm>
            <a:off x="5625540" y="3743742"/>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828" name="Google Shape;828;p38"/>
          <p:cNvSpPr/>
          <p:nvPr/>
        </p:nvSpPr>
        <p:spPr>
          <a:xfrm>
            <a:off x="6380917" y="112644"/>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3 d</a:t>
            </a:r>
            <a:endParaRPr b="0" i="0" sz="1400" u="none" cap="none" strike="noStrike">
              <a:solidFill>
                <a:srgbClr val="000000"/>
              </a:solidFill>
              <a:latin typeface="Arial"/>
              <a:ea typeface="Arial"/>
              <a:cs typeface="Arial"/>
              <a:sym typeface="Arial"/>
            </a:endParaRPr>
          </a:p>
        </p:txBody>
      </p:sp>
      <p:sp>
        <p:nvSpPr>
          <p:cNvPr id="829" name="Google Shape;829;p38"/>
          <p:cNvSpPr/>
          <p:nvPr/>
        </p:nvSpPr>
        <p:spPr>
          <a:xfrm>
            <a:off x="8097074" y="110655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9 d</a:t>
            </a:r>
            <a:endParaRPr b="0" i="0" sz="1400" u="none" cap="none" strike="noStrike">
              <a:solidFill>
                <a:srgbClr val="000000"/>
              </a:solidFill>
              <a:latin typeface="Arial"/>
              <a:ea typeface="Arial"/>
              <a:cs typeface="Arial"/>
              <a:sym typeface="Arial"/>
            </a:endParaRPr>
          </a:p>
        </p:txBody>
      </p:sp>
      <p:sp>
        <p:nvSpPr>
          <p:cNvPr id="830" name="Google Shape;830;p38"/>
          <p:cNvSpPr/>
          <p:nvPr/>
        </p:nvSpPr>
        <p:spPr>
          <a:xfrm>
            <a:off x="6864621" y="3756994"/>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grpSp>
        <p:nvGrpSpPr>
          <p:cNvPr id="831" name="Google Shape;831;p38"/>
          <p:cNvGrpSpPr/>
          <p:nvPr/>
        </p:nvGrpSpPr>
        <p:grpSpPr>
          <a:xfrm>
            <a:off x="1643262" y="1431237"/>
            <a:ext cx="1239077" cy="2637182"/>
            <a:chOff x="1272209" y="1948070"/>
            <a:chExt cx="1239077" cy="2637182"/>
          </a:xfrm>
        </p:grpSpPr>
        <p:cxnSp>
          <p:nvCxnSpPr>
            <p:cNvPr id="832" name="Google Shape;832;p38"/>
            <p:cNvCxnSpPr/>
            <p:nvPr/>
          </p:nvCxnSpPr>
          <p:spPr>
            <a:xfrm>
              <a:off x="1272209" y="3279913"/>
              <a:ext cx="291548" cy="0"/>
            </a:xfrm>
            <a:prstGeom prst="straightConnector1">
              <a:avLst/>
            </a:prstGeom>
            <a:noFill/>
            <a:ln cap="flat" cmpd="sng" w="57150">
              <a:solidFill>
                <a:srgbClr val="FFFF00"/>
              </a:solidFill>
              <a:prstDash val="solid"/>
              <a:round/>
              <a:headEnd len="sm" w="sm" type="none"/>
              <a:tailEnd len="sm" w="sm" type="none"/>
            </a:ln>
          </p:spPr>
        </p:cxnSp>
        <p:cxnSp>
          <p:nvCxnSpPr>
            <p:cNvPr id="833" name="Google Shape;833;p38"/>
            <p:cNvCxnSpPr/>
            <p:nvPr/>
          </p:nvCxnSpPr>
          <p:spPr>
            <a:xfrm flipH="1" rot="10800000">
              <a:off x="1563757" y="1948070"/>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834" name="Google Shape;834;p38"/>
            <p:cNvCxnSpPr/>
            <p:nvPr/>
          </p:nvCxnSpPr>
          <p:spPr>
            <a:xfrm>
              <a:off x="169627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835" name="Google Shape;835;p38"/>
            <p:cNvCxnSpPr/>
            <p:nvPr/>
          </p:nvCxnSpPr>
          <p:spPr>
            <a:xfrm>
              <a:off x="1563757" y="3266661"/>
              <a:ext cx="132521" cy="1318591"/>
            </a:xfrm>
            <a:prstGeom prst="straightConnector1">
              <a:avLst/>
            </a:prstGeom>
            <a:noFill/>
            <a:ln cap="flat" cmpd="sng" w="57150">
              <a:solidFill>
                <a:srgbClr val="FFFF00"/>
              </a:solidFill>
              <a:prstDash val="solid"/>
              <a:round/>
              <a:headEnd len="sm" w="sm" type="none"/>
              <a:tailEnd len="sm" w="sm" type="none"/>
            </a:ln>
          </p:spPr>
        </p:cxnSp>
        <p:cxnSp>
          <p:nvCxnSpPr>
            <p:cNvPr id="836" name="Google Shape;836;p38"/>
            <p:cNvCxnSpPr/>
            <p:nvPr/>
          </p:nvCxnSpPr>
          <p:spPr>
            <a:xfrm flipH="1" rot="10800000">
              <a:off x="1709527" y="4572000"/>
              <a:ext cx="801759" cy="13251"/>
            </a:xfrm>
            <a:prstGeom prst="straightConnector1">
              <a:avLst/>
            </a:prstGeom>
            <a:noFill/>
            <a:ln cap="flat" cmpd="sng" w="57150">
              <a:solidFill>
                <a:srgbClr val="FFFF00"/>
              </a:solidFill>
              <a:prstDash val="solid"/>
              <a:round/>
              <a:headEnd len="sm" w="sm" type="none"/>
              <a:tailEnd len="sm" w="sm" type="none"/>
            </a:ln>
          </p:spPr>
        </p:cxnSp>
      </p:grpSp>
      <p:grpSp>
        <p:nvGrpSpPr>
          <p:cNvPr id="837" name="Google Shape;837;p38"/>
          <p:cNvGrpSpPr/>
          <p:nvPr/>
        </p:nvGrpSpPr>
        <p:grpSpPr>
          <a:xfrm>
            <a:off x="3717225" y="3144079"/>
            <a:ext cx="659297" cy="1987826"/>
            <a:chOff x="3332921" y="3591339"/>
            <a:chExt cx="659297" cy="1987826"/>
          </a:xfrm>
        </p:grpSpPr>
        <p:cxnSp>
          <p:nvCxnSpPr>
            <p:cNvPr id="838" name="Google Shape;838;p38"/>
            <p:cNvCxnSpPr/>
            <p:nvPr/>
          </p:nvCxnSpPr>
          <p:spPr>
            <a:xfrm>
              <a:off x="3332921" y="4585252"/>
              <a:ext cx="291548" cy="0"/>
            </a:xfrm>
            <a:prstGeom prst="straightConnector1">
              <a:avLst/>
            </a:prstGeom>
            <a:noFill/>
            <a:ln cap="flat" cmpd="sng" w="57150">
              <a:solidFill>
                <a:srgbClr val="FFFF00"/>
              </a:solidFill>
              <a:prstDash val="solid"/>
              <a:round/>
              <a:headEnd len="sm" w="sm" type="none"/>
              <a:tailEnd len="sm" w="sm" type="none"/>
            </a:ln>
          </p:spPr>
        </p:cxnSp>
        <p:cxnSp>
          <p:nvCxnSpPr>
            <p:cNvPr id="839" name="Google Shape;839;p38"/>
            <p:cNvCxnSpPr/>
            <p:nvPr/>
          </p:nvCxnSpPr>
          <p:spPr>
            <a:xfrm flipH="1" rot="10800000">
              <a:off x="3614527" y="3591339"/>
              <a:ext cx="109333" cy="993914"/>
            </a:xfrm>
            <a:prstGeom prst="straightConnector1">
              <a:avLst/>
            </a:prstGeom>
            <a:noFill/>
            <a:ln cap="flat" cmpd="sng" w="57150">
              <a:solidFill>
                <a:srgbClr val="FFFF00"/>
              </a:solidFill>
              <a:prstDash val="solid"/>
              <a:round/>
              <a:headEnd len="sm" w="sm" type="none"/>
              <a:tailEnd len="sm" w="sm" type="none"/>
            </a:ln>
          </p:spPr>
        </p:cxnSp>
        <p:cxnSp>
          <p:nvCxnSpPr>
            <p:cNvPr id="840" name="Google Shape;840;p38"/>
            <p:cNvCxnSpPr/>
            <p:nvPr/>
          </p:nvCxnSpPr>
          <p:spPr>
            <a:xfrm>
              <a:off x="3614527" y="4585252"/>
              <a:ext cx="86143" cy="993913"/>
            </a:xfrm>
            <a:prstGeom prst="straightConnector1">
              <a:avLst/>
            </a:prstGeom>
            <a:noFill/>
            <a:ln cap="rnd" cmpd="sng" w="9525">
              <a:solidFill>
                <a:schemeClr val="lt1"/>
              </a:solidFill>
              <a:prstDash val="solid"/>
              <a:round/>
              <a:headEnd len="sm" w="sm" type="none"/>
              <a:tailEnd len="sm" w="sm" type="none"/>
            </a:ln>
          </p:spPr>
        </p:cxnSp>
        <p:cxnSp>
          <p:nvCxnSpPr>
            <p:cNvPr id="841" name="Google Shape;841;p38"/>
            <p:cNvCxnSpPr/>
            <p:nvPr/>
          </p:nvCxnSpPr>
          <p:spPr>
            <a:xfrm>
              <a:off x="3760307" y="3594655"/>
              <a:ext cx="231911" cy="0"/>
            </a:xfrm>
            <a:prstGeom prst="straightConnector1">
              <a:avLst/>
            </a:prstGeom>
            <a:noFill/>
            <a:ln cap="flat" cmpd="sng" w="57150">
              <a:solidFill>
                <a:srgbClr val="FFFF00"/>
              </a:solidFill>
              <a:prstDash val="solid"/>
              <a:round/>
              <a:headEnd len="sm" w="sm" type="none"/>
              <a:tailEnd len="sm" w="sm" type="none"/>
            </a:ln>
          </p:spPr>
        </p:cxnSp>
        <p:cxnSp>
          <p:nvCxnSpPr>
            <p:cNvPr id="842" name="Google Shape;842;p38"/>
            <p:cNvCxnSpPr/>
            <p:nvPr/>
          </p:nvCxnSpPr>
          <p:spPr>
            <a:xfrm>
              <a:off x="3700670" y="5579165"/>
              <a:ext cx="291548" cy="0"/>
            </a:xfrm>
            <a:prstGeom prst="straightConnector1">
              <a:avLst/>
            </a:prstGeom>
            <a:noFill/>
            <a:ln cap="rnd" cmpd="sng" w="9525">
              <a:solidFill>
                <a:schemeClr val="lt1"/>
              </a:solidFill>
              <a:prstDash val="solid"/>
              <a:round/>
              <a:headEnd len="sm" w="sm" type="none"/>
              <a:tailEnd len="sm" w="sm" type="none"/>
            </a:ln>
          </p:spPr>
        </p:cxnSp>
        <p:cxnSp>
          <p:nvCxnSpPr>
            <p:cNvPr id="843" name="Google Shape;843;p38"/>
            <p:cNvCxnSpPr/>
            <p:nvPr/>
          </p:nvCxnSpPr>
          <p:spPr>
            <a:xfrm>
              <a:off x="3614522" y="4585252"/>
              <a:ext cx="341244" cy="1"/>
            </a:xfrm>
            <a:prstGeom prst="straightConnector1">
              <a:avLst/>
            </a:prstGeom>
            <a:noFill/>
            <a:ln cap="rnd" cmpd="sng" w="9525">
              <a:solidFill>
                <a:schemeClr val="lt1"/>
              </a:solidFill>
              <a:prstDash val="solid"/>
              <a:round/>
              <a:headEnd len="sm" w="sm" type="none"/>
              <a:tailEnd len="sm" w="sm" type="none"/>
            </a:ln>
          </p:spPr>
        </p:cxnSp>
      </p:grpSp>
      <p:cxnSp>
        <p:nvCxnSpPr>
          <p:cNvPr id="844" name="Google Shape;844;p38"/>
          <p:cNvCxnSpPr/>
          <p:nvPr/>
        </p:nvCxnSpPr>
        <p:spPr>
          <a:xfrm>
            <a:off x="3306412" y="1431237"/>
            <a:ext cx="291548" cy="0"/>
          </a:xfrm>
          <a:prstGeom prst="straightConnector1">
            <a:avLst/>
          </a:prstGeom>
          <a:noFill/>
          <a:ln cap="rnd" cmpd="sng" w="9525">
            <a:solidFill>
              <a:schemeClr val="lt1"/>
            </a:solidFill>
            <a:prstDash val="solid"/>
            <a:round/>
            <a:headEnd len="sm" w="sm" type="none"/>
            <a:tailEnd len="sm" w="sm" type="none"/>
          </a:ln>
        </p:spPr>
      </p:cxnSp>
      <p:cxnSp>
        <p:nvCxnSpPr>
          <p:cNvPr id="845" name="Google Shape;845;p38"/>
          <p:cNvCxnSpPr/>
          <p:nvPr/>
        </p:nvCxnSpPr>
        <p:spPr>
          <a:xfrm>
            <a:off x="5360496" y="4068419"/>
            <a:ext cx="291548" cy="0"/>
          </a:xfrm>
          <a:prstGeom prst="straightConnector1">
            <a:avLst/>
          </a:prstGeom>
          <a:noFill/>
          <a:ln cap="rnd" cmpd="sng" w="9525">
            <a:solidFill>
              <a:schemeClr val="lt1"/>
            </a:solidFill>
            <a:prstDash val="solid"/>
            <a:round/>
            <a:headEnd len="sm" w="sm" type="none"/>
            <a:tailEnd len="sm" w="sm" type="none"/>
          </a:ln>
        </p:spPr>
      </p:cxnSp>
      <p:grpSp>
        <p:nvGrpSpPr>
          <p:cNvPr id="846" name="Google Shape;846;p38"/>
          <p:cNvGrpSpPr/>
          <p:nvPr/>
        </p:nvGrpSpPr>
        <p:grpSpPr>
          <a:xfrm>
            <a:off x="5333992" y="3087758"/>
            <a:ext cx="1530629" cy="1974574"/>
            <a:chOff x="4883423" y="3604591"/>
            <a:chExt cx="1517490" cy="1974574"/>
          </a:xfrm>
        </p:grpSpPr>
        <p:cxnSp>
          <p:nvCxnSpPr>
            <p:cNvPr id="847" name="Google Shape;847;p38"/>
            <p:cNvCxnSpPr>
              <a:endCxn id="830" idx="1"/>
            </p:cNvCxnSpPr>
            <p:nvPr/>
          </p:nvCxnSpPr>
          <p:spPr>
            <a:xfrm flipH="1" rot="10800000">
              <a:off x="6241913" y="4598505"/>
              <a:ext cx="159000" cy="13200"/>
            </a:xfrm>
            <a:prstGeom prst="straightConnector1">
              <a:avLst/>
            </a:prstGeom>
            <a:noFill/>
            <a:ln cap="flat" cmpd="sng" w="57150">
              <a:solidFill>
                <a:srgbClr val="FFFF00"/>
              </a:solidFill>
              <a:prstDash val="solid"/>
              <a:round/>
              <a:headEnd len="sm" w="sm" type="none"/>
              <a:tailEnd len="sm" w="sm" type="none"/>
            </a:ln>
          </p:spPr>
        </p:cxnSp>
        <p:cxnSp>
          <p:nvCxnSpPr>
            <p:cNvPr id="848" name="Google Shape;848;p38"/>
            <p:cNvCxnSpPr/>
            <p:nvPr/>
          </p:nvCxnSpPr>
          <p:spPr>
            <a:xfrm>
              <a:off x="4883423" y="3604591"/>
              <a:ext cx="1046925" cy="0"/>
            </a:xfrm>
            <a:prstGeom prst="straightConnector1">
              <a:avLst/>
            </a:prstGeom>
            <a:noFill/>
            <a:ln cap="flat" cmpd="sng" w="57150">
              <a:solidFill>
                <a:srgbClr val="FFFF00"/>
              </a:solidFill>
              <a:prstDash val="solid"/>
              <a:round/>
              <a:headEnd len="sm" w="sm" type="none"/>
              <a:tailEnd len="sm" w="sm" type="none"/>
            </a:ln>
          </p:spPr>
        </p:cxnSp>
        <p:cxnSp>
          <p:nvCxnSpPr>
            <p:cNvPr id="849" name="Google Shape;849;p38"/>
            <p:cNvCxnSpPr/>
            <p:nvPr/>
          </p:nvCxnSpPr>
          <p:spPr>
            <a:xfrm>
              <a:off x="4909927" y="5579165"/>
              <a:ext cx="1020421" cy="0"/>
            </a:xfrm>
            <a:prstGeom prst="straightConnector1">
              <a:avLst/>
            </a:prstGeom>
            <a:noFill/>
            <a:ln cap="rnd" cmpd="sng" w="9525">
              <a:solidFill>
                <a:schemeClr val="lt1"/>
              </a:solidFill>
              <a:prstDash val="solid"/>
              <a:round/>
              <a:headEnd len="sm" w="sm" type="none"/>
              <a:tailEnd len="sm" w="sm" type="none"/>
            </a:ln>
          </p:spPr>
        </p:cxnSp>
        <p:cxnSp>
          <p:nvCxnSpPr>
            <p:cNvPr id="850" name="Google Shape;850;p38"/>
            <p:cNvCxnSpPr/>
            <p:nvPr/>
          </p:nvCxnSpPr>
          <p:spPr>
            <a:xfrm>
              <a:off x="5930348" y="3604591"/>
              <a:ext cx="324678" cy="311426"/>
            </a:xfrm>
            <a:prstGeom prst="straightConnector1">
              <a:avLst/>
            </a:prstGeom>
            <a:noFill/>
            <a:ln cap="flat" cmpd="sng" w="57150">
              <a:solidFill>
                <a:srgbClr val="FFFF00"/>
              </a:solidFill>
              <a:prstDash val="solid"/>
              <a:round/>
              <a:headEnd len="sm" w="sm" type="none"/>
              <a:tailEnd len="sm" w="sm" type="none"/>
            </a:ln>
          </p:spPr>
        </p:cxnSp>
        <p:cxnSp>
          <p:nvCxnSpPr>
            <p:cNvPr id="851" name="Google Shape;851;p38"/>
            <p:cNvCxnSpPr/>
            <p:nvPr/>
          </p:nvCxnSpPr>
          <p:spPr>
            <a:xfrm flipH="1" rot="10800000">
              <a:off x="5930348" y="5141843"/>
              <a:ext cx="324678" cy="437322"/>
            </a:xfrm>
            <a:prstGeom prst="straightConnector1">
              <a:avLst/>
            </a:prstGeom>
            <a:noFill/>
            <a:ln cap="rnd" cmpd="sng" w="9525">
              <a:solidFill>
                <a:schemeClr val="lt1"/>
              </a:solidFill>
              <a:prstDash val="solid"/>
              <a:round/>
              <a:headEnd len="sm" w="sm" type="none"/>
              <a:tailEnd len="sm" w="sm" type="none"/>
            </a:ln>
          </p:spPr>
        </p:cxnSp>
        <p:cxnSp>
          <p:nvCxnSpPr>
            <p:cNvPr id="852" name="Google Shape;852;p38"/>
            <p:cNvCxnSpPr/>
            <p:nvPr/>
          </p:nvCxnSpPr>
          <p:spPr>
            <a:xfrm>
              <a:off x="6255026" y="3916017"/>
              <a:ext cx="0" cy="669234"/>
            </a:xfrm>
            <a:prstGeom prst="straightConnector1">
              <a:avLst/>
            </a:prstGeom>
            <a:noFill/>
            <a:ln cap="flat" cmpd="sng" w="57150">
              <a:solidFill>
                <a:srgbClr val="FFFF00"/>
              </a:solidFill>
              <a:prstDash val="solid"/>
              <a:round/>
              <a:headEnd len="sm" w="sm" type="none"/>
              <a:tailEnd len="sm" w="sm" type="none"/>
            </a:ln>
          </p:spPr>
        </p:cxnSp>
        <p:cxnSp>
          <p:nvCxnSpPr>
            <p:cNvPr id="853" name="Google Shape;853;p38"/>
            <p:cNvCxnSpPr/>
            <p:nvPr/>
          </p:nvCxnSpPr>
          <p:spPr>
            <a:xfrm rot="10800000">
              <a:off x="6255026" y="4585251"/>
              <a:ext cx="13252" cy="556592"/>
            </a:xfrm>
            <a:prstGeom prst="straightConnector1">
              <a:avLst/>
            </a:prstGeom>
            <a:noFill/>
            <a:ln cap="rnd" cmpd="sng" w="9525">
              <a:solidFill>
                <a:schemeClr val="lt1"/>
              </a:solidFill>
              <a:prstDash val="solid"/>
              <a:round/>
              <a:headEnd len="sm" w="sm" type="none"/>
              <a:tailEnd len="sm" w="sm" type="none"/>
            </a:ln>
          </p:spPr>
        </p:cxnSp>
      </p:grpSp>
      <p:grpSp>
        <p:nvGrpSpPr>
          <p:cNvPr id="854" name="Google Shape;854;p38"/>
          <p:cNvGrpSpPr/>
          <p:nvPr/>
        </p:nvGrpSpPr>
        <p:grpSpPr>
          <a:xfrm>
            <a:off x="4552117" y="407508"/>
            <a:ext cx="715617" cy="1769165"/>
            <a:chOff x="4101548" y="924341"/>
            <a:chExt cx="715617" cy="1769165"/>
          </a:xfrm>
        </p:grpSpPr>
        <p:cxnSp>
          <p:nvCxnSpPr>
            <p:cNvPr id="855" name="Google Shape;855;p38"/>
            <p:cNvCxnSpPr/>
            <p:nvPr/>
          </p:nvCxnSpPr>
          <p:spPr>
            <a:xfrm>
              <a:off x="410154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856" name="Google Shape;856;p38"/>
            <p:cNvCxnSpPr/>
            <p:nvPr/>
          </p:nvCxnSpPr>
          <p:spPr>
            <a:xfrm flipH="1" rot="10800000">
              <a:off x="4416284" y="924341"/>
              <a:ext cx="109333" cy="993914"/>
            </a:xfrm>
            <a:prstGeom prst="straightConnector1">
              <a:avLst/>
            </a:prstGeom>
            <a:noFill/>
            <a:ln cap="rnd" cmpd="sng" w="9525">
              <a:solidFill>
                <a:schemeClr val="lt1"/>
              </a:solidFill>
              <a:prstDash val="solid"/>
              <a:round/>
              <a:headEnd len="sm" w="sm" type="none"/>
              <a:tailEnd len="sm" w="sm" type="none"/>
            </a:ln>
          </p:spPr>
        </p:cxnSp>
        <p:cxnSp>
          <p:nvCxnSpPr>
            <p:cNvPr id="857" name="Google Shape;857;p38"/>
            <p:cNvCxnSpPr/>
            <p:nvPr/>
          </p:nvCxnSpPr>
          <p:spPr>
            <a:xfrm>
              <a:off x="4416284" y="1918254"/>
              <a:ext cx="109333" cy="765311"/>
            </a:xfrm>
            <a:prstGeom prst="straightConnector1">
              <a:avLst/>
            </a:prstGeom>
            <a:noFill/>
            <a:ln cap="rnd" cmpd="sng" w="9525">
              <a:solidFill>
                <a:schemeClr val="lt1"/>
              </a:solidFill>
              <a:prstDash val="solid"/>
              <a:round/>
              <a:headEnd len="sm" w="sm" type="none"/>
              <a:tailEnd len="sm" w="sm" type="none"/>
            </a:ln>
          </p:spPr>
        </p:cxnSp>
        <p:cxnSp>
          <p:nvCxnSpPr>
            <p:cNvPr id="858" name="Google Shape;858;p38"/>
            <p:cNvCxnSpPr/>
            <p:nvPr/>
          </p:nvCxnSpPr>
          <p:spPr>
            <a:xfrm>
              <a:off x="4525617" y="924341"/>
              <a:ext cx="291548" cy="0"/>
            </a:xfrm>
            <a:prstGeom prst="straightConnector1">
              <a:avLst/>
            </a:prstGeom>
            <a:noFill/>
            <a:ln cap="rnd" cmpd="sng" w="9525">
              <a:solidFill>
                <a:schemeClr val="lt1"/>
              </a:solidFill>
              <a:prstDash val="solid"/>
              <a:round/>
              <a:headEnd len="sm" w="sm" type="none"/>
              <a:tailEnd len="sm" w="sm" type="none"/>
            </a:ln>
          </p:spPr>
        </p:cxnSp>
        <p:cxnSp>
          <p:nvCxnSpPr>
            <p:cNvPr id="859" name="Google Shape;859;p38"/>
            <p:cNvCxnSpPr/>
            <p:nvPr/>
          </p:nvCxnSpPr>
          <p:spPr>
            <a:xfrm>
              <a:off x="4525617" y="2693506"/>
              <a:ext cx="291548" cy="0"/>
            </a:xfrm>
            <a:prstGeom prst="straightConnector1">
              <a:avLst/>
            </a:prstGeom>
            <a:noFill/>
            <a:ln cap="rnd" cmpd="sng" w="9525">
              <a:solidFill>
                <a:schemeClr val="lt1"/>
              </a:solidFill>
              <a:prstDash val="solid"/>
              <a:round/>
              <a:headEnd len="sm" w="sm" type="none"/>
              <a:tailEnd len="sm" w="sm" type="none"/>
            </a:ln>
          </p:spPr>
        </p:cxnSp>
      </p:grpSp>
      <p:cxnSp>
        <p:nvCxnSpPr>
          <p:cNvPr id="860" name="Google Shape;860;p38"/>
          <p:cNvCxnSpPr/>
          <p:nvPr/>
        </p:nvCxnSpPr>
        <p:spPr>
          <a:xfrm>
            <a:off x="6115872" y="407508"/>
            <a:ext cx="291548" cy="0"/>
          </a:xfrm>
          <a:prstGeom prst="straightConnector1">
            <a:avLst/>
          </a:prstGeom>
          <a:noFill/>
          <a:ln cap="rnd" cmpd="sng" w="9525">
            <a:solidFill>
              <a:schemeClr val="lt1"/>
            </a:solidFill>
            <a:prstDash val="solid"/>
            <a:round/>
            <a:headEnd len="sm" w="sm" type="none"/>
            <a:tailEnd len="sm" w="sm" type="none"/>
          </a:ln>
        </p:spPr>
      </p:cxnSp>
      <p:grpSp>
        <p:nvGrpSpPr>
          <p:cNvPr id="861" name="Google Shape;861;p38"/>
          <p:cNvGrpSpPr/>
          <p:nvPr/>
        </p:nvGrpSpPr>
        <p:grpSpPr>
          <a:xfrm>
            <a:off x="6115872" y="420760"/>
            <a:ext cx="1981202" cy="1755913"/>
            <a:chOff x="5665303" y="937593"/>
            <a:chExt cx="1981202" cy="1755913"/>
          </a:xfrm>
        </p:grpSpPr>
        <p:cxnSp>
          <p:nvCxnSpPr>
            <p:cNvPr id="862" name="Google Shape;862;p38"/>
            <p:cNvCxnSpPr/>
            <p:nvPr/>
          </p:nvCxnSpPr>
          <p:spPr>
            <a:xfrm>
              <a:off x="5665303" y="2693506"/>
              <a:ext cx="1510750" cy="0"/>
            </a:xfrm>
            <a:prstGeom prst="straightConnector1">
              <a:avLst/>
            </a:prstGeom>
            <a:noFill/>
            <a:ln cap="rnd" cmpd="sng" w="9525">
              <a:solidFill>
                <a:schemeClr val="lt1"/>
              </a:solidFill>
              <a:prstDash val="solid"/>
              <a:round/>
              <a:headEnd len="sm" w="sm" type="none"/>
              <a:tailEnd len="sm" w="sm" type="none"/>
            </a:ln>
          </p:spPr>
        </p:cxnSp>
        <p:cxnSp>
          <p:nvCxnSpPr>
            <p:cNvPr id="863" name="Google Shape;863;p38"/>
            <p:cNvCxnSpPr/>
            <p:nvPr/>
          </p:nvCxnSpPr>
          <p:spPr>
            <a:xfrm>
              <a:off x="6884505" y="937593"/>
              <a:ext cx="291548" cy="0"/>
            </a:xfrm>
            <a:prstGeom prst="straightConnector1">
              <a:avLst/>
            </a:prstGeom>
            <a:noFill/>
            <a:ln cap="rnd" cmpd="sng" w="9525">
              <a:solidFill>
                <a:schemeClr val="lt1"/>
              </a:solidFill>
              <a:prstDash val="solid"/>
              <a:round/>
              <a:headEnd len="sm" w="sm" type="none"/>
              <a:tailEnd len="sm" w="sm" type="none"/>
            </a:ln>
          </p:spPr>
        </p:cxnSp>
        <p:cxnSp>
          <p:nvCxnSpPr>
            <p:cNvPr id="864" name="Google Shape;864;p38"/>
            <p:cNvCxnSpPr/>
            <p:nvPr/>
          </p:nvCxnSpPr>
          <p:spPr>
            <a:xfrm>
              <a:off x="7176053" y="937593"/>
              <a:ext cx="192156" cy="980661"/>
            </a:xfrm>
            <a:prstGeom prst="straightConnector1">
              <a:avLst/>
            </a:prstGeom>
            <a:noFill/>
            <a:ln cap="rnd" cmpd="sng" w="9525">
              <a:solidFill>
                <a:schemeClr val="lt1"/>
              </a:solidFill>
              <a:prstDash val="solid"/>
              <a:round/>
              <a:headEnd len="sm" w="sm" type="none"/>
              <a:tailEnd len="sm" w="sm" type="none"/>
            </a:ln>
          </p:spPr>
        </p:cxnSp>
        <p:cxnSp>
          <p:nvCxnSpPr>
            <p:cNvPr id="865" name="Google Shape;865;p38"/>
            <p:cNvCxnSpPr/>
            <p:nvPr/>
          </p:nvCxnSpPr>
          <p:spPr>
            <a:xfrm flipH="1" rot="10800000">
              <a:off x="7126357" y="1918254"/>
              <a:ext cx="241852" cy="775252"/>
            </a:xfrm>
            <a:prstGeom prst="straightConnector1">
              <a:avLst/>
            </a:prstGeom>
            <a:noFill/>
            <a:ln cap="rnd" cmpd="sng" w="9525">
              <a:solidFill>
                <a:schemeClr val="lt1"/>
              </a:solidFill>
              <a:prstDash val="solid"/>
              <a:round/>
              <a:headEnd len="sm" w="sm" type="none"/>
              <a:tailEnd len="sm" w="sm" type="none"/>
            </a:ln>
          </p:spPr>
        </p:cxnSp>
        <p:cxnSp>
          <p:nvCxnSpPr>
            <p:cNvPr id="866" name="Google Shape;866;p38"/>
            <p:cNvCxnSpPr/>
            <p:nvPr/>
          </p:nvCxnSpPr>
          <p:spPr>
            <a:xfrm>
              <a:off x="7354957" y="1918254"/>
              <a:ext cx="291548" cy="0"/>
            </a:xfrm>
            <a:prstGeom prst="straightConnector1">
              <a:avLst/>
            </a:prstGeom>
            <a:noFill/>
            <a:ln cap="rnd" cmpd="sng" w="9525">
              <a:solidFill>
                <a:schemeClr val="lt1"/>
              </a:solidFill>
              <a:prstDash val="solid"/>
              <a:round/>
              <a:headEnd len="sm" w="sm" type="none"/>
              <a:tailEnd len="sm" w="sm" type="none"/>
            </a:ln>
          </p:spPr>
        </p:cxnSp>
      </p:grpSp>
      <p:sp>
        <p:nvSpPr>
          <p:cNvPr id="867" name="Google Shape;867;p38"/>
          <p:cNvSpPr/>
          <p:nvPr/>
        </p:nvSpPr>
        <p:spPr>
          <a:xfrm>
            <a:off x="10419517" y="2425150"/>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grpSp>
        <p:nvGrpSpPr>
          <p:cNvPr id="868" name="Google Shape;868;p38"/>
          <p:cNvGrpSpPr/>
          <p:nvPr/>
        </p:nvGrpSpPr>
        <p:grpSpPr>
          <a:xfrm>
            <a:off x="7818778" y="1431237"/>
            <a:ext cx="2600739" cy="2637182"/>
            <a:chOff x="7368209" y="1948070"/>
            <a:chExt cx="2600739" cy="2637182"/>
          </a:xfrm>
        </p:grpSpPr>
        <p:cxnSp>
          <p:nvCxnSpPr>
            <p:cNvPr id="869" name="Google Shape;869;p38"/>
            <p:cNvCxnSpPr/>
            <p:nvPr/>
          </p:nvCxnSpPr>
          <p:spPr>
            <a:xfrm>
              <a:off x="7368209" y="4585251"/>
              <a:ext cx="1524001" cy="0"/>
            </a:xfrm>
            <a:prstGeom prst="straightConnector1">
              <a:avLst/>
            </a:prstGeom>
            <a:noFill/>
            <a:ln cap="flat" cmpd="sng" w="57150">
              <a:solidFill>
                <a:srgbClr val="FFFF00"/>
              </a:solidFill>
              <a:prstDash val="solid"/>
              <a:round/>
              <a:headEnd len="sm" w="sm" type="none"/>
              <a:tailEnd len="sm" w="sm" type="none"/>
            </a:ln>
          </p:spPr>
        </p:cxnSp>
        <p:cxnSp>
          <p:nvCxnSpPr>
            <p:cNvPr id="870" name="Google Shape;870;p38"/>
            <p:cNvCxnSpPr/>
            <p:nvPr/>
          </p:nvCxnSpPr>
          <p:spPr>
            <a:xfrm>
              <a:off x="8600662"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871" name="Google Shape;871;p38"/>
            <p:cNvCxnSpPr/>
            <p:nvPr/>
          </p:nvCxnSpPr>
          <p:spPr>
            <a:xfrm rot="10800000">
              <a:off x="8922027" y="1948072"/>
              <a:ext cx="513521" cy="1318589"/>
            </a:xfrm>
            <a:prstGeom prst="straightConnector1">
              <a:avLst/>
            </a:prstGeom>
            <a:noFill/>
            <a:ln cap="rnd" cmpd="sng" w="9525">
              <a:solidFill>
                <a:schemeClr val="lt1"/>
              </a:solidFill>
              <a:prstDash val="solid"/>
              <a:round/>
              <a:headEnd len="sm" w="sm" type="none"/>
              <a:tailEnd len="sm" w="sm" type="none"/>
            </a:ln>
          </p:spPr>
        </p:cxnSp>
        <p:cxnSp>
          <p:nvCxnSpPr>
            <p:cNvPr id="872" name="Google Shape;872;p38"/>
            <p:cNvCxnSpPr/>
            <p:nvPr/>
          </p:nvCxnSpPr>
          <p:spPr>
            <a:xfrm flipH="1">
              <a:off x="8922027" y="3266661"/>
              <a:ext cx="513521" cy="1318591"/>
            </a:xfrm>
            <a:prstGeom prst="straightConnector1">
              <a:avLst/>
            </a:prstGeom>
            <a:noFill/>
            <a:ln cap="flat" cmpd="sng" w="57150">
              <a:solidFill>
                <a:srgbClr val="FFFF00"/>
              </a:solidFill>
              <a:prstDash val="solid"/>
              <a:round/>
              <a:headEnd len="sm" w="sm" type="none"/>
              <a:tailEnd len="sm" w="sm" type="none"/>
            </a:ln>
          </p:spPr>
        </p:cxnSp>
        <p:cxnSp>
          <p:nvCxnSpPr>
            <p:cNvPr id="873" name="Google Shape;873;p38"/>
            <p:cNvCxnSpPr/>
            <p:nvPr/>
          </p:nvCxnSpPr>
          <p:spPr>
            <a:xfrm>
              <a:off x="9435548" y="3279913"/>
              <a:ext cx="533400" cy="0"/>
            </a:xfrm>
            <a:prstGeom prst="straightConnector1">
              <a:avLst/>
            </a:prstGeom>
            <a:noFill/>
            <a:ln cap="flat" cmpd="sng" w="57150">
              <a:solidFill>
                <a:srgbClr val="FFFF00"/>
              </a:solidFill>
              <a:prstDash val="solid"/>
              <a:round/>
              <a:headEnd len="sm" w="sm" type="none"/>
              <a:tailEnd len="sm" w="sm" type="none"/>
            </a:ln>
          </p:spPr>
        </p:cxnSp>
      </p:grpSp>
      <p:sp>
        <p:nvSpPr>
          <p:cNvPr id="874" name="Google Shape;874;p38"/>
          <p:cNvSpPr/>
          <p:nvPr/>
        </p:nvSpPr>
        <p:spPr>
          <a:xfrm>
            <a:off x="82821" y="2613994"/>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875" name="Google Shape;875;p38"/>
          <p:cNvSpPr/>
          <p:nvPr/>
        </p:nvSpPr>
        <p:spPr>
          <a:xfrm>
            <a:off x="11754674" y="2627247"/>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876" name="Google Shape;876;p38"/>
          <p:cNvSpPr txBox="1"/>
          <p:nvPr/>
        </p:nvSpPr>
        <p:spPr>
          <a:xfrm>
            <a:off x="25869" y="1856409"/>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1</a:t>
            </a:r>
            <a:endParaRPr b="0" i="0" sz="1400" u="none" cap="none" strike="noStrike">
              <a:solidFill>
                <a:srgbClr val="000000"/>
              </a:solidFill>
              <a:latin typeface="Arial"/>
              <a:ea typeface="Arial"/>
              <a:cs typeface="Arial"/>
              <a:sym typeface="Arial"/>
            </a:endParaRPr>
          </a:p>
        </p:txBody>
      </p:sp>
      <p:sp>
        <p:nvSpPr>
          <p:cNvPr id="877" name="Google Shape;877;p38"/>
          <p:cNvSpPr txBox="1"/>
          <p:nvPr/>
        </p:nvSpPr>
        <p:spPr>
          <a:xfrm>
            <a:off x="11697722" y="1880152"/>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2</a:t>
            </a:r>
            <a:endParaRPr b="0" i="0" sz="1400" u="none" cap="none" strike="noStrike">
              <a:solidFill>
                <a:srgbClr val="000000"/>
              </a:solidFill>
              <a:latin typeface="Arial"/>
              <a:ea typeface="Arial"/>
              <a:cs typeface="Arial"/>
              <a:sym typeface="Arial"/>
            </a:endParaRPr>
          </a:p>
        </p:txBody>
      </p:sp>
      <p:cxnSp>
        <p:nvCxnSpPr>
          <p:cNvPr id="878" name="Google Shape;878;p38"/>
          <p:cNvCxnSpPr>
            <a:stCxn id="874" idx="6"/>
            <a:endCxn id="818" idx="1"/>
          </p:cNvCxnSpPr>
          <p:nvPr/>
        </p:nvCxnSpPr>
        <p:spPr>
          <a:xfrm>
            <a:off x="387621" y="2749828"/>
            <a:ext cx="381000" cy="0"/>
          </a:xfrm>
          <a:prstGeom prst="straightConnector1">
            <a:avLst/>
          </a:prstGeom>
          <a:noFill/>
          <a:ln cap="flat" cmpd="sng" w="57150">
            <a:solidFill>
              <a:srgbClr val="FFFF00"/>
            </a:solidFill>
            <a:prstDash val="solid"/>
            <a:round/>
            <a:headEnd len="sm" w="sm" type="none"/>
            <a:tailEnd len="sm" w="sm" type="none"/>
          </a:ln>
        </p:spPr>
      </p:cxnSp>
      <p:cxnSp>
        <p:nvCxnSpPr>
          <p:cNvPr id="879" name="Google Shape;879;p38"/>
          <p:cNvCxnSpPr/>
          <p:nvPr/>
        </p:nvCxnSpPr>
        <p:spPr>
          <a:xfrm>
            <a:off x="11373674" y="2756454"/>
            <a:ext cx="381000" cy="0"/>
          </a:xfrm>
          <a:prstGeom prst="straightConnector1">
            <a:avLst/>
          </a:prstGeom>
          <a:noFill/>
          <a:ln cap="flat" cmpd="sng" w="57150">
            <a:solidFill>
              <a:schemeClr val="lt1"/>
            </a:solidFill>
            <a:prstDash val="solid"/>
            <a:round/>
            <a:headEnd len="sm" w="sm" type="none"/>
            <a:tailEnd len="sm" w="sm" type="none"/>
          </a:ln>
        </p:spPr>
      </p:cxnSp>
      <p:cxnSp>
        <p:nvCxnSpPr>
          <p:cNvPr id="880" name="Google Shape;880;p38"/>
          <p:cNvCxnSpPr/>
          <p:nvPr/>
        </p:nvCxnSpPr>
        <p:spPr>
          <a:xfrm>
            <a:off x="6546564" y="4075047"/>
            <a:ext cx="159031" cy="6624"/>
          </a:xfrm>
          <a:prstGeom prst="straightConnector1">
            <a:avLst/>
          </a:prstGeom>
          <a:noFill/>
          <a:ln cap="rnd" cmpd="sng" w="9525">
            <a:solidFill>
              <a:schemeClr val="lt1"/>
            </a:solidFill>
            <a:prstDash val="solid"/>
            <a:round/>
            <a:headEnd len="sm" w="sm" type="none"/>
            <a:tailEnd len="sm" w="sm" type="none"/>
          </a:ln>
        </p:spPr>
      </p:cxnSp>
      <p:sp>
        <p:nvSpPr>
          <p:cNvPr id="881" name="Google Shape;881;p38"/>
          <p:cNvSpPr txBox="1"/>
          <p:nvPr/>
        </p:nvSpPr>
        <p:spPr>
          <a:xfrm>
            <a:off x="-8544" y="5661991"/>
            <a:ext cx="1162664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rgbClr val="FFFF00"/>
                </a:solidFill>
                <a:latin typeface="Arial Narrow"/>
                <a:ea typeface="Arial Narrow"/>
                <a:cs typeface="Arial Narrow"/>
                <a:sym typeface="Arial Narrow"/>
              </a:rPr>
              <a:t>A  C  E  M  N </a:t>
            </a:r>
            <a:r>
              <a:rPr b="1" i="0" lang="pt-BR" sz="3200" u="none" cap="none" strike="noStrike">
                <a:solidFill>
                  <a:srgbClr val="FFFF00"/>
                </a:solidFill>
                <a:latin typeface="Arial Narrow"/>
                <a:ea typeface="Arial Narrow"/>
                <a:cs typeface="Arial Narrow"/>
                <a:sym typeface="Arial Narrow"/>
              </a:rPr>
              <a:t>= 44 DIAS </a:t>
            </a:r>
            <a:r>
              <a:rPr b="0" i="0" lang="pt-BR" sz="3200" u="none" cap="none" strike="noStrike">
                <a:solidFill>
                  <a:srgbClr val="FFFF00"/>
                </a:solidFill>
                <a:latin typeface="Arial Narrow"/>
                <a:ea typeface="Arial Narrow"/>
                <a:cs typeface="Arial Narrow"/>
                <a:sym typeface="Arial Narrow"/>
              </a:rPr>
              <a:t>(ESTE É O CAMINHO CRÍTICO DO PROJETO)</a:t>
            </a:r>
            <a:endParaRPr b="0" i="0" sz="1400" u="none" cap="none" strike="noStrike">
              <a:solidFill>
                <a:srgbClr val="000000"/>
              </a:solidFill>
              <a:latin typeface="Arial"/>
              <a:ea typeface="Arial"/>
              <a:cs typeface="Arial"/>
              <a:sym typeface="Arial"/>
            </a:endParaRPr>
          </a:p>
        </p:txBody>
      </p:sp>
      <p:sp>
        <p:nvSpPr>
          <p:cNvPr id="882" name="Google Shape;882;p38"/>
          <p:cNvSpPr/>
          <p:nvPr/>
        </p:nvSpPr>
        <p:spPr>
          <a:xfrm>
            <a:off x="4108044" y="3485322"/>
            <a:ext cx="238669" cy="1417982"/>
          </a:xfrm>
          <a:custGeom>
            <a:rect b="b" l="l" r="r" t="t"/>
            <a:pathLst>
              <a:path extrusionOk="0" h="1417982" w="238669">
                <a:moveTo>
                  <a:pt x="238669" y="1417982"/>
                </a:moveTo>
                <a:cubicBezTo>
                  <a:pt x="121608" y="1244599"/>
                  <a:pt x="4547" y="1071217"/>
                  <a:pt x="130" y="834887"/>
                </a:cubicBezTo>
                <a:cubicBezTo>
                  <a:pt x="-4287" y="598557"/>
                  <a:pt x="103939" y="299278"/>
                  <a:pt x="212165" y="0"/>
                </a:cubicBezTo>
              </a:path>
            </a:pathLst>
          </a:custGeom>
          <a:noFill/>
          <a:ln cap="flat" cmpd="sng" w="57150">
            <a:solidFill>
              <a:srgbClr val="92D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3" name="Google Shape;883;p38"/>
          <p:cNvSpPr/>
          <p:nvPr/>
        </p:nvSpPr>
        <p:spPr>
          <a:xfrm rot="-8651350">
            <a:off x="5780378" y="2170367"/>
            <a:ext cx="564719" cy="983508"/>
          </a:xfrm>
          <a:custGeom>
            <a:rect b="b" l="l" r="r" t="t"/>
            <a:pathLst>
              <a:path extrusionOk="0" h="1417982" w="238669">
                <a:moveTo>
                  <a:pt x="238669" y="1417982"/>
                </a:moveTo>
                <a:cubicBezTo>
                  <a:pt x="121608" y="1244599"/>
                  <a:pt x="4547" y="1071217"/>
                  <a:pt x="130" y="834887"/>
                </a:cubicBezTo>
                <a:cubicBezTo>
                  <a:pt x="-4287" y="598557"/>
                  <a:pt x="103939" y="299278"/>
                  <a:pt x="212165" y="0"/>
                </a:cubicBezTo>
              </a:path>
            </a:pathLst>
          </a:custGeom>
          <a:noFill/>
          <a:ln cap="flat" cmpd="sng" w="57150">
            <a:solidFill>
              <a:srgbClr val="92D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2"/>
                                        </p:tgtEl>
                                        <p:attrNameLst>
                                          <p:attrName>style.visibility</p:attrName>
                                        </p:attrNameLst>
                                      </p:cBhvr>
                                      <p:to>
                                        <p:strVal val="visible"/>
                                      </p:to>
                                    </p:set>
                                    <p:animEffect filter="fade" transition="in">
                                      <p:cBhvr>
                                        <p:cTn dur="1000"/>
                                        <p:tgtEl>
                                          <p:spTgt spid="8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3"/>
                                        </p:tgtEl>
                                        <p:attrNameLst>
                                          <p:attrName>style.visibility</p:attrName>
                                        </p:attrNameLst>
                                      </p:cBhvr>
                                      <p:to>
                                        <p:strVal val="visible"/>
                                      </p:to>
                                    </p:set>
                                    <p:animEffect filter="fade" transition="in">
                                      <p:cBhvr>
                                        <p:cTn dur="1000"/>
                                        <p:tgtEl>
                                          <p:spTgt spid="8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39"/>
          <p:cNvSpPr/>
          <p:nvPr/>
        </p:nvSpPr>
        <p:spPr>
          <a:xfrm>
            <a:off x="768621" y="2425150"/>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5 d</a:t>
            </a:r>
            <a:endParaRPr b="0" i="0" sz="1400" u="none" cap="none" strike="noStrike">
              <a:solidFill>
                <a:srgbClr val="000000"/>
              </a:solidFill>
              <a:latin typeface="Arial"/>
              <a:ea typeface="Arial"/>
              <a:cs typeface="Arial"/>
              <a:sym typeface="Arial"/>
            </a:endParaRPr>
          </a:p>
        </p:txBody>
      </p:sp>
      <p:sp>
        <p:nvSpPr>
          <p:cNvPr id="889" name="Google Shape;889;p39"/>
          <p:cNvSpPr/>
          <p:nvPr/>
        </p:nvSpPr>
        <p:spPr>
          <a:xfrm>
            <a:off x="2392012" y="110655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10 d</a:t>
            </a:r>
            <a:endParaRPr b="0" i="0" sz="1400" u="none" cap="none" strike="noStrike">
              <a:solidFill>
                <a:srgbClr val="000000"/>
              </a:solidFill>
              <a:latin typeface="Arial"/>
              <a:ea typeface="Arial"/>
              <a:cs typeface="Arial"/>
              <a:sym typeface="Arial"/>
            </a:endParaRPr>
          </a:p>
        </p:txBody>
      </p:sp>
      <p:sp>
        <p:nvSpPr>
          <p:cNvPr id="890" name="Google Shape;890;p39"/>
          <p:cNvSpPr/>
          <p:nvPr/>
        </p:nvSpPr>
        <p:spPr>
          <a:xfrm>
            <a:off x="3597960" y="110655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2 d</a:t>
            </a:r>
            <a:endParaRPr b="0" i="0" sz="1400" u="none" cap="none" strike="noStrike">
              <a:solidFill>
                <a:srgbClr val="000000"/>
              </a:solidFill>
              <a:latin typeface="Arial"/>
              <a:ea typeface="Arial"/>
              <a:cs typeface="Arial"/>
              <a:sym typeface="Arial"/>
            </a:endParaRPr>
          </a:p>
        </p:txBody>
      </p:sp>
      <p:sp>
        <p:nvSpPr>
          <p:cNvPr id="891" name="Google Shape;891;p39"/>
          <p:cNvSpPr/>
          <p:nvPr/>
        </p:nvSpPr>
        <p:spPr>
          <a:xfrm>
            <a:off x="2869090" y="3743742"/>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15 d</a:t>
            </a:r>
            <a:endParaRPr b="0" i="0" sz="1400" u="none" cap="none" strike="noStrike">
              <a:solidFill>
                <a:srgbClr val="000000"/>
              </a:solidFill>
              <a:latin typeface="Arial"/>
              <a:ea typeface="Arial"/>
              <a:cs typeface="Arial"/>
              <a:sym typeface="Arial"/>
            </a:endParaRPr>
          </a:p>
        </p:txBody>
      </p:sp>
      <p:sp>
        <p:nvSpPr>
          <p:cNvPr id="892" name="Google Shape;892;p39"/>
          <p:cNvSpPr/>
          <p:nvPr/>
        </p:nvSpPr>
        <p:spPr>
          <a:xfrm>
            <a:off x="4406340" y="2749828"/>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12 d</a:t>
            </a:r>
            <a:endParaRPr b="0" i="0" sz="1400" u="none" cap="none" strike="noStrike">
              <a:solidFill>
                <a:srgbClr val="000000"/>
              </a:solidFill>
              <a:latin typeface="Arial"/>
              <a:ea typeface="Arial"/>
              <a:cs typeface="Arial"/>
              <a:sym typeface="Arial"/>
            </a:endParaRPr>
          </a:p>
        </p:txBody>
      </p:sp>
      <p:sp>
        <p:nvSpPr>
          <p:cNvPr id="893" name="Google Shape;893;p39"/>
          <p:cNvSpPr/>
          <p:nvPr/>
        </p:nvSpPr>
        <p:spPr>
          <a:xfrm>
            <a:off x="4406340" y="3743742"/>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894" name="Google Shape;894;p39"/>
          <p:cNvSpPr/>
          <p:nvPr/>
        </p:nvSpPr>
        <p:spPr>
          <a:xfrm>
            <a:off x="4406339" y="4737656"/>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sp>
        <p:nvSpPr>
          <p:cNvPr id="895" name="Google Shape;895;p39"/>
          <p:cNvSpPr/>
          <p:nvPr/>
        </p:nvSpPr>
        <p:spPr>
          <a:xfrm>
            <a:off x="5161716" y="112644"/>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H</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896" name="Google Shape;896;p39"/>
          <p:cNvSpPr/>
          <p:nvPr/>
        </p:nvSpPr>
        <p:spPr>
          <a:xfrm>
            <a:off x="5161715" y="1928193"/>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J</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897" name="Google Shape;897;p39"/>
          <p:cNvSpPr/>
          <p:nvPr/>
        </p:nvSpPr>
        <p:spPr>
          <a:xfrm>
            <a:off x="5625540" y="3743742"/>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898" name="Google Shape;898;p39"/>
          <p:cNvSpPr/>
          <p:nvPr/>
        </p:nvSpPr>
        <p:spPr>
          <a:xfrm>
            <a:off x="6380917" y="112644"/>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3 d</a:t>
            </a:r>
            <a:endParaRPr b="0" i="0" sz="1400" u="none" cap="none" strike="noStrike">
              <a:solidFill>
                <a:srgbClr val="000000"/>
              </a:solidFill>
              <a:latin typeface="Arial"/>
              <a:ea typeface="Arial"/>
              <a:cs typeface="Arial"/>
              <a:sym typeface="Arial"/>
            </a:endParaRPr>
          </a:p>
        </p:txBody>
      </p:sp>
      <p:sp>
        <p:nvSpPr>
          <p:cNvPr id="899" name="Google Shape;899;p39"/>
          <p:cNvSpPr/>
          <p:nvPr/>
        </p:nvSpPr>
        <p:spPr>
          <a:xfrm>
            <a:off x="8097074" y="110655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9 d</a:t>
            </a:r>
            <a:endParaRPr b="0" i="0" sz="1400" u="none" cap="none" strike="noStrike">
              <a:solidFill>
                <a:srgbClr val="000000"/>
              </a:solidFill>
              <a:latin typeface="Arial"/>
              <a:ea typeface="Arial"/>
              <a:cs typeface="Arial"/>
              <a:sym typeface="Arial"/>
            </a:endParaRPr>
          </a:p>
        </p:txBody>
      </p:sp>
      <p:sp>
        <p:nvSpPr>
          <p:cNvPr id="900" name="Google Shape;900;p39"/>
          <p:cNvSpPr/>
          <p:nvPr/>
        </p:nvSpPr>
        <p:spPr>
          <a:xfrm>
            <a:off x="6864621" y="3756994"/>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grpSp>
        <p:nvGrpSpPr>
          <p:cNvPr id="901" name="Google Shape;901;p39"/>
          <p:cNvGrpSpPr/>
          <p:nvPr/>
        </p:nvGrpSpPr>
        <p:grpSpPr>
          <a:xfrm>
            <a:off x="1643262" y="1431237"/>
            <a:ext cx="1239077" cy="2637182"/>
            <a:chOff x="1272209" y="1948070"/>
            <a:chExt cx="1239077" cy="2637182"/>
          </a:xfrm>
        </p:grpSpPr>
        <p:cxnSp>
          <p:nvCxnSpPr>
            <p:cNvPr id="902" name="Google Shape;902;p39"/>
            <p:cNvCxnSpPr/>
            <p:nvPr/>
          </p:nvCxnSpPr>
          <p:spPr>
            <a:xfrm>
              <a:off x="1272209" y="3279913"/>
              <a:ext cx="291548" cy="0"/>
            </a:xfrm>
            <a:prstGeom prst="straightConnector1">
              <a:avLst/>
            </a:prstGeom>
            <a:noFill/>
            <a:ln cap="flat" cmpd="sng" w="57150">
              <a:solidFill>
                <a:srgbClr val="FFFF00"/>
              </a:solidFill>
              <a:prstDash val="solid"/>
              <a:round/>
              <a:headEnd len="sm" w="sm" type="none"/>
              <a:tailEnd len="sm" w="sm" type="none"/>
            </a:ln>
          </p:spPr>
        </p:cxnSp>
        <p:cxnSp>
          <p:nvCxnSpPr>
            <p:cNvPr id="903" name="Google Shape;903;p39"/>
            <p:cNvCxnSpPr/>
            <p:nvPr/>
          </p:nvCxnSpPr>
          <p:spPr>
            <a:xfrm flipH="1" rot="10800000">
              <a:off x="1563757" y="1948070"/>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904" name="Google Shape;904;p39"/>
            <p:cNvCxnSpPr/>
            <p:nvPr/>
          </p:nvCxnSpPr>
          <p:spPr>
            <a:xfrm>
              <a:off x="169627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905" name="Google Shape;905;p39"/>
            <p:cNvCxnSpPr/>
            <p:nvPr/>
          </p:nvCxnSpPr>
          <p:spPr>
            <a:xfrm>
              <a:off x="1563757" y="3266661"/>
              <a:ext cx="132521" cy="1318591"/>
            </a:xfrm>
            <a:prstGeom prst="straightConnector1">
              <a:avLst/>
            </a:prstGeom>
            <a:noFill/>
            <a:ln cap="flat" cmpd="sng" w="57150">
              <a:solidFill>
                <a:srgbClr val="FFFF00"/>
              </a:solidFill>
              <a:prstDash val="solid"/>
              <a:round/>
              <a:headEnd len="sm" w="sm" type="none"/>
              <a:tailEnd len="sm" w="sm" type="none"/>
            </a:ln>
          </p:spPr>
        </p:cxnSp>
        <p:cxnSp>
          <p:nvCxnSpPr>
            <p:cNvPr id="906" name="Google Shape;906;p39"/>
            <p:cNvCxnSpPr/>
            <p:nvPr/>
          </p:nvCxnSpPr>
          <p:spPr>
            <a:xfrm flipH="1" rot="10800000">
              <a:off x="1709527" y="4572000"/>
              <a:ext cx="801759" cy="13251"/>
            </a:xfrm>
            <a:prstGeom prst="straightConnector1">
              <a:avLst/>
            </a:prstGeom>
            <a:noFill/>
            <a:ln cap="flat" cmpd="sng" w="57150">
              <a:solidFill>
                <a:srgbClr val="FFFF00"/>
              </a:solidFill>
              <a:prstDash val="solid"/>
              <a:round/>
              <a:headEnd len="sm" w="sm" type="none"/>
              <a:tailEnd len="sm" w="sm" type="none"/>
            </a:ln>
          </p:spPr>
        </p:cxnSp>
      </p:grpSp>
      <p:grpSp>
        <p:nvGrpSpPr>
          <p:cNvPr id="907" name="Google Shape;907;p39"/>
          <p:cNvGrpSpPr/>
          <p:nvPr/>
        </p:nvGrpSpPr>
        <p:grpSpPr>
          <a:xfrm>
            <a:off x="3717225" y="3144079"/>
            <a:ext cx="659297" cy="1987826"/>
            <a:chOff x="3332921" y="3591339"/>
            <a:chExt cx="659297" cy="1987826"/>
          </a:xfrm>
        </p:grpSpPr>
        <p:cxnSp>
          <p:nvCxnSpPr>
            <p:cNvPr id="908" name="Google Shape;908;p39"/>
            <p:cNvCxnSpPr/>
            <p:nvPr/>
          </p:nvCxnSpPr>
          <p:spPr>
            <a:xfrm>
              <a:off x="3332921" y="4585252"/>
              <a:ext cx="291548" cy="0"/>
            </a:xfrm>
            <a:prstGeom prst="straightConnector1">
              <a:avLst/>
            </a:prstGeom>
            <a:noFill/>
            <a:ln cap="flat" cmpd="sng" w="57150">
              <a:solidFill>
                <a:srgbClr val="FFFF00"/>
              </a:solidFill>
              <a:prstDash val="solid"/>
              <a:round/>
              <a:headEnd len="sm" w="sm" type="none"/>
              <a:tailEnd len="sm" w="sm" type="none"/>
            </a:ln>
          </p:spPr>
        </p:cxnSp>
        <p:cxnSp>
          <p:nvCxnSpPr>
            <p:cNvPr id="909" name="Google Shape;909;p39"/>
            <p:cNvCxnSpPr/>
            <p:nvPr/>
          </p:nvCxnSpPr>
          <p:spPr>
            <a:xfrm flipH="1" rot="10800000">
              <a:off x="3614527" y="3591339"/>
              <a:ext cx="109333" cy="993914"/>
            </a:xfrm>
            <a:prstGeom prst="straightConnector1">
              <a:avLst/>
            </a:prstGeom>
            <a:noFill/>
            <a:ln cap="flat" cmpd="sng" w="57150">
              <a:solidFill>
                <a:srgbClr val="FFFF00"/>
              </a:solidFill>
              <a:prstDash val="solid"/>
              <a:round/>
              <a:headEnd len="sm" w="sm" type="none"/>
              <a:tailEnd len="sm" w="sm" type="none"/>
            </a:ln>
          </p:spPr>
        </p:cxnSp>
        <p:cxnSp>
          <p:nvCxnSpPr>
            <p:cNvPr id="910" name="Google Shape;910;p39"/>
            <p:cNvCxnSpPr/>
            <p:nvPr/>
          </p:nvCxnSpPr>
          <p:spPr>
            <a:xfrm>
              <a:off x="3614527" y="4585252"/>
              <a:ext cx="86143" cy="993913"/>
            </a:xfrm>
            <a:prstGeom prst="straightConnector1">
              <a:avLst/>
            </a:prstGeom>
            <a:noFill/>
            <a:ln cap="rnd" cmpd="sng" w="9525">
              <a:solidFill>
                <a:schemeClr val="lt1"/>
              </a:solidFill>
              <a:prstDash val="solid"/>
              <a:round/>
              <a:headEnd len="sm" w="sm" type="none"/>
              <a:tailEnd len="sm" w="sm" type="none"/>
            </a:ln>
          </p:spPr>
        </p:cxnSp>
        <p:cxnSp>
          <p:nvCxnSpPr>
            <p:cNvPr id="911" name="Google Shape;911;p39"/>
            <p:cNvCxnSpPr/>
            <p:nvPr/>
          </p:nvCxnSpPr>
          <p:spPr>
            <a:xfrm>
              <a:off x="3760307" y="3594655"/>
              <a:ext cx="231911" cy="0"/>
            </a:xfrm>
            <a:prstGeom prst="straightConnector1">
              <a:avLst/>
            </a:prstGeom>
            <a:noFill/>
            <a:ln cap="flat" cmpd="sng" w="57150">
              <a:solidFill>
                <a:srgbClr val="FFFF00"/>
              </a:solidFill>
              <a:prstDash val="solid"/>
              <a:round/>
              <a:headEnd len="sm" w="sm" type="none"/>
              <a:tailEnd len="sm" w="sm" type="none"/>
            </a:ln>
          </p:spPr>
        </p:cxnSp>
        <p:cxnSp>
          <p:nvCxnSpPr>
            <p:cNvPr id="912" name="Google Shape;912;p39"/>
            <p:cNvCxnSpPr/>
            <p:nvPr/>
          </p:nvCxnSpPr>
          <p:spPr>
            <a:xfrm>
              <a:off x="3700670" y="5579165"/>
              <a:ext cx="291548" cy="0"/>
            </a:xfrm>
            <a:prstGeom prst="straightConnector1">
              <a:avLst/>
            </a:prstGeom>
            <a:noFill/>
            <a:ln cap="rnd" cmpd="sng" w="9525">
              <a:solidFill>
                <a:schemeClr val="lt1"/>
              </a:solidFill>
              <a:prstDash val="solid"/>
              <a:round/>
              <a:headEnd len="sm" w="sm" type="none"/>
              <a:tailEnd len="sm" w="sm" type="none"/>
            </a:ln>
          </p:spPr>
        </p:cxnSp>
        <p:cxnSp>
          <p:nvCxnSpPr>
            <p:cNvPr id="913" name="Google Shape;913;p39"/>
            <p:cNvCxnSpPr/>
            <p:nvPr/>
          </p:nvCxnSpPr>
          <p:spPr>
            <a:xfrm>
              <a:off x="3614522" y="4585252"/>
              <a:ext cx="341244" cy="1"/>
            </a:xfrm>
            <a:prstGeom prst="straightConnector1">
              <a:avLst/>
            </a:prstGeom>
            <a:noFill/>
            <a:ln cap="rnd" cmpd="sng" w="9525">
              <a:solidFill>
                <a:schemeClr val="lt1"/>
              </a:solidFill>
              <a:prstDash val="solid"/>
              <a:round/>
              <a:headEnd len="sm" w="sm" type="none"/>
              <a:tailEnd len="sm" w="sm" type="none"/>
            </a:ln>
          </p:spPr>
        </p:cxnSp>
      </p:grpSp>
      <p:cxnSp>
        <p:nvCxnSpPr>
          <p:cNvPr id="914" name="Google Shape;914;p39"/>
          <p:cNvCxnSpPr/>
          <p:nvPr/>
        </p:nvCxnSpPr>
        <p:spPr>
          <a:xfrm>
            <a:off x="3306412" y="1431237"/>
            <a:ext cx="291548" cy="0"/>
          </a:xfrm>
          <a:prstGeom prst="straightConnector1">
            <a:avLst/>
          </a:prstGeom>
          <a:noFill/>
          <a:ln cap="rnd" cmpd="sng" w="9525">
            <a:solidFill>
              <a:schemeClr val="lt1"/>
            </a:solidFill>
            <a:prstDash val="solid"/>
            <a:round/>
            <a:headEnd len="sm" w="sm" type="none"/>
            <a:tailEnd len="sm" w="sm" type="none"/>
          </a:ln>
        </p:spPr>
      </p:cxnSp>
      <p:cxnSp>
        <p:nvCxnSpPr>
          <p:cNvPr id="915" name="Google Shape;915;p39"/>
          <p:cNvCxnSpPr/>
          <p:nvPr/>
        </p:nvCxnSpPr>
        <p:spPr>
          <a:xfrm>
            <a:off x="5360496" y="4068419"/>
            <a:ext cx="291548" cy="0"/>
          </a:xfrm>
          <a:prstGeom prst="straightConnector1">
            <a:avLst/>
          </a:prstGeom>
          <a:noFill/>
          <a:ln cap="rnd" cmpd="sng" w="9525">
            <a:solidFill>
              <a:schemeClr val="lt1"/>
            </a:solidFill>
            <a:prstDash val="solid"/>
            <a:round/>
            <a:headEnd len="sm" w="sm" type="none"/>
            <a:tailEnd len="sm" w="sm" type="none"/>
          </a:ln>
        </p:spPr>
      </p:cxnSp>
      <p:grpSp>
        <p:nvGrpSpPr>
          <p:cNvPr id="916" name="Google Shape;916;p39"/>
          <p:cNvGrpSpPr/>
          <p:nvPr/>
        </p:nvGrpSpPr>
        <p:grpSpPr>
          <a:xfrm>
            <a:off x="5333992" y="3087758"/>
            <a:ext cx="1530629" cy="1974574"/>
            <a:chOff x="4883423" y="3604591"/>
            <a:chExt cx="1517490" cy="1974574"/>
          </a:xfrm>
        </p:grpSpPr>
        <p:cxnSp>
          <p:nvCxnSpPr>
            <p:cNvPr id="917" name="Google Shape;917;p39"/>
            <p:cNvCxnSpPr>
              <a:endCxn id="900" idx="1"/>
            </p:cNvCxnSpPr>
            <p:nvPr/>
          </p:nvCxnSpPr>
          <p:spPr>
            <a:xfrm flipH="1" rot="10800000">
              <a:off x="6241913" y="4598505"/>
              <a:ext cx="159000" cy="13200"/>
            </a:xfrm>
            <a:prstGeom prst="straightConnector1">
              <a:avLst/>
            </a:prstGeom>
            <a:noFill/>
            <a:ln cap="flat" cmpd="sng" w="57150">
              <a:solidFill>
                <a:srgbClr val="FFFF00"/>
              </a:solidFill>
              <a:prstDash val="solid"/>
              <a:round/>
              <a:headEnd len="sm" w="sm" type="none"/>
              <a:tailEnd len="sm" w="sm" type="none"/>
            </a:ln>
          </p:spPr>
        </p:cxnSp>
        <p:cxnSp>
          <p:nvCxnSpPr>
            <p:cNvPr id="918" name="Google Shape;918;p39"/>
            <p:cNvCxnSpPr/>
            <p:nvPr/>
          </p:nvCxnSpPr>
          <p:spPr>
            <a:xfrm>
              <a:off x="4883423" y="3604591"/>
              <a:ext cx="1046925" cy="0"/>
            </a:xfrm>
            <a:prstGeom prst="straightConnector1">
              <a:avLst/>
            </a:prstGeom>
            <a:noFill/>
            <a:ln cap="flat" cmpd="sng" w="57150">
              <a:solidFill>
                <a:srgbClr val="FFFF00"/>
              </a:solidFill>
              <a:prstDash val="solid"/>
              <a:round/>
              <a:headEnd len="sm" w="sm" type="none"/>
              <a:tailEnd len="sm" w="sm" type="none"/>
            </a:ln>
          </p:spPr>
        </p:cxnSp>
        <p:cxnSp>
          <p:nvCxnSpPr>
            <p:cNvPr id="919" name="Google Shape;919;p39"/>
            <p:cNvCxnSpPr/>
            <p:nvPr/>
          </p:nvCxnSpPr>
          <p:spPr>
            <a:xfrm>
              <a:off x="4909927" y="5579165"/>
              <a:ext cx="1020421" cy="0"/>
            </a:xfrm>
            <a:prstGeom prst="straightConnector1">
              <a:avLst/>
            </a:prstGeom>
            <a:noFill/>
            <a:ln cap="rnd" cmpd="sng" w="9525">
              <a:solidFill>
                <a:schemeClr val="lt1"/>
              </a:solidFill>
              <a:prstDash val="solid"/>
              <a:round/>
              <a:headEnd len="sm" w="sm" type="none"/>
              <a:tailEnd len="sm" w="sm" type="none"/>
            </a:ln>
          </p:spPr>
        </p:cxnSp>
        <p:cxnSp>
          <p:nvCxnSpPr>
            <p:cNvPr id="920" name="Google Shape;920;p39"/>
            <p:cNvCxnSpPr/>
            <p:nvPr/>
          </p:nvCxnSpPr>
          <p:spPr>
            <a:xfrm>
              <a:off x="5930348" y="3604591"/>
              <a:ext cx="324678" cy="311426"/>
            </a:xfrm>
            <a:prstGeom prst="straightConnector1">
              <a:avLst/>
            </a:prstGeom>
            <a:noFill/>
            <a:ln cap="flat" cmpd="sng" w="57150">
              <a:solidFill>
                <a:srgbClr val="FFFF00"/>
              </a:solidFill>
              <a:prstDash val="solid"/>
              <a:round/>
              <a:headEnd len="sm" w="sm" type="none"/>
              <a:tailEnd len="sm" w="sm" type="none"/>
            </a:ln>
          </p:spPr>
        </p:cxnSp>
        <p:cxnSp>
          <p:nvCxnSpPr>
            <p:cNvPr id="921" name="Google Shape;921;p39"/>
            <p:cNvCxnSpPr/>
            <p:nvPr/>
          </p:nvCxnSpPr>
          <p:spPr>
            <a:xfrm flipH="1" rot="10800000">
              <a:off x="5930348" y="5141843"/>
              <a:ext cx="324678" cy="437322"/>
            </a:xfrm>
            <a:prstGeom prst="straightConnector1">
              <a:avLst/>
            </a:prstGeom>
            <a:noFill/>
            <a:ln cap="rnd" cmpd="sng" w="9525">
              <a:solidFill>
                <a:schemeClr val="lt1"/>
              </a:solidFill>
              <a:prstDash val="solid"/>
              <a:round/>
              <a:headEnd len="sm" w="sm" type="none"/>
              <a:tailEnd len="sm" w="sm" type="none"/>
            </a:ln>
          </p:spPr>
        </p:cxnSp>
        <p:cxnSp>
          <p:nvCxnSpPr>
            <p:cNvPr id="922" name="Google Shape;922;p39"/>
            <p:cNvCxnSpPr/>
            <p:nvPr/>
          </p:nvCxnSpPr>
          <p:spPr>
            <a:xfrm>
              <a:off x="6255026" y="3916017"/>
              <a:ext cx="0" cy="669234"/>
            </a:xfrm>
            <a:prstGeom prst="straightConnector1">
              <a:avLst/>
            </a:prstGeom>
            <a:noFill/>
            <a:ln cap="flat" cmpd="sng" w="57150">
              <a:solidFill>
                <a:srgbClr val="FFFF00"/>
              </a:solidFill>
              <a:prstDash val="solid"/>
              <a:round/>
              <a:headEnd len="sm" w="sm" type="none"/>
              <a:tailEnd len="sm" w="sm" type="none"/>
            </a:ln>
          </p:spPr>
        </p:cxnSp>
        <p:cxnSp>
          <p:nvCxnSpPr>
            <p:cNvPr id="923" name="Google Shape;923;p39"/>
            <p:cNvCxnSpPr/>
            <p:nvPr/>
          </p:nvCxnSpPr>
          <p:spPr>
            <a:xfrm rot="10800000">
              <a:off x="6255026" y="4585251"/>
              <a:ext cx="13252" cy="556592"/>
            </a:xfrm>
            <a:prstGeom prst="straightConnector1">
              <a:avLst/>
            </a:prstGeom>
            <a:noFill/>
            <a:ln cap="rnd" cmpd="sng" w="9525">
              <a:solidFill>
                <a:schemeClr val="lt1"/>
              </a:solidFill>
              <a:prstDash val="solid"/>
              <a:round/>
              <a:headEnd len="sm" w="sm" type="none"/>
              <a:tailEnd len="sm" w="sm" type="none"/>
            </a:ln>
          </p:spPr>
        </p:cxnSp>
      </p:grpSp>
      <p:grpSp>
        <p:nvGrpSpPr>
          <p:cNvPr id="924" name="Google Shape;924;p39"/>
          <p:cNvGrpSpPr/>
          <p:nvPr/>
        </p:nvGrpSpPr>
        <p:grpSpPr>
          <a:xfrm>
            <a:off x="4552117" y="407508"/>
            <a:ext cx="715617" cy="1769165"/>
            <a:chOff x="4101548" y="924341"/>
            <a:chExt cx="715617" cy="1769165"/>
          </a:xfrm>
        </p:grpSpPr>
        <p:cxnSp>
          <p:nvCxnSpPr>
            <p:cNvPr id="925" name="Google Shape;925;p39"/>
            <p:cNvCxnSpPr/>
            <p:nvPr/>
          </p:nvCxnSpPr>
          <p:spPr>
            <a:xfrm>
              <a:off x="410154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926" name="Google Shape;926;p39"/>
            <p:cNvCxnSpPr/>
            <p:nvPr/>
          </p:nvCxnSpPr>
          <p:spPr>
            <a:xfrm flipH="1" rot="10800000">
              <a:off x="4416284" y="924341"/>
              <a:ext cx="109333" cy="993914"/>
            </a:xfrm>
            <a:prstGeom prst="straightConnector1">
              <a:avLst/>
            </a:prstGeom>
            <a:noFill/>
            <a:ln cap="rnd" cmpd="sng" w="9525">
              <a:solidFill>
                <a:schemeClr val="lt1"/>
              </a:solidFill>
              <a:prstDash val="solid"/>
              <a:round/>
              <a:headEnd len="sm" w="sm" type="none"/>
              <a:tailEnd len="sm" w="sm" type="none"/>
            </a:ln>
          </p:spPr>
        </p:cxnSp>
        <p:cxnSp>
          <p:nvCxnSpPr>
            <p:cNvPr id="927" name="Google Shape;927;p39"/>
            <p:cNvCxnSpPr/>
            <p:nvPr/>
          </p:nvCxnSpPr>
          <p:spPr>
            <a:xfrm>
              <a:off x="4416284" y="1918254"/>
              <a:ext cx="109333" cy="765311"/>
            </a:xfrm>
            <a:prstGeom prst="straightConnector1">
              <a:avLst/>
            </a:prstGeom>
            <a:noFill/>
            <a:ln cap="rnd" cmpd="sng" w="9525">
              <a:solidFill>
                <a:schemeClr val="lt1"/>
              </a:solidFill>
              <a:prstDash val="solid"/>
              <a:round/>
              <a:headEnd len="sm" w="sm" type="none"/>
              <a:tailEnd len="sm" w="sm" type="none"/>
            </a:ln>
          </p:spPr>
        </p:cxnSp>
        <p:cxnSp>
          <p:nvCxnSpPr>
            <p:cNvPr id="928" name="Google Shape;928;p39"/>
            <p:cNvCxnSpPr/>
            <p:nvPr/>
          </p:nvCxnSpPr>
          <p:spPr>
            <a:xfrm>
              <a:off x="4525617" y="924341"/>
              <a:ext cx="291548" cy="0"/>
            </a:xfrm>
            <a:prstGeom prst="straightConnector1">
              <a:avLst/>
            </a:prstGeom>
            <a:noFill/>
            <a:ln cap="rnd" cmpd="sng" w="9525">
              <a:solidFill>
                <a:schemeClr val="lt1"/>
              </a:solidFill>
              <a:prstDash val="solid"/>
              <a:round/>
              <a:headEnd len="sm" w="sm" type="none"/>
              <a:tailEnd len="sm" w="sm" type="none"/>
            </a:ln>
          </p:spPr>
        </p:cxnSp>
        <p:cxnSp>
          <p:nvCxnSpPr>
            <p:cNvPr id="929" name="Google Shape;929;p39"/>
            <p:cNvCxnSpPr/>
            <p:nvPr/>
          </p:nvCxnSpPr>
          <p:spPr>
            <a:xfrm>
              <a:off x="4525617" y="2693506"/>
              <a:ext cx="291548" cy="0"/>
            </a:xfrm>
            <a:prstGeom prst="straightConnector1">
              <a:avLst/>
            </a:prstGeom>
            <a:noFill/>
            <a:ln cap="rnd" cmpd="sng" w="9525">
              <a:solidFill>
                <a:schemeClr val="lt1"/>
              </a:solidFill>
              <a:prstDash val="solid"/>
              <a:round/>
              <a:headEnd len="sm" w="sm" type="none"/>
              <a:tailEnd len="sm" w="sm" type="none"/>
            </a:ln>
          </p:spPr>
        </p:cxnSp>
      </p:grpSp>
      <p:cxnSp>
        <p:nvCxnSpPr>
          <p:cNvPr id="930" name="Google Shape;930;p39"/>
          <p:cNvCxnSpPr/>
          <p:nvPr/>
        </p:nvCxnSpPr>
        <p:spPr>
          <a:xfrm>
            <a:off x="6115872" y="407508"/>
            <a:ext cx="291548" cy="0"/>
          </a:xfrm>
          <a:prstGeom prst="straightConnector1">
            <a:avLst/>
          </a:prstGeom>
          <a:noFill/>
          <a:ln cap="rnd" cmpd="sng" w="9525">
            <a:solidFill>
              <a:schemeClr val="lt1"/>
            </a:solidFill>
            <a:prstDash val="solid"/>
            <a:round/>
            <a:headEnd len="sm" w="sm" type="none"/>
            <a:tailEnd len="sm" w="sm" type="none"/>
          </a:ln>
        </p:spPr>
      </p:cxnSp>
      <p:grpSp>
        <p:nvGrpSpPr>
          <p:cNvPr id="931" name="Google Shape;931;p39"/>
          <p:cNvGrpSpPr/>
          <p:nvPr/>
        </p:nvGrpSpPr>
        <p:grpSpPr>
          <a:xfrm>
            <a:off x="6115872" y="420760"/>
            <a:ext cx="1981202" cy="1755913"/>
            <a:chOff x="5665303" y="937593"/>
            <a:chExt cx="1981202" cy="1755913"/>
          </a:xfrm>
        </p:grpSpPr>
        <p:cxnSp>
          <p:nvCxnSpPr>
            <p:cNvPr id="932" name="Google Shape;932;p39"/>
            <p:cNvCxnSpPr/>
            <p:nvPr/>
          </p:nvCxnSpPr>
          <p:spPr>
            <a:xfrm>
              <a:off x="5665303" y="2693506"/>
              <a:ext cx="1510750" cy="0"/>
            </a:xfrm>
            <a:prstGeom prst="straightConnector1">
              <a:avLst/>
            </a:prstGeom>
            <a:noFill/>
            <a:ln cap="rnd" cmpd="sng" w="9525">
              <a:solidFill>
                <a:schemeClr val="lt1"/>
              </a:solidFill>
              <a:prstDash val="solid"/>
              <a:round/>
              <a:headEnd len="sm" w="sm" type="none"/>
              <a:tailEnd len="sm" w="sm" type="none"/>
            </a:ln>
          </p:spPr>
        </p:cxnSp>
        <p:cxnSp>
          <p:nvCxnSpPr>
            <p:cNvPr id="933" name="Google Shape;933;p39"/>
            <p:cNvCxnSpPr/>
            <p:nvPr/>
          </p:nvCxnSpPr>
          <p:spPr>
            <a:xfrm>
              <a:off x="6884505" y="937593"/>
              <a:ext cx="291548" cy="0"/>
            </a:xfrm>
            <a:prstGeom prst="straightConnector1">
              <a:avLst/>
            </a:prstGeom>
            <a:noFill/>
            <a:ln cap="rnd" cmpd="sng" w="9525">
              <a:solidFill>
                <a:schemeClr val="lt1"/>
              </a:solidFill>
              <a:prstDash val="solid"/>
              <a:round/>
              <a:headEnd len="sm" w="sm" type="none"/>
              <a:tailEnd len="sm" w="sm" type="none"/>
            </a:ln>
          </p:spPr>
        </p:cxnSp>
        <p:cxnSp>
          <p:nvCxnSpPr>
            <p:cNvPr id="934" name="Google Shape;934;p39"/>
            <p:cNvCxnSpPr/>
            <p:nvPr/>
          </p:nvCxnSpPr>
          <p:spPr>
            <a:xfrm>
              <a:off x="7176053" y="937593"/>
              <a:ext cx="192156" cy="980661"/>
            </a:xfrm>
            <a:prstGeom prst="straightConnector1">
              <a:avLst/>
            </a:prstGeom>
            <a:noFill/>
            <a:ln cap="rnd" cmpd="sng" w="9525">
              <a:solidFill>
                <a:schemeClr val="lt1"/>
              </a:solidFill>
              <a:prstDash val="solid"/>
              <a:round/>
              <a:headEnd len="sm" w="sm" type="none"/>
              <a:tailEnd len="sm" w="sm" type="none"/>
            </a:ln>
          </p:spPr>
        </p:cxnSp>
        <p:cxnSp>
          <p:nvCxnSpPr>
            <p:cNvPr id="935" name="Google Shape;935;p39"/>
            <p:cNvCxnSpPr/>
            <p:nvPr/>
          </p:nvCxnSpPr>
          <p:spPr>
            <a:xfrm flipH="1" rot="10800000">
              <a:off x="7126357" y="1918254"/>
              <a:ext cx="241852" cy="775252"/>
            </a:xfrm>
            <a:prstGeom prst="straightConnector1">
              <a:avLst/>
            </a:prstGeom>
            <a:noFill/>
            <a:ln cap="rnd" cmpd="sng" w="9525">
              <a:solidFill>
                <a:schemeClr val="lt1"/>
              </a:solidFill>
              <a:prstDash val="solid"/>
              <a:round/>
              <a:headEnd len="sm" w="sm" type="none"/>
              <a:tailEnd len="sm" w="sm" type="none"/>
            </a:ln>
          </p:spPr>
        </p:cxnSp>
        <p:cxnSp>
          <p:nvCxnSpPr>
            <p:cNvPr id="936" name="Google Shape;936;p39"/>
            <p:cNvCxnSpPr/>
            <p:nvPr/>
          </p:nvCxnSpPr>
          <p:spPr>
            <a:xfrm>
              <a:off x="7354957" y="1918254"/>
              <a:ext cx="291548" cy="0"/>
            </a:xfrm>
            <a:prstGeom prst="straightConnector1">
              <a:avLst/>
            </a:prstGeom>
            <a:noFill/>
            <a:ln cap="rnd" cmpd="sng" w="9525">
              <a:solidFill>
                <a:schemeClr val="lt1"/>
              </a:solidFill>
              <a:prstDash val="solid"/>
              <a:round/>
              <a:headEnd len="sm" w="sm" type="none"/>
              <a:tailEnd len="sm" w="sm" type="none"/>
            </a:ln>
          </p:spPr>
        </p:cxnSp>
      </p:grpSp>
      <p:sp>
        <p:nvSpPr>
          <p:cNvPr id="937" name="Google Shape;937;p39"/>
          <p:cNvSpPr/>
          <p:nvPr/>
        </p:nvSpPr>
        <p:spPr>
          <a:xfrm>
            <a:off x="10419517" y="2425150"/>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grpSp>
        <p:nvGrpSpPr>
          <p:cNvPr id="938" name="Google Shape;938;p39"/>
          <p:cNvGrpSpPr/>
          <p:nvPr/>
        </p:nvGrpSpPr>
        <p:grpSpPr>
          <a:xfrm>
            <a:off x="7818778" y="1431237"/>
            <a:ext cx="2600739" cy="2637182"/>
            <a:chOff x="7368209" y="1948070"/>
            <a:chExt cx="2600739" cy="2637182"/>
          </a:xfrm>
        </p:grpSpPr>
        <p:cxnSp>
          <p:nvCxnSpPr>
            <p:cNvPr id="939" name="Google Shape;939;p39"/>
            <p:cNvCxnSpPr/>
            <p:nvPr/>
          </p:nvCxnSpPr>
          <p:spPr>
            <a:xfrm>
              <a:off x="7368209" y="4585251"/>
              <a:ext cx="1524001" cy="0"/>
            </a:xfrm>
            <a:prstGeom prst="straightConnector1">
              <a:avLst/>
            </a:prstGeom>
            <a:noFill/>
            <a:ln cap="flat" cmpd="sng" w="57150">
              <a:solidFill>
                <a:srgbClr val="FFFF00"/>
              </a:solidFill>
              <a:prstDash val="solid"/>
              <a:round/>
              <a:headEnd len="sm" w="sm" type="none"/>
              <a:tailEnd len="sm" w="sm" type="none"/>
            </a:ln>
          </p:spPr>
        </p:cxnSp>
        <p:cxnSp>
          <p:nvCxnSpPr>
            <p:cNvPr id="940" name="Google Shape;940;p39"/>
            <p:cNvCxnSpPr/>
            <p:nvPr/>
          </p:nvCxnSpPr>
          <p:spPr>
            <a:xfrm>
              <a:off x="8600662"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941" name="Google Shape;941;p39"/>
            <p:cNvCxnSpPr/>
            <p:nvPr/>
          </p:nvCxnSpPr>
          <p:spPr>
            <a:xfrm rot="10800000">
              <a:off x="8922027" y="1948072"/>
              <a:ext cx="513521" cy="1318589"/>
            </a:xfrm>
            <a:prstGeom prst="straightConnector1">
              <a:avLst/>
            </a:prstGeom>
            <a:noFill/>
            <a:ln cap="rnd" cmpd="sng" w="9525">
              <a:solidFill>
                <a:schemeClr val="lt1"/>
              </a:solidFill>
              <a:prstDash val="solid"/>
              <a:round/>
              <a:headEnd len="sm" w="sm" type="none"/>
              <a:tailEnd len="sm" w="sm" type="none"/>
            </a:ln>
          </p:spPr>
        </p:cxnSp>
        <p:cxnSp>
          <p:nvCxnSpPr>
            <p:cNvPr id="942" name="Google Shape;942;p39"/>
            <p:cNvCxnSpPr/>
            <p:nvPr/>
          </p:nvCxnSpPr>
          <p:spPr>
            <a:xfrm flipH="1">
              <a:off x="8922027" y="3266661"/>
              <a:ext cx="513521" cy="1318591"/>
            </a:xfrm>
            <a:prstGeom prst="straightConnector1">
              <a:avLst/>
            </a:prstGeom>
            <a:noFill/>
            <a:ln cap="flat" cmpd="sng" w="57150">
              <a:solidFill>
                <a:srgbClr val="FFFF00"/>
              </a:solidFill>
              <a:prstDash val="solid"/>
              <a:round/>
              <a:headEnd len="sm" w="sm" type="none"/>
              <a:tailEnd len="sm" w="sm" type="none"/>
            </a:ln>
          </p:spPr>
        </p:cxnSp>
        <p:cxnSp>
          <p:nvCxnSpPr>
            <p:cNvPr id="943" name="Google Shape;943;p39"/>
            <p:cNvCxnSpPr/>
            <p:nvPr/>
          </p:nvCxnSpPr>
          <p:spPr>
            <a:xfrm>
              <a:off x="9435548" y="3279913"/>
              <a:ext cx="533400" cy="0"/>
            </a:xfrm>
            <a:prstGeom prst="straightConnector1">
              <a:avLst/>
            </a:prstGeom>
            <a:noFill/>
            <a:ln cap="flat" cmpd="sng" w="57150">
              <a:solidFill>
                <a:srgbClr val="FFFF00"/>
              </a:solidFill>
              <a:prstDash val="solid"/>
              <a:round/>
              <a:headEnd len="sm" w="sm" type="none"/>
              <a:tailEnd len="sm" w="sm" type="none"/>
            </a:ln>
          </p:spPr>
        </p:cxnSp>
      </p:grpSp>
      <p:sp>
        <p:nvSpPr>
          <p:cNvPr id="944" name="Google Shape;944;p39"/>
          <p:cNvSpPr/>
          <p:nvPr/>
        </p:nvSpPr>
        <p:spPr>
          <a:xfrm>
            <a:off x="82821" y="2613994"/>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945" name="Google Shape;945;p39"/>
          <p:cNvSpPr/>
          <p:nvPr/>
        </p:nvSpPr>
        <p:spPr>
          <a:xfrm>
            <a:off x="11754674" y="2627247"/>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946" name="Google Shape;946;p39"/>
          <p:cNvSpPr txBox="1"/>
          <p:nvPr/>
        </p:nvSpPr>
        <p:spPr>
          <a:xfrm>
            <a:off x="25869" y="1856409"/>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1</a:t>
            </a:r>
            <a:endParaRPr b="0" i="0" sz="1400" u="none" cap="none" strike="noStrike">
              <a:solidFill>
                <a:srgbClr val="000000"/>
              </a:solidFill>
              <a:latin typeface="Arial"/>
              <a:ea typeface="Arial"/>
              <a:cs typeface="Arial"/>
              <a:sym typeface="Arial"/>
            </a:endParaRPr>
          </a:p>
        </p:txBody>
      </p:sp>
      <p:sp>
        <p:nvSpPr>
          <p:cNvPr id="947" name="Google Shape;947;p39"/>
          <p:cNvSpPr txBox="1"/>
          <p:nvPr/>
        </p:nvSpPr>
        <p:spPr>
          <a:xfrm>
            <a:off x="11697722" y="1880152"/>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2</a:t>
            </a:r>
            <a:endParaRPr b="0" i="0" sz="1400" u="none" cap="none" strike="noStrike">
              <a:solidFill>
                <a:srgbClr val="000000"/>
              </a:solidFill>
              <a:latin typeface="Arial"/>
              <a:ea typeface="Arial"/>
              <a:cs typeface="Arial"/>
              <a:sym typeface="Arial"/>
            </a:endParaRPr>
          </a:p>
        </p:txBody>
      </p:sp>
      <p:cxnSp>
        <p:nvCxnSpPr>
          <p:cNvPr id="948" name="Google Shape;948;p39"/>
          <p:cNvCxnSpPr>
            <a:stCxn id="944" idx="6"/>
            <a:endCxn id="888" idx="1"/>
          </p:cNvCxnSpPr>
          <p:nvPr/>
        </p:nvCxnSpPr>
        <p:spPr>
          <a:xfrm>
            <a:off x="387621" y="2749828"/>
            <a:ext cx="381000" cy="0"/>
          </a:xfrm>
          <a:prstGeom prst="straightConnector1">
            <a:avLst/>
          </a:prstGeom>
          <a:noFill/>
          <a:ln cap="flat" cmpd="sng" w="57150">
            <a:solidFill>
              <a:srgbClr val="FFFF00"/>
            </a:solidFill>
            <a:prstDash val="solid"/>
            <a:round/>
            <a:headEnd len="sm" w="sm" type="none"/>
            <a:tailEnd len="sm" w="sm" type="none"/>
          </a:ln>
        </p:spPr>
      </p:cxnSp>
      <p:cxnSp>
        <p:nvCxnSpPr>
          <p:cNvPr id="949" name="Google Shape;949;p39"/>
          <p:cNvCxnSpPr/>
          <p:nvPr/>
        </p:nvCxnSpPr>
        <p:spPr>
          <a:xfrm>
            <a:off x="11373674" y="2756454"/>
            <a:ext cx="381000" cy="0"/>
          </a:xfrm>
          <a:prstGeom prst="straightConnector1">
            <a:avLst/>
          </a:prstGeom>
          <a:noFill/>
          <a:ln cap="flat" cmpd="sng" w="57150">
            <a:solidFill>
              <a:schemeClr val="lt1"/>
            </a:solidFill>
            <a:prstDash val="solid"/>
            <a:round/>
            <a:headEnd len="sm" w="sm" type="none"/>
            <a:tailEnd len="sm" w="sm" type="none"/>
          </a:ln>
        </p:spPr>
      </p:cxnSp>
      <p:cxnSp>
        <p:nvCxnSpPr>
          <p:cNvPr id="950" name="Google Shape;950;p39"/>
          <p:cNvCxnSpPr/>
          <p:nvPr/>
        </p:nvCxnSpPr>
        <p:spPr>
          <a:xfrm>
            <a:off x="6546564" y="4075047"/>
            <a:ext cx="159031" cy="6624"/>
          </a:xfrm>
          <a:prstGeom prst="straightConnector1">
            <a:avLst/>
          </a:prstGeom>
          <a:noFill/>
          <a:ln cap="rnd" cmpd="sng" w="9525">
            <a:solidFill>
              <a:schemeClr val="lt1"/>
            </a:solidFill>
            <a:prstDash val="solid"/>
            <a:round/>
            <a:headEnd len="sm" w="sm" type="none"/>
            <a:tailEnd len="sm" w="sm" type="none"/>
          </a:ln>
        </p:spPr>
      </p:cxnSp>
      <p:sp>
        <p:nvSpPr>
          <p:cNvPr id="951" name="Google Shape;951;p39"/>
          <p:cNvSpPr txBox="1"/>
          <p:nvPr/>
        </p:nvSpPr>
        <p:spPr>
          <a:xfrm>
            <a:off x="1239067" y="5688497"/>
            <a:ext cx="9454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rgbClr val="FFFF00"/>
                </a:solidFill>
                <a:latin typeface="Arial Narrow"/>
                <a:ea typeface="Arial Narrow"/>
                <a:cs typeface="Arial Narrow"/>
                <a:sym typeface="Arial Narrow"/>
              </a:rPr>
              <a:t>E O CUSTO DA MÃO DE OBRA DO PROJETO?</a:t>
            </a:r>
            <a:endParaRPr b="0" i="0" sz="3200" u="none" cap="none" strike="noStrike">
              <a:solidFill>
                <a:srgbClr val="FFFF00"/>
              </a:solidFill>
              <a:latin typeface="Arial Narrow"/>
              <a:ea typeface="Arial Narrow"/>
              <a:cs typeface="Arial Narrow"/>
              <a:sym typeface="Arial Narro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40"/>
          <p:cNvSpPr/>
          <p:nvPr/>
        </p:nvSpPr>
        <p:spPr>
          <a:xfrm>
            <a:off x="768621" y="2425150"/>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5 d</a:t>
            </a:r>
            <a:endParaRPr b="0" i="0" sz="1400" u="none" cap="none" strike="noStrike">
              <a:solidFill>
                <a:srgbClr val="000000"/>
              </a:solidFill>
              <a:latin typeface="Arial"/>
              <a:ea typeface="Arial"/>
              <a:cs typeface="Arial"/>
              <a:sym typeface="Arial"/>
            </a:endParaRPr>
          </a:p>
        </p:txBody>
      </p:sp>
      <p:sp>
        <p:nvSpPr>
          <p:cNvPr id="957" name="Google Shape;957;p40"/>
          <p:cNvSpPr/>
          <p:nvPr/>
        </p:nvSpPr>
        <p:spPr>
          <a:xfrm>
            <a:off x="2392012" y="110655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10 d</a:t>
            </a:r>
            <a:endParaRPr b="0" i="0" sz="1400" u="none" cap="none" strike="noStrike">
              <a:solidFill>
                <a:srgbClr val="000000"/>
              </a:solidFill>
              <a:latin typeface="Arial"/>
              <a:ea typeface="Arial"/>
              <a:cs typeface="Arial"/>
              <a:sym typeface="Arial"/>
            </a:endParaRPr>
          </a:p>
        </p:txBody>
      </p:sp>
      <p:sp>
        <p:nvSpPr>
          <p:cNvPr id="958" name="Google Shape;958;p40"/>
          <p:cNvSpPr/>
          <p:nvPr/>
        </p:nvSpPr>
        <p:spPr>
          <a:xfrm>
            <a:off x="3597960" y="110655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2 d</a:t>
            </a:r>
            <a:endParaRPr b="0" i="0" sz="1400" u="none" cap="none" strike="noStrike">
              <a:solidFill>
                <a:srgbClr val="000000"/>
              </a:solidFill>
              <a:latin typeface="Arial"/>
              <a:ea typeface="Arial"/>
              <a:cs typeface="Arial"/>
              <a:sym typeface="Arial"/>
            </a:endParaRPr>
          </a:p>
        </p:txBody>
      </p:sp>
      <p:sp>
        <p:nvSpPr>
          <p:cNvPr id="959" name="Google Shape;959;p40"/>
          <p:cNvSpPr/>
          <p:nvPr/>
        </p:nvSpPr>
        <p:spPr>
          <a:xfrm>
            <a:off x="2869090" y="3743742"/>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15 d</a:t>
            </a:r>
            <a:endParaRPr b="0" i="0" sz="1400" u="none" cap="none" strike="noStrike">
              <a:solidFill>
                <a:srgbClr val="000000"/>
              </a:solidFill>
              <a:latin typeface="Arial"/>
              <a:ea typeface="Arial"/>
              <a:cs typeface="Arial"/>
              <a:sym typeface="Arial"/>
            </a:endParaRPr>
          </a:p>
        </p:txBody>
      </p:sp>
      <p:sp>
        <p:nvSpPr>
          <p:cNvPr id="960" name="Google Shape;960;p40"/>
          <p:cNvSpPr/>
          <p:nvPr/>
        </p:nvSpPr>
        <p:spPr>
          <a:xfrm>
            <a:off x="4406340" y="2749828"/>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12 d</a:t>
            </a:r>
            <a:endParaRPr b="0" i="0" sz="1400" u="none" cap="none" strike="noStrike">
              <a:solidFill>
                <a:srgbClr val="000000"/>
              </a:solidFill>
              <a:latin typeface="Arial"/>
              <a:ea typeface="Arial"/>
              <a:cs typeface="Arial"/>
              <a:sym typeface="Arial"/>
            </a:endParaRPr>
          </a:p>
        </p:txBody>
      </p:sp>
      <p:sp>
        <p:nvSpPr>
          <p:cNvPr id="961" name="Google Shape;961;p40"/>
          <p:cNvSpPr/>
          <p:nvPr/>
        </p:nvSpPr>
        <p:spPr>
          <a:xfrm>
            <a:off x="4406340" y="3743742"/>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962" name="Google Shape;962;p40"/>
          <p:cNvSpPr/>
          <p:nvPr/>
        </p:nvSpPr>
        <p:spPr>
          <a:xfrm>
            <a:off x="4406339" y="4737656"/>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sp>
        <p:nvSpPr>
          <p:cNvPr id="963" name="Google Shape;963;p40"/>
          <p:cNvSpPr/>
          <p:nvPr/>
        </p:nvSpPr>
        <p:spPr>
          <a:xfrm>
            <a:off x="5161716" y="112644"/>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H</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964" name="Google Shape;964;p40"/>
          <p:cNvSpPr/>
          <p:nvPr/>
        </p:nvSpPr>
        <p:spPr>
          <a:xfrm>
            <a:off x="5161715" y="1928193"/>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J</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965" name="Google Shape;965;p40"/>
          <p:cNvSpPr/>
          <p:nvPr/>
        </p:nvSpPr>
        <p:spPr>
          <a:xfrm>
            <a:off x="5625540" y="3743742"/>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966" name="Google Shape;966;p40"/>
          <p:cNvSpPr/>
          <p:nvPr/>
        </p:nvSpPr>
        <p:spPr>
          <a:xfrm>
            <a:off x="6380917" y="112644"/>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3 d</a:t>
            </a:r>
            <a:endParaRPr b="0" i="0" sz="1400" u="none" cap="none" strike="noStrike">
              <a:solidFill>
                <a:srgbClr val="000000"/>
              </a:solidFill>
              <a:latin typeface="Arial"/>
              <a:ea typeface="Arial"/>
              <a:cs typeface="Arial"/>
              <a:sym typeface="Arial"/>
            </a:endParaRPr>
          </a:p>
        </p:txBody>
      </p:sp>
      <p:sp>
        <p:nvSpPr>
          <p:cNvPr id="967" name="Google Shape;967;p40"/>
          <p:cNvSpPr/>
          <p:nvPr/>
        </p:nvSpPr>
        <p:spPr>
          <a:xfrm>
            <a:off x="8097074" y="110655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9 d</a:t>
            </a:r>
            <a:endParaRPr b="0" i="0" sz="1400" u="none" cap="none" strike="noStrike">
              <a:solidFill>
                <a:srgbClr val="000000"/>
              </a:solidFill>
              <a:latin typeface="Arial"/>
              <a:ea typeface="Arial"/>
              <a:cs typeface="Arial"/>
              <a:sym typeface="Arial"/>
            </a:endParaRPr>
          </a:p>
        </p:txBody>
      </p:sp>
      <p:sp>
        <p:nvSpPr>
          <p:cNvPr id="968" name="Google Shape;968;p40"/>
          <p:cNvSpPr/>
          <p:nvPr/>
        </p:nvSpPr>
        <p:spPr>
          <a:xfrm>
            <a:off x="6864621" y="3756994"/>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grpSp>
        <p:nvGrpSpPr>
          <p:cNvPr id="969" name="Google Shape;969;p40"/>
          <p:cNvGrpSpPr/>
          <p:nvPr/>
        </p:nvGrpSpPr>
        <p:grpSpPr>
          <a:xfrm>
            <a:off x="1643262" y="1431237"/>
            <a:ext cx="1239077" cy="2637182"/>
            <a:chOff x="1272209" y="1948070"/>
            <a:chExt cx="1239077" cy="2637182"/>
          </a:xfrm>
        </p:grpSpPr>
        <p:cxnSp>
          <p:nvCxnSpPr>
            <p:cNvPr id="970" name="Google Shape;970;p40"/>
            <p:cNvCxnSpPr/>
            <p:nvPr/>
          </p:nvCxnSpPr>
          <p:spPr>
            <a:xfrm>
              <a:off x="1272209" y="3279913"/>
              <a:ext cx="291548" cy="0"/>
            </a:xfrm>
            <a:prstGeom prst="straightConnector1">
              <a:avLst/>
            </a:prstGeom>
            <a:noFill/>
            <a:ln cap="flat" cmpd="sng" w="57150">
              <a:solidFill>
                <a:srgbClr val="FFFF00"/>
              </a:solidFill>
              <a:prstDash val="solid"/>
              <a:round/>
              <a:headEnd len="sm" w="sm" type="none"/>
              <a:tailEnd len="sm" w="sm" type="none"/>
            </a:ln>
          </p:spPr>
        </p:cxnSp>
        <p:cxnSp>
          <p:nvCxnSpPr>
            <p:cNvPr id="971" name="Google Shape;971;p40"/>
            <p:cNvCxnSpPr/>
            <p:nvPr/>
          </p:nvCxnSpPr>
          <p:spPr>
            <a:xfrm flipH="1" rot="10800000">
              <a:off x="1563757" y="1948070"/>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972" name="Google Shape;972;p40"/>
            <p:cNvCxnSpPr/>
            <p:nvPr/>
          </p:nvCxnSpPr>
          <p:spPr>
            <a:xfrm>
              <a:off x="169627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973" name="Google Shape;973;p40"/>
            <p:cNvCxnSpPr/>
            <p:nvPr/>
          </p:nvCxnSpPr>
          <p:spPr>
            <a:xfrm>
              <a:off x="1563757" y="3266661"/>
              <a:ext cx="132521" cy="1318591"/>
            </a:xfrm>
            <a:prstGeom prst="straightConnector1">
              <a:avLst/>
            </a:prstGeom>
            <a:noFill/>
            <a:ln cap="flat" cmpd="sng" w="57150">
              <a:solidFill>
                <a:srgbClr val="FFFF00"/>
              </a:solidFill>
              <a:prstDash val="solid"/>
              <a:round/>
              <a:headEnd len="sm" w="sm" type="none"/>
              <a:tailEnd len="sm" w="sm" type="none"/>
            </a:ln>
          </p:spPr>
        </p:cxnSp>
        <p:cxnSp>
          <p:nvCxnSpPr>
            <p:cNvPr id="974" name="Google Shape;974;p40"/>
            <p:cNvCxnSpPr/>
            <p:nvPr/>
          </p:nvCxnSpPr>
          <p:spPr>
            <a:xfrm flipH="1" rot="10800000">
              <a:off x="1709527" y="4572000"/>
              <a:ext cx="801759" cy="13251"/>
            </a:xfrm>
            <a:prstGeom prst="straightConnector1">
              <a:avLst/>
            </a:prstGeom>
            <a:noFill/>
            <a:ln cap="flat" cmpd="sng" w="57150">
              <a:solidFill>
                <a:srgbClr val="FFFF00"/>
              </a:solidFill>
              <a:prstDash val="solid"/>
              <a:round/>
              <a:headEnd len="sm" w="sm" type="none"/>
              <a:tailEnd len="sm" w="sm" type="none"/>
            </a:ln>
          </p:spPr>
        </p:cxnSp>
      </p:grpSp>
      <p:grpSp>
        <p:nvGrpSpPr>
          <p:cNvPr id="975" name="Google Shape;975;p40"/>
          <p:cNvGrpSpPr/>
          <p:nvPr/>
        </p:nvGrpSpPr>
        <p:grpSpPr>
          <a:xfrm>
            <a:off x="3717225" y="3144079"/>
            <a:ext cx="659297" cy="1987826"/>
            <a:chOff x="3332921" y="3591339"/>
            <a:chExt cx="659297" cy="1987826"/>
          </a:xfrm>
        </p:grpSpPr>
        <p:cxnSp>
          <p:nvCxnSpPr>
            <p:cNvPr id="976" name="Google Shape;976;p40"/>
            <p:cNvCxnSpPr/>
            <p:nvPr/>
          </p:nvCxnSpPr>
          <p:spPr>
            <a:xfrm>
              <a:off x="3332921" y="4585252"/>
              <a:ext cx="291548" cy="0"/>
            </a:xfrm>
            <a:prstGeom prst="straightConnector1">
              <a:avLst/>
            </a:prstGeom>
            <a:noFill/>
            <a:ln cap="flat" cmpd="sng" w="57150">
              <a:solidFill>
                <a:srgbClr val="FFFF00"/>
              </a:solidFill>
              <a:prstDash val="solid"/>
              <a:round/>
              <a:headEnd len="sm" w="sm" type="none"/>
              <a:tailEnd len="sm" w="sm" type="none"/>
            </a:ln>
          </p:spPr>
        </p:cxnSp>
        <p:cxnSp>
          <p:nvCxnSpPr>
            <p:cNvPr id="977" name="Google Shape;977;p40"/>
            <p:cNvCxnSpPr/>
            <p:nvPr/>
          </p:nvCxnSpPr>
          <p:spPr>
            <a:xfrm flipH="1" rot="10800000">
              <a:off x="3614527" y="3591339"/>
              <a:ext cx="109333" cy="993914"/>
            </a:xfrm>
            <a:prstGeom prst="straightConnector1">
              <a:avLst/>
            </a:prstGeom>
            <a:noFill/>
            <a:ln cap="flat" cmpd="sng" w="57150">
              <a:solidFill>
                <a:srgbClr val="FFFF00"/>
              </a:solidFill>
              <a:prstDash val="solid"/>
              <a:round/>
              <a:headEnd len="sm" w="sm" type="none"/>
              <a:tailEnd len="sm" w="sm" type="none"/>
            </a:ln>
          </p:spPr>
        </p:cxnSp>
        <p:cxnSp>
          <p:nvCxnSpPr>
            <p:cNvPr id="978" name="Google Shape;978;p40"/>
            <p:cNvCxnSpPr/>
            <p:nvPr/>
          </p:nvCxnSpPr>
          <p:spPr>
            <a:xfrm>
              <a:off x="3614527" y="4585252"/>
              <a:ext cx="86143" cy="993913"/>
            </a:xfrm>
            <a:prstGeom prst="straightConnector1">
              <a:avLst/>
            </a:prstGeom>
            <a:noFill/>
            <a:ln cap="rnd" cmpd="sng" w="9525">
              <a:solidFill>
                <a:schemeClr val="lt1"/>
              </a:solidFill>
              <a:prstDash val="solid"/>
              <a:round/>
              <a:headEnd len="sm" w="sm" type="none"/>
              <a:tailEnd len="sm" w="sm" type="none"/>
            </a:ln>
          </p:spPr>
        </p:cxnSp>
        <p:cxnSp>
          <p:nvCxnSpPr>
            <p:cNvPr id="979" name="Google Shape;979;p40"/>
            <p:cNvCxnSpPr/>
            <p:nvPr/>
          </p:nvCxnSpPr>
          <p:spPr>
            <a:xfrm>
              <a:off x="3760307" y="3594655"/>
              <a:ext cx="231911" cy="0"/>
            </a:xfrm>
            <a:prstGeom prst="straightConnector1">
              <a:avLst/>
            </a:prstGeom>
            <a:noFill/>
            <a:ln cap="flat" cmpd="sng" w="57150">
              <a:solidFill>
                <a:srgbClr val="FFFF00"/>
              </a:solidFill>
              <a:prstDash val="solid"/>
              <a:round/>
              <a:headEnd len="sm" w="sm" type="none"/>
              <a:tailEnd len="sm" w="sm" type="none"/>
            </a:ln>
          </p:spPr>
        </p:cxnSp>
        <p:cxnSp>
          <p:nvCxnSpPr>
            <p:cNvPr id="980" name="Google Shape;980;p40"/>
            <p:cNvCxnSpPr/>
            <p:nvPr/>
          </p:nvCxnSpPr>
          <p:spPr>
            <a:xfrm>
              <a:off x="3700670" y="5579165"/>
              <a:ext cx="291548" cy="0"/>
            </a:xfrm>
            <a:prstGeom prst="straightConnector1">
              <a:avLst/>
            </a:prstGeom>
            <a:noFill/>
            <a:ln cap="rnd" cmpd="sng" w="9525">
              <a:solidFill>
                <a:schemeClr val="lt1"/>
              </a:solidFill>
              <a:prstDash val="solid"/>
              <a:round/>
              <a:headEnd len="sm" w="sm" type="none"/>
              <a:tailEnd len="sm" w="sm" type="none"/>
            </a:ln>
          </p:spPr>
        </p:cxnSp>
        <p:cxnSp>
          <p:nvCxnSpPr>
            <p:cNvPr id="981" name="Google Shape;981;p40"/>
            <p:cNvCxnSpPr/>
            <p:nvPr/>
          </p:nvCxnSpPr>
          <p:spPr>
            <a:xfrm>
              <a:off x="3614522" y="4585252"/>
              <a:ext cx="341244" cy="1"/>
            </a:xfrm>
            <a:prstGeom prst="straightConnector1">
              <a:avLst/>
            </a:prstGeom>
            <a:noFill/>
            <a:ln cap="rnd" cmpd="sng" w="9525">
              <a:solidFill>
                <a:schemeClr val="lt1"/>
              </a:solidFill>
              <a:prstDash val="solid"/>
              <a:round/>
              <a:headEnd len="sm" w="sm" type="none"/>
              <a:tailEnd len="sm" w="sm" type="none"/>
            </a:ln>
          </p:spPr>
        </p:cxnSp>
      </p:grpSp>
      <p:cxnSp>
        <p:nvCxnSpPr>
          <p:cNvPr id="982" name="Google Shape;982;p40"/>
          <p:cNvCxnSpPr/>
          <p:nvPr/>
        </p:nvCxnSpPr>
        <p:spPr>
          <a:xfrm>
            <a:off x="3306412" y="1431237"/>
            <a:ext cx="291548" cy="0"/>
          </a:xfrm>
          <a:prstGeom prst="straightConnector1">
            <a:avLst/>
          </a:prstGeom>
          <a:noFill/>
          <a:ln cap="rnd" cmpd="sng" w="9525">
            <a:solidFill>
              <a:schemeClr val="lt1"/>
            </a:solidFill>
            <a:prstDash val="solid"/>
            <a:round/>
            <a:headEnd len="sm" w="sm" type="none"/>
            <a:tailEnd len="sm" w="sm" type="none"/>
          </a:ln>
        </p:spPr>
      </p:cxnSp>
      <p:cxnSp>
        <p:nvCxnSpPr>
          <p:cNvPr id="983" name="Google Shape;983;p40"/>
          <p:cNvCxnSpPr/>
          <p:nvPr/>
        </p:nvCxnSpPr>
        <p:spPr>
          <a:xfrm>
            <a:off x="5360496" y="4068419"/>
            <a:ext cx="291548" cy="0"/>
          </a:xfrm>
          <a:prstGeom prst="straightConnector1">
            <a:avLst/>
          </a:prstGeom>
          <a:noFill/>
          <a:ln cap="rnd" cmpd="sng" w="9525">
            <a:solidFill>
              <a:schemeClr val="lt1"/>
            </a:solidFill>
            <a:prstDash val="solid"/>
            <a:round/>
            <a:headEnd len="sm" w="sm" type="none"/>
            <a:tailEnd len="sm" w="sm" type="none"/>
          </a:ln>
        </p:spPr>
      </p:cxnSp>
      <p:grpSp>
        <p:nvGrpSpPr>
          <p:cNvPr id="984" name="Google Shape;984;p40"/>
          <p:cNvGrpSpPr/>
          <p:nvPr/>
        </p:nvGrpSpPr>
        <p:grpSpPr>
          <a:xfrm>
            <a:off x="5333992" y="3087758"/>
            <a:ext cx="1530629" cy="1974574"/>
            <a:chOff x="4883423" y="3604591"/>
            <a:chExt cx="1517490" cy="1974574"/>
          </a:xfrm>
        </p:grpSpPr>
        <p:cxnSp>
          <p:nvCxnSpPr>
            <p:cNvPr id="985" name="Google Shape;985;p40"/>
            <p:cNvCxnSpPr>
              <a:endCxn id="968" idx="1"/>
            </p:cNvCxnSpPr>
            <p:nvPr/>
          </p:nvCxnSpPr>
          <p:spPr>
            <a:xfrm flipH="1" rot="10800000">
              <a:off x="6241913" y="4598505"/>
              <a:ext cx="159000" cy="13200"/>
            </a:xfrm>
            <a:prstGeom prst="straightConnector1">
              <a:avLst/>
            </a:prstGeom>
            <a:noFill/>
            <a:ln cap="flat" cmpd="sng" w="57150">
              <a:solidFill>
                <a:srgbClr val="FFFF00"/>
              </a:solidFill>
              <a:prstDash val="solid"/>
              <a:round/>
              <a:headEnd len="sm" w="sm" type="none"/>
              <a:tailEnd len="sm" w="sm" type="none"/>
            </a:ln>
          </p:spPr>
        </p:cxnSp>
        <p:cxnSp>
          <p:nvCxnSpPr>
            <p:cNvPr id="986" name="Google Shape;986;p40"/>
            <p:cNvCxnSpPr/>
            <p:nvPr/>
          </p:nvCxnSpPr>
          <p:spPr>
            <a:xfrm>
              <a:off x="4883423" y="3604591"/>
              <a:ext cx="1046925" cy="0"/>
            </a:xfrm>
            <a:prstGeom prst="straightConnector1">
              <a:avLst/>
            </a:prstGeom>
            <a:noFill/>
            <a:ln cap="flat" cmpd="sng" w="57150">
              <a:solidFill>
                <a:srgbClr val="FFFF00"/>
              </a:solidFill>
              <a:prstDash val="solid"/>
              <a:round/>
              <a:headEnd len="sm" w="sm" type="none"/>
              <a:tailEnd len="sm" w="sm" type="none"/>
            </a:ln>
          </p:spPr>
        </p:cxnSp>
        <p:cxnSp>
          <p:nvCxnSpPr>
            <p:cNvPr id="987" name="Google Shape;987;p40"/>
            <p:cNvCxnSpPr/>
            <p:nvPr/>
          </p:nvCxnSpPr>
          <p:spPr>
            <a:xfrm>
              <a:off x="4909927" y="5579165"/>
              <a:ext cx="1020421" cy="0"/>
            </a:xfrm>
            <a:prstGeom prst="straightConnector1">
              <a:avLst/>
            </a:prstGeom>
            <a:noFill/>
            <a:ln cap="rnd" cmpd="sng" w="9525">
              <a:solidFill>
                <a:schemeClr val="lt1"/>
              </a:solidFill>
              <a:prstDash val="solid"/>
              <a:round/>
              <a:headEnd len="sm" w="sm" type="none"/>
              <a:tailEnd len="sm" w="sm" type="none"/>
            </a:ln>
          </p:spPr>
        </p:cxnSp>
        <p:cxnSp>
          <p:nvCxnSpPr>
            <p:cNvPr id="988" name="Google Shape;988;p40"/>
            <p:cNvCxnSpPr/>
            <p:nvPr/>
          </p:nvCxnSpPr>
          <p:spPr>
            <a:xfrm>
              <a:off x="5930348" y="3604591"/>
              <a:ext cx="324678" cy="311426"/>
            </a:xfrm>
            <a:prstGeom prst="straightConnector1">
              <a:avLst/>
            </a:prstGeom>
            <a:noFill/>
            <a:ln cap="flat" cmpd="sng" w="57150">
              <a:solidFill>
                <a:srgbClr val="FFFF00"/>
              </a:solidFill>
              <a:prstDash val="solid"/>
              <a:round/>
              <a:headEnd len="sm" w="sm" type="none"/>
              <a:tailEnd len="sm" w="sm" type="none"/>
            </a:ln>
          </p:spPr>
        </p:cxnSp>
        <p:cxnSp>
          <p:nvCxnSpPr>
            <p:cNvPr id="989" name="Google Shape;989;p40"/>
            <p:cNvCxnSpPr/>
            <p:nvPr/>
          </p:nvCxnSpPr>
          <p:spPr>
            <a:xfrm flipH="1" rot="10800000">
              <a:off x="5930348" y="5141843"/>
              <a:ext cx="324678" cy="437322"/>
            </a:xfrm>
            <a:prstGeom prst="straightConnector1">
              <a:avLst/>
            </a:prstGeom>
            <a:noFill/>
            <a:ln cap="rnd" cmpd="sng" w="9525">
              <a:solidFill>
                <a:schemeClr val="lt1"/>
              </a:solidFill>
              <a:prstDash val="solid"/>
              <a:round/>
              <a:headEnd len="sm" w="sm" type="none"/>
              <a:tailEnd len="sm" w="sm" type="none"/>
            </a:ln>
          </p:spPr>
        </p:cxnSp>
        <p:cxnSp>
          <p:nvCxnSpPr>
            <p:cNvPr id="990" name="Google Shape;990;p40"/>
            <p:cNvCxnSpPr/>
            <p:nvPr/>
          </p:nvCxnSpPr>
          <p:spPr>
            <a:xfrm>
              <a:off x="6255026" y="3916017"/>
              <a:ext cx="0" cy="669234"/>
            </a:xfrm>
            <a:prstGeom prst="straightConnector1">
              <a:avLst/>
            </a:prstGeom>
            <a:noFill/>
            <a:ln cap="flat" cmpd="sng" w="57150">
              <a:solidFill>
                <a:srgbClr val="FFFF00"/>
              </a:solidFill>
              <a:prstDash val="solid"/>
              <a:round/>
              <a:headEnd len="sm" w="sm" type="none"/>
              <a:tailEnd len="sm" w="sm" type="none"/>
            </a:ln>
          </p:spPr>
        </p:cxnSp>
        <p:cxnSp>
          <p:nvCxnSpPr>
            <p:cNvPr id="991" name="Google Shape;991;p40"/>
            <p:cNvCxnSpPr/>
            <p:nvPr/>
          </p:nvCxnSpPr>
          <p:spPr>
            <a:xfrm rot="10800000">
              <a:off x="6255026" y="4585251"/>
              <a:ext cx="13252" cy="556592"/>
            </a:xfrm>
            <a:prstGeom prst="straightConnector1">
              <a:avLst/>
            </a:prstGeom>
            <a:noFill/>
            <a:ln cap="rnd" cmpd="sng" w="9525">
              <a:solidFill>
                <a:schemeClr val="lt1"/>
              </a:solidFill>
              <a:prstDash val="solid"/>
              <a:round/>
              <a:headEnd len="sm" w="sm" type="none"/>
              <a:tailEnd len="sm" w="sm" type="none"/>
            </a:ln>
          </p:spPr>
        </p:cxnSp>
      </p:grpSp>
      <p:grpSp>
        <p:nvGrpSpPr>
          <p:cNvPr id="992" name="Google Shape;992;p40"/>
          <p:cNvGrpSpPr/>
          <p:nvPr/>
        </p:nvGrpSpPr>
        <p:grpSpPr>
          <a:xfrm>
            <a:off x="4552117" y="407508"/>
            <a:ext cx="715617" cy="1769165"/>
            <a:chOff x="4101548" y="924341"/>
            <a:chExt cx="715617" cy="1769165"/>
          </a:xfrm>
        </p:grpSpPr>
        <p:cxnSp>
          <p:nvCxnSpPr>
            <p:cNvPr id="993" name="Google Shape;993;p40"/>
            <p:cNvCxnSpPr/>
            <p:nvPr/>
          </p:nvCxnSpPr>
          <p:spPr>
            <a:xfrm>
              <a:off x="410154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994" name="Google Shape;994;p40"/>
            <p:cNvCxnSpPr/>
            <p:nvPr/>
          </p:nvCxnSpPr>
          <p:spPr>
            <a:xfrm flipH="1" rot="10800000">
              <a:off x="4416284" y="924341"/>
              <a:ext cx="109333" cy="993914"/>
            </a:xfrm>
            <a:prstGeom prst="straightConnector1">
              <a:avLst/>
            </a:prstGeom>
            <a:noFill/>
            <a:ln cap="rnd" cmpd="sng" w="9525">
              <a:solidFill>
                <a:schemeClr val="lt1"/>
              </a:solidFill>
              <a:prstDash val="solid"/>
              <a:round/>
              <a:headEnd len="sm" w="sm" type="none"/>
              <a:tailEnd len="sm" w="sm" type="none"/>
            </a:ln>
          </p:spPr>
        </p:cxnSp>
        <p:cxnSp>
          <p:nvCxnSpPr>
            <p:cNvPr id="995" name="Google Shape;995;p40"/>
            <p:cNvCxnSpPr/>
            <p:nvPr/>
          </p:nvCxnSpPr>
          <p:spPr>
            <a:xfrm>
              <a:off x="4416284" y="1918254"/>
              <a:ext cx="109333" cy="765311"/>
            </a:xfrm>
            <a:prstGeom prst="straightConnector1">
              <a:avLst/>
            </a:prstGeom>
            <a:noFill/>
            <a:ln cap="rnd" cmpd="sng" w="9525">
              <a:solidFill>
                <a:schemeClr val="lt1"/>
              </a:solidFill>
              <a:prstDash val="solid"/>
              <a:round/>
              <a:headEnd len="sm" w="sm" type="none"/>
              <a:tailEnd len="sm" w="sm" type="none"/>
            </a:ln>
          </p:spPr>
        </p:cxnSp>
        <p:cxnSp>
          <p:nvCxnSpPr>
            <p:cNvPr id="996" name="Google Shape;996;p40"/>
            <p:cNvCxnSpPr/>
            <p:nvPr/>
          </p:nvCxnSpPr>
          <p:spPr>
            <a:xfrm>
              <a:off x="4525617" y="924341"/>
              <a:ext cx="291548" cy="0"/>
            </a:xfrm>
            <a:prstGeom prst="straightConnector1">
              <a:avLst/>
            </a:prstGeom>
            <a:noFill/>
            <a:ln cap="rnd" cmpd="sng" w="9525">
              <a:solidFill>
                <a:schemeClr val="lt1"/>
              </a:solidFill>
              <a:prstDash val="solid"/>
              <a:round/>
              <a:headEnd len="sm" w="sm" type="none"/>
              <a:tailEnd len="sm" w="sm" type="none"/>
            </a:ln>
          </p:spPr>
        </p:cxnSp>
        <p:cxnSp>
          <p:nvCxnSpPr>
            <p:cNvPr id="997" name="Google Shape;997;p40"/>
            <p:cNvCxnSpPr/>
            <p:nvPr/>
          </p:nvCxnSpPr>
          <p:spPr>
            <a:xfrm>
              <a:off x="4525617" y="2693506"/>
              <a:ext cx="291548" cy="0"/>
            </a:xfrm>
            <a:prstGeom prst="straightConnector1">
              <a:avLst/>
            </a:prstGeom>
            <a:noFill/>
            <a:ln cap="rnd" cmpd="sng" w="9525">
              <a:solidFill>
                <a:schemeClr val="lt1"/>
              </a:solidFill>
              <a:prstDash val="solid"/>
              <a:round/>
              <a:headEnd len="sm" w="sm" type="none"/>
              <a:tailEnd len="sm" w="sm" type="none"/>
            </a:ln>
          </p:spPr>
        </p:cxnSp>
      </p:grpSp>
      <p:cxnSp>
        <p:nvCxnSpPr>
          <p:cNvPr id="998" name="Google Shape;998;p40"/>
          <p:cNvCxnSpPr/>
          <p:nvPr/>
        </p:nvCxnSpPr>
        <p:spPr>
          <a:xfrm>
            <a:off x="6115872" y="407508"/>
            <a:ext cx="291548" cy="0"/>
          </a:xfrm>
          <a:prstGeom prst="straightConnector1">
            <a:avLst/>
          </a:prstGeom>
          <a:noFill/>
          <a:ln cap="rnd" cmpd="sng" w="9525">
            <a:solidFill>
              <a:schemeClr val="lt1"/>
            </a:solidFill>
            <a:prstDash val="solid"/>
            <a:round/>
            <a:headEnd len="sm" w="sm" type="none"/>
            <a:tailEnd len="sm" w="sm" type="none"/>
          </a:ln>
        </p:spPr>
      </p:cxnSp>
      <p:grpSp>
        <p:nvGrpSpPr>
          <p:cNvPr id="999" name="Google Shape;999;p40"/>
          <p:cNvGrpSpPr/>
          <p:nvPr/>
        </p:nvGrpSpPr>
        <p:grpSpPr>
          <a:xfrm>
            <a:off x="6115872" y="420760"/>
            <a:ext cx="1981202" cy="1755913"/>
            <a:chOff x="5665303" y="937593"/>
            <a:chExt cx="1981202" cy="1755913"/>
          </a:xfrm>
        </p:grpSpPr>
        <p:cxnSp>
          <p:nvCxnSpPr>
            <p:cNvPr id="1000" name="Google Shape;1000;p40"/>
            <p:cNvCxnSpPr/>
            <p:nvPr/>
          </p:nvCxnSpPr>
          <p:spPr>
            <a:xfrm>
              <a:off x="5665303" y="2693506"/>
              <a:ext cx="1510750" cy="0"/>
            </a:xfrm>
            <a:prstGeom prst="straightConnector1">
              <a:avLst/>
            </a:prstGeom>
            <a:noFill/>
            <a:ln cap="rnd" cmpd="sng" w="9525">
              <a:solidFill>
                <a:schemeClr val="lt1"/>
              </a:solidFill>
              <a:prstDash val="solid"/>
              <a:round/>
              <a:headEnd len="sm" w="sm" type="none"/>
              <a:tailEnd len="sm" w="sm" type="none"/>
            </a:ln>
          </p:spPr>
        </p:cxnSp>
        <p:cxnSp>
          <p:nvCxnSpPr>
            <p:cNvPr id="1001" name="Google Shape;1001;p40"/>
            <p:cNvCxnSpPr/>
            <p:nvPr/>
          </p:nvCxnSpPr>
          <p:spPr>
            <a:xfrm>
              <a:off x="6884505" y="937593"/>
              <a:ext cx="291548" cy="0"/>
            </a:xfrm>
            <a:prstGeom prst="straightConnector1">
              <a:avLst/>
            </a:prstGeom>
            <a:noFill/>
            <a:ln cap="rnd" cmpd="sng" w="9525">
              <a:solidFill>
                <a:schemeClr val="lt1"/>
              </a:solidFill>
              <a:prstDash val="solid"/>
              <a:round/>
              <a:headEnd len="sm" w="sm" type="none"/>
              <a:tailEnd len="sm" w="sm" type="none"/>
            </a:ln>
          </p:spPr>
        </p:cxnSp>
        <p:cxnSp>
          <p:nvCxnSpPr>
            <p:cNvPr id="1002" name="Google Shape;1002;p40"/>
            <p:cNvCxnSpPr/>
            <p:nvPr/>
          </p:nvCxnSpPr>
          <p:spPr>
            <a:xfrm>
              <a:off x="7176053" y="937593"/>
              <a:ext cx="192156" cy="980661"/>
            </a:xfrm>
            <a:prstGeom prst="straightConnector1">
              <a:avLst/>
            </a:prstGeom>
            <a:noFill/>
            <a:ln cap="rnd" cmpd="sng" w="9525">
              <a:solidFill>
                <a:schemeClr val="lt1"/>
              </a:solidFill>
              <a:prstDash val="solid"/>
              <a:round/>
              <a:headEnd len="sm" w="sm" type="none"/>
              <a:tailEnd len="sm" w="sm" type="none"/>
            </a:ln>
          </p:spPr>
        </p:cxnSp>
        <p:cxnSp>
          <p:nvCxnSpPr>
            <p:cNvPr id="1003" name="Google Shape;1003;p40"/>
            <p:cNvCxnSpPr/>
            <p:nvPr/>
          </p:nvCxnSpPr>
          <p:spPr>
            <a:xfrm flipH="1" rot="10800000">
              <a:off x="7126357" y="1918254"/>
              <a:ext cx="241852" cy="775252"/>
            </a:xfrm>
            <a:prstGeom prst="straightConnector1">
              <a:avLst/>
            </a:prstGeom>
            <a:noFill/>
            <a:ln cap="rnd" cmpd="sng" w="9525">
              <a:solidFill>
                <a:schemeClr val="lt1"/>
              </a:solidFill>
              <a:prstDash val="solid"/>
              <a:round/>
              <a:headEnd len="sm" w="sm" type="none"/>
              <a:tailEnd len="sm" w="sm" type="none"/>
            </a:ln>
          </p:spPr>
        </p:cxnSp>
        <p:cxnSp>
          <p:nvCxnSpPr>
            <p:cNvPr id="1004" name="Google Shape;1004;p40"/>
            <p:cNvCxnSpPr/>
            <p:nvPr/>
          </p:nvCxnSpPr>
          <p:spPr>
            <a:xfrm>
              <a:off x="7354957" y="1918254"/>
              <a:ext cx="291548" cy="0"/>
            </a:xfrm>
            <a:prstGeom prst="straightConnector1">
              <a:avLst/>
            </a:prstGeom>
            <a:noFill/>
            <a:ln cap="rnd" cmpd="sng" w="9525">
              <a:solidFill>
                <a:schemeClr val="lt1"/>
              </a:solidFill>
              <a:prstDash val="solid"/>
              <a:round/>
              <a:headEnd len="sm" w="sm" type="none"/>
              <a:tailEnd len="sm" w="sm" type="none"/>
            </a:ln>
          </p:spPr>
        </p:cxnSp>
      </p:grpSp>
      <p:sp>
        <p:nvSpPr>
          <p:cNvPr id="1005" name="Google Shape;1005;p40"/>
          <p:cNvSpPr/>
          <p:nvPr/>
        </p:nvSpPr>
        <p:spPr>
          <a:xfrm>
            <a:off x="10419517" y="2425150"/>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grpSp>
        <p:nvGrpSpPr>
          <p:cNvPr id="1006" name="Google Shape;1006;p40"/>
          <p:cNvGrpSpPr/>
          <p:nvPr/>
        </p:nvGrpSpPr>
        <p:grpSpPr>
          <a:xfrm>
            <a:off x="7818778" y="1431237"/>
            <a:ext cx="2600739" cy="2637182"/>
            <a:chOff x="7368209" y="1948070"/>
            <a:chExt cx="2600739" cy="2637182"/>
          </a:xfrm>
        </p:grpSpPr>
        <p:cxnSp>
          <p:nvCxnSpPr>
            <p:cNvPr id="1007" name="Google Shape;1007;p40"/>
            <p:cNvCxnSpPr/>
            <p:nvPr/>
          </p:nvCxnSpPr>
          <p:spPr>
            <a:xfrm>
              <a:off x="7368209" y="4585251"/>
              <a:ext cx="1524001" cy="0"/>
            </a:xfrm>
            <a:prstGeom prst="straightConnector1">
              <a:avLst/>
            </a:prstGeom>
            <a:noFill/>
            <a:ln cap="flat" cmpd="sng" w="57150">
              <a:solidFill>
                <a:srgbClr val="FFFF00"/>
              </a:solidFill>
              <a:prstDash val="solid"/>
              <a:round/>
              <a:headEnd len="sm" w="sm" type="none"/>
              <a:tailEnd len="sm" w="sm" type="none"/>
            </a:ln>
          </p:spPr>
        </p:cxnSp>
        <p:cxnSp>
          <p:nvCxnSpPr>
            <p:cNvPr id="1008" name="Google Shape;1008;p40"/>
            <p:cNvCxnSpPr/>
            <p:nvPr/>
          </p:nvCxnSpPr>
          <p:spPr>
            <a:xfrm>
              <a:off x="8600662"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1009" name="Google Shape;1009;p40"/>
            <p:cNvCxnSpPr/>
            <p:nvPr/>
          </p:nvCxnSpPr>
          <p:spPr>
            <a:xfrm rot="10800000">
              <a:off x="8922027" y="1948072"/>
              <a:ext cx="513521" cy="1318589"/>
            </a:xfrm>
            <a:prstGeom prst="straightConnector1">
              <a:avLst/>
            </a:prstGeom>
            <a:noFill/>
            <a:ln cap="rnd" cmpd="sng" w="9525">
              <a:solidFill>
                <a:schemeClr val="lt1"/>
              </a:solidFill>
              <a:prstDash val="solid"/>
              <a:round/>
              <a:headEnd len="sm" w="sm" type="none"/>
              <a:tailEnd len="sm" w="sm" type="none"/>
            </a:ln>
          </p:spPr>
        </p:cxnSp>
        <p:cxnSp>
          <p:nvCxnSpPr>
            <p:cNvPr id="1010" name="Google Shape;1010;p40"/>
            <p:cNvCxnSpPr/>
            <p:nvPr/>
          </p:nvCxnSpPr>
          <p:spPr>
            <a:xfrm flipH="1">
              <a:off x="8922027" y="3266661"/>
              <a:ext cx="513521" cy="1318591"/>
            </a:xfrm>
            <a:prstGeom prst="straightConnector1">
              <a:avLst/>
            </a:prstGeom>
            <a:noFill/>
            <a:ln cap="flat" cmpd="sng" w="57150">
              <a:solidFill>
                <a:srgbClr val="FFFF00"/>
              </a:solidFill>
              <a:prstDash val="solid"/>
              <a:round/>
              <a:headEnd len="sm" w="sm" type="none"/>
              <a:tailEnd len="sm" w="sm" type="none"/>
            </a:ln>
          </p:spPr>
        </p:cxnSp>
        <p:cxnSp>
          <p:nvCxnSpPr>
            <p:cNvPr id="1011" name="Google Shape;1011;p40"/>
            <p:cNvCxnSpPr/>
            <p:nvPr/>
          </p:nvCxnSpPr>
          <p:spPr>
            <a:xfrm>
              <a:off x="9435548" y="3279913"/>
              <a:ext cx="533400" cy="0"/>
            </a:xfrm>
            <a:prstGeom prst="straightConnector1">
              <a:avLst/>
            </a:prstGeom>
            <a:noFill/>
            <a:ln cap="flat" cmpd="sng" w="57150">
              <a:solidFill>
                <a:srgbClr val="FFFF00"/>
              </a:solidFill>
              <a:prstDash val="solid"/>
              <a:round/>
              <a:headEnd len="sm" w="sm" type="none"/>
              <a:tailEnd len="sm" w="sm" type="none"/>
            </a:ln>
          </p:spPr>
        </p:cxnSp>
      </p:grpSp>
      <p:sp>
        <p:nvSpPr>
          <p:cNvPr id="1012" name="Google Shape;1012;p40"/>
          <p:cNvSpPr/>
          <p:nvPr/>
        </p:nvSpPr>
        <p:spPr>
          <a:xfrm>
            <a:off x="82821" y="2613994"/>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1013" name="Google Shape;1013;p40"/>
          <p:cNvSpPr/>
          <p:nvPr/>
        </p:nvSpPr>
        <p:spPr>
          <a:xfrm>
            <a:off x="11754674" y="2627247"/>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1014" name="Google Shape;1014;p40"/>
          <p:cNvSpPr txBox="1"/>
          <p:nvPr/>
        </p:nvSpPr>
        <p:spPr>
          <a:xfrm>
            <a:off x="25869" y="1856409"/>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1</a:t>
            </a:r>
            <a:endParaRPr b="0" i="0" sz="1400" u="none" cap="none" strike="noStrike">
              <a:solidFill>
                <a:srgbClr val="000000"/>
              </a:solidFill>
              <a:latin typeface="Arial"/>
              <a:ea typeface="Arial"/>
              <a:cs typeface="Arial"/>
              <a:sym typeface="Arial"/>
            </a:endParaRPr>
          </a:p>
        </p:txBody>
      </p:sp>
      <p:sp>
        <p:nvSpPr>
          <p:cNvPr id="1015" name="Google Shape;1015;p40"/>
          <p:cNvSpPr txBox="1"/>
          <p:nvPr/>
        </p:nvSpPr>
        <p:spPr>
          <a:xfrm>
            <a:off x="11697722" y="1880152"/>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2</a:t>
            </a:r>
            <a:endParaRPr b="0" i="0" sz="1400" u="none" cap="none" strike="noStrike">
              <a:solidFill>
                <a:srgbClr val="000000"/>
              </a:solidFill>
              <a:latin typeface="Arial"/>
              <a:ea typeface="Arial"/>
              <a:cs typeface="Arial"/>
              <a:sym typeface="Arial"/>
            </a:endParaRPr>
          </a:p>
        </p:txBody>
      </p:sp>
      <p:cxnSp>
        <p:nvCxnSpPr>
          <p:cNvPr id="1016" name="Google Shape;1016;p40"/>
          <p:cNvCxnSpPr>
            <a:stCxn id="1012" idx="6"/>
            <a:endCxn id="956" idx="1"/>
          </p:cNvCxnSpPr>
          <p:nvPr/>
        </p:nvCxnSpPr>
        <p:spPr>
          <a:xfrm>
            <a:off x="387621" y="2749828"/>
            <a:ext cx="381000" cy="0"/>
          </a:xfrm>
          <a:prstGeom prst="straightConnector1">
            <a:avLst/>
          </a:prstGeom>
          <a:noFill/>
          <a:ln cap="flat" cmpd="sng" w="57150">
            <a:solidFill>
              <a:srgbClr val="FFFF00"/>
            </a:solidFill>
            <a:prstDash val="solid"/>
            <a:round/>
            <a:headEnd len="sm" w="sm" type="none"/>
            <a:tailEnd len="sm" w="sm" type="none"/>
          </a:ln>
        </p:spPr>
      </p:cxnSp>
      <p:cxnSp>
        <p:nvCxnSpPr>
          <p:cNvPr id="1017" name="Google Shape;1017;p40"/>
          <p:cNvCxnSpPr/>
          <p:nvPr/>
        </p:nvCxnSpPr>
        <p:spPr>
          <a:xfrm>
            <a:off x="11373674" y="2756454"/>
            <a:ext cx="381000" cy="0"/>
          </a:xfrm>
          <a:prstGeom prst="straightConnector1">
            <a:avLst/>
          </a:prstGeom>
          <a:noFill/>
          <a:ln cap="flat" cmpd="sng" w="57150">
            <a:solidFill>
              <a:schemeClr val="lt1"/>
            </a:solidFill>
            <a:prstDash val="solid"/>
            <a:round/>
            <a:headEnd len="sm" w="sm" type="none"/>
            <a:tailEnd len="sm" w="sm" type="none"/>
          </a:ln>
        </p:spPr>
      </p:cxnSp>
      <p:cxnSp>
        <p:nvCxnSpPr>
          <p:cNvPr id="1018" name="Google Shape;1018;p40"/>
          <p:cNvCxnSpPr/>
          <p:nvPr/>
        </p:nvCxnSpPr>
        <p:spPr>
          <a:xfrm>
            <a:off x="6546564" y="4075047"/>
            <a:ext cx="159031" cy="6624"/>
          </a:xfrm>
          <a:prstGeom prst="straightConnector1">
            <a:avLst/>
          </a:prstGeom>
          <a:noFill/>
          <a:ln cap="rnd" cmpd="sng" w="9525">
            <a:solidFill>
              <a:schemeClr val="lt1"/>
            </a:solidFill>
            <a:prstDash val="solid"/>
            <a:round/>
            <a:headEnd len="sm" w="sm" type="none"/>
            <a:tailEnd len="sm" w="sm" type="none"/>
          </a:ln>
        </p:spPr>
      </p:cxnSp>
      <p:sp>
        <p:nvSpPr>
          <p:cNvPr id="1019" name="Google Shape;1019;p40"/>
          <p:cNvSpPr txBox="1"/>
          <p:nvPr/>
        </p:nvSpPr>
        <p:spPr>
          <a:xfrm>
            <a:off x="156186" y="5592418"/>
            <a:ext cx="11982346"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pt-BR" sz="2400" u="none" cap="none" strike="noStrike">
                <a:solidFill>
                  <a:srgbClr val="FFFF00"/>
                </a:solidFill>
                <a:latin typeface="Arial Narrow"/>
                <a:ea typeface="Arial Narrow"/>
                <a:cs typeface="Arial Narrow"/>
                <a:sym typeface="Arial Narrow"/>
              </a:rPr>
              <a:t>VAMOS IMAGINAR QUE TODAS AS TAREFAS SEJAM EXECUTADAS POR FUNÇÕES SIMILARES A UM CUSTO DE R$ 50,00 A HORA/HOMEM.</a:t>
            </a:r>
            <a:endParaRPr b="0" i="0" sz="2400" u="none" cap="none" strike="noStrike">
              <a:solidFill>
                <a:srgbClr val="FFFF00"/>
              </a:solidFill>
              <a:latin typeface="Arial Narrow"/>
              <a:ea typeface="Arial Narrow"/>
              <a:cs typeface="Arial Narrow"/>
              <a:sym typeface="Arial Narro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41"/>
          <p:cNvSpPr/>
          <p:nvPr/>
        </p:nvSpPr>
        <p:spPr>
          <a:xfrm>
            <a:off x="768621" y="2425150"/>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5 d</a:t>
            </a:r>
            <a:endParaRPr b="0" i="0" sz="1400" u="none" cap="none" strike="noStrike">
              <a:solidFill>
                <a:srgbClr val="000000"/>
              </a:solidFill>
              <a:latin typeface="Arial"/>
              <a:ea typeface="Arial"/>
              <a:cs typeface="Arial"/>
              <a:sym typeface="Arial"/>
            </a:endParaRPr>
          </a:p>
        </p:txBody>
      </p:sp>
      <p:sp>
        <p:nvSpPr>
          <p:cNvPr id="1025" name="Google Shape;1025;p41"/>
          <p:cNvSpPr/>
          <p:nvPr/>
        </p:nvSpPr>
        <p:spPr>
          <a:xfrm>
            <a:off x="2392012" y="110655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10 d</a:t>
            </a:r>
            <a:endParaRPr b="0" i="0" sz="1400" u="none" cap="none" strike="noStrike">
              <a:solidFill>
                <a:srgbClr val="000000"/>
              </a:solidFill>
              <a:latin typeface="Arial"/>
              <a:ea typeface="Arial"/>
              <a:cs typeface="Arial"/>
              <a:sym typeface="Arial"/>
            </a:endParaRPr>
          </a:p>
        </p:txBody>
      </p:sp>
      <p:sp>
        <p:nvSpPr>
          <p:cNvPr id="1026" name="Google Shape;1026;p41"/>
          <p:cNvSpPr/>
          <p:nvPr/>
        </p:nvSpPr>
        <p:spPr>
          <a:xfrm>
            <a:off x="3597960" y="110655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2 d</a:t>
            </a:r>
            <a:endParaRPr b="0" i="0" sz="1400" u="none" cap="none" strike="noStrike">
              <a:solidFill>
                <a:srgbClr val="000000"/>
              </a:solidFill>
              <a:latin typeface="Arial"/>
              <a:ea typeface="Arial"/>
              <a:cs typeface="Arial"/>
              <a:sym typeface="Arial"/>
            </a:endParaRPr>
          </a:p>
        </p:txBody>
      </p:sp>
      <p:sp>
        <p:nvSpPr>
          <p:cNvPr id="1027" name="Google Shape;1027;p41"/>
          <p:cNvSpPr/>
          <p:nvPr/>
        </p:nvSpPr>
        <p:spPr>
          <a:xfrm>
            <a:off x="2869090" y="3743742"/>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15 d</a:t>
            </a:r>
            <a:endParaRPr b="0" i="0" sz="1400" u="none" cap="none" strike="noStrike">
              <a:solidFill>
                <a:srgbClr val="000000"/>
              </a:solidFill>
              <a:latin typeface="Arial"/>
              <a:ea typeface="Arial"/>
              <a:cs typeface="Arial"/>
              <a:sym typeface="Arial"/>
            </a:endParaRPr>
          </a:p>
        </p:txBody>
      </p:sp>
      <p:sp>
        <p:nvSpPr>
          <p:cNvPr id="1028" name="Google Shape;1028;p41"/>
          <p:cNvSpPr/>
          <p:nvPr/>
        </p:nvSpPr>
        <p:spPr>
          <a:xfrm>
            <a:off x="4406340" y="2749828"/>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12 d</a:t>
            </a:r>
            <a:endParaRPr b="0" i="0" sz="1400" u="none" cap="none" strike="noStrike">
              <a:solidFill>
                <a:srgbClr val="000000"/>
              </a:solidFill>
              <a:latin typeface="Arial"/>
              <a:ea typeface="Arial"/>
              <a:cs typeface="Arial"/>
              <a:sym typeface="Arial"/>
            </a:endParaRPr>
          </a:p>
        </p:txBody>
      </p:sp>
      <p:sp>
        <p:nvSpPr>
          <p:cNvPr id="1029" name="Google Shape;1029;p41"/>
          <p:cNvSpPr/>
          <p:nvPr/>
        </p:nvSpPr>
        <p:spPr>
          <a:xfrm>
            <a:off x="4406340" y="3743742"/>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1030" name="Google Shape;1030;p41"/>
          <p:cNvSpPr/>
          <p:nvPr/>
        </p:nvSpPr>
        <p:spPr>
          <a:xfrm>
            <a:off x="4406339" y="4737656"/>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sp>
        <p:nvSpPr>
          <p:cNvPr id="1031" name="Google Shape;1031;p41"/>
          <p:cNvSpPr/>
          <p:nvPr/>
        </p:nvSpPr>
        <p:spPr>
          <a:xfrm>
            <a:off x="5161716" y="112644"/>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H</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sp>
        <p:nvSpPr>
          <p:cNvPr id="1032" name="Google Shape;1032;p41"/>
          <p:cNvSpPr/>
          <p:nvPr/>
        </p:nvSpPr>
        <p:spPr>
          <a:xfrm>
            <a:off x="5161715" y="1928193"/>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J</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1033" name="Google Shape;1033;p41"/>
          <p:cNvSpPr/>
          <p:nvPr/>
        </p:nvSpPr>
        <p:spPr>
          <a:xfrm>
            <a:off x="5625540" y="3743742"/>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6 d</a:t>
            </a:r>
            <a:endParaRPr b="0" i="0" sz="1400" u="none" cap="none" strike="noStrike">
              <a:solidFill>
                <a:srgbClr val="000000"/>
              </a:solidFill>
              <a:latin typeface="Arial"/>
              <a:ea typeface="Arial"/>
              <a:cs typeface="Arial"/>
              <a:sym typeface="Arial"/>
            </a:endParaRPr>
          </a:p>
        </p:txBody>
      </p:sp>
      <p:sp>
        <p:nvSpPr>
          <p:cNvPr id="1034" name="Google Shape;1034;p41"/>
          <p:cNvSpPr/>
          <p:nvPr/>
        </p:nvSpPr>
        <p:spPr>
          <a:xfrm>
            <a:off x="6380917" y="112644"/>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3 d</a:t>
            </a:r>
            <a:endParaRPr b="0" i="0" sz="1400" u="none" cap="none" strike="noStrike">
              <a:solidFill>
                <a:srgbClr val="000000"/>
              </a:solidFill>
              <a:latin typeface="Arial"/>
              <a:ea typeface="Arial"/>
              <a:cs typeface="Arial"/>
              <a:sym typeface="Arial"/>
            </a:endParaRPr>
          </a:p>
        </p:txBody>
      </p:sp>
      <p:sp>
        <p:nvSpPr>
          <p:cNvPr id="1035" name="Google Shape;1035;p41"/>
          <p:cNvSpPr/>
          <p:nvPr/>
        </p:nvSpPr>
        <p:spPr>
          <a:xfrm>
            <a:off x="8097074" y="1106559"/>
            <a:ext cx="954157" cy="649356"/>
          </a:xfrm>
          <a:prstGeom prst="rect">
            <a:avLst/>
          </a:prstGeom>
          <a:solidFill>
            <a:schemeClr val="lt1"/>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9 d</a:t>
            </a:r>
            <a:endParaRPr b="0" i="0" sz="1400" u="none" cap="none" strike="noStrike">
              <a:solidFill>
                <a:srgbClr val="000000"/>
              </a:solidFill>
              <a:latin typeface="Arial"/>
              <a:ea typeface="Arial"/>
              <a:cs typeface="Arial"/>
              <a:sym typeface="Arial"/>
            </a:endParaRPr>
          </a:p>
        </p:txBody>
      </p:sp>
      <p:sp>
        <p:nvSpPr>
          <p:cNvPr id="1036" name="Google Shape;1036;p41"/>
          <p:cNvSpPr/>
          <p:nvPr/>
        </p:nvSpPr>
        <p:spPr>
          <a:xfrm>
            <a:off x="6864621" y="3756994"/>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8 d</a:t>
            </a:r>
            <a:endParaRPr b="0" i="0" sz="1400" u="none" cap="none" strike="noStrike">
              <a:solidFill>
                <a:srgbClr val="000000"/>
              </a:solidFill>
              <a:latin typeface="Arial"/>
              <a:ea typeface="Arial"/>
              <a:cs typeface="Arial"/>
              <a:sym typeface="Arial"/>
            </a:endParaRPr>
          </a:p>
        </p:txBody>
      </p:sp>
      <p:grpSp>
        <p:nvGrpSpPr>
          <p:cNvPr id="1037" name="Google Shape;1037;p41"/>
          <p:cNvGrpSpPr/>
          <p:nvPr/>
        </p:nvGrpSpPr>
        <p:grpSpPr>
          <a:xfrm>
            <a:off x="1643262" y="1431237"/>
            <a:ext cx="1239077" cy="2637182"/>
            <a:chOff x="1272209" y="1948070"/>
            <a:chExt cx="1239077" cy="2637182"/>
          </a:xfrm>
        </p:grpSpPr>
        <p:cxnSp>
          <p:nvCxnSpPr>
            <p:cNvPr id="1038" name="Google Shape;1038;p41"/>
            <p:cNvCxnSpPr/>
            <p:nvPr/>
          </p:nvCxnSpPr>
          <p:spPr>
            <a:xfrm>
              <a:off x="1272209" y="3279913"/>
              <a:ext cx="291548" cy="0"/>
            </a:xfrm>
            <a:prstGeom prst="straightConnector1">
              <a:avLst/>
            </a:prstGeom>
            <a:noFill/>
            <a:ln cap="flat" cmpd="sng" w="57150">
              <a:solidFill>
                <a:srgbClr val="FFFF00"/>
              </a:solidFill>
              <a:prstDash val="solid"/>
              <a:round/>
              <a:headEnd len="sm" w="sm" type="none"/>
              <a:tailEnd len="sm" w="sm" type="none"/>
            </a:ln>
          </p:spPr>
        </p:cxnSp>
        <p:cxnSp>
          <p:nvCxnSpPr>
            <p:cNvPr id="1039" name="Google Shape;1039;p41"/>
            <p:cNvCxnSpPr/>
            <p:nvPr/>
          </p:nvCxnSpPr>
          <p:spPr>
            <a:xfrm flipH="1" rot="10800000">
              <a:off x="1563757" y="1948070"/>
              <a:ext cx="132521" cy="1318591"/>
            </a:xfrm>
            <a:prstGeom prst="straightConnector1">
              <a:avLst/>
            </a:prstGeom>
            <a:noFill/>
            <a:ln cap="rnd" cmpd="sng" w="9525">
              <a:solidFill>
                <a:schemeClr val="lt1"/>
              </a:solidFill>
              <a:prstDash val="solid"/>
              <a:round/>
              <a:headEnd len="sm" w="sm" type="none"/>
              <a:tailEnd len="sm" w="sm" type="none"/>
            </a:ln>
          </p:spPr>
        </p:cxnSp>
        <p:cxnSp>
          <p:nvCxnSpPr>
            <p:cNvPr id="1040" name="Google Shape;1040;p41"/>
            <p:cNvCxnSpPr/>
            <p:nvPr/>
          </p:nvCxnSpPr>
          <p:spPr>
            <a:xfrm>
              <a:off x="169627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1041" name="Google Shape;1041;p41"/>
            <p:cNvCxnSpPr/>
            <p:nvPr/>
          </p:nvCxnSpPr>
          <p:spPr>
            <a:xfrm>
              <a:off x="1563757" y="3266661"/>
              <a:ext cx="132521" cy="1318591"/>
            </a:xfrm>
            <a:prstGeom prst="straightConnector1">
              <a:avLst/>
            </a:prstGeom>
            <a:noFill/>
            <a:ln cap="flat" cmpd="sng" w="57150">
              <a:solidFill>
                <a:srgbClr val="FFFF00"/>
              </a:solidFill>
              <a:prstDash val="solid"/>
              <a:round/>
              <a:headEnd len="sm" w="sm" type="none"/>
              <a:tailEnd len="sm" w="sm" type="none"/>
            </a:ln>
          </p:spPr>
        </p:cxnSp>
        <p:cxnSp>
          <p:nvCxnSpPr>
            <p:cNvPr id="1042" name="Google Shape;1042;p41"/>
            <p:cNvCxnSpPr/>
            <p:nvPr/>
          </p:nvCxnSpPr>
          <p:spPr>
            <a:xfrm flipH="1" rot="10800000">
              <a:off x="1709527" y="4572000"/>
              <a:ext cx="801759" cy="13251"/>
            </a:xfrm>
            <a:prstGeom prst="straightConnector1">
              <a:avLst/>
            </a:prstGeom>
            <a:noFill/>
            <a:ln cap="flat" cmpd="sng" w="57150">
              <a:solidFill>
                <a:srgbClr val="FFFF00"/>
              </a:solidFill>
              <a:prstDash val="solid"/>
              <a:round/>
              <a:headEnd len="sm" w="sm" type="none"/>
              <a:tailEnd len="sm" w="sm" type="none"/>
            </a:ln>
          </p:spPr>
        </p:cxnSp>
      </p:grpSp>
      <p:grpSp>
        <p:nvGrpSpPr>
          <p:cNvPr id="1043" name="Google Shape;1043;p41"/>
          <p:cNvGrpSpPr/>
          <p:nvPr/>
        </p:nvGrpSpPr>
        <p:grpSpPr>
          <a:xfrm>
            <a:off x="3717225" y="3144079"/>
            <a:ext cx="659297" cy="1987826"/>
            <a:chOff x="3332921" y="3591339"/>
            <a:chExt cx="659297" cy="1987826"/>
          </a:xfrm>
        </p:grpSpPr>
        <p:cxnSp>
          <p:nvCxnSpPr>
            <p:cNvPr id="1044" name="Google Shape;1044;p41"/>
            <p:cNvCxnSpPr/>
            <p:nvPr/>
          </p:nvCxnSpPr>
          <p:spPr>
            <a:xfrm>
              <a:off x="3332921" y="4585252"/>
              <a:ext cx="291548" cy="0"/>
            </a:xfrm>
            <a:prstGeom prst="straightConnector1">
              <a:avLst/>
            </a:prstGeom>
            <a:noFill/>
            <a:ln cap="flat" cmpd="sng" w="57150">
              <a:solidFill>
                <a:srgbClr val="FFFF00"/>
              </a:solidFill>
              <a:prstDash val="solid"/>
              <a:round/>
              <a:headEnd len="sm" w="sm" type="none"/>
              <a:tailEnd len="sm" w="sm" type="none"/>
            </a:ln>
          </p:spPr>
        </p:cxnSp>
        <p:cxnSp>
          <p:nvCxnSpPr>
            <p:cNvPr id="1045" name="Google Shape;1045;p41"/>
            <p:cNvCxnSpPr/>
            <p:nvPr/>
          </p:nvCxnSpPr>
          <p:spPr>
            <a:xfrm flipH="1" rot="10800000">
              <a:off x="3614527" y="3591339"/>
              <a:ext cx="109333" cy="993914"/>
            </a:xfrm>
            <a:prstGeom prst="straightConnector1">
              <a:avLst/>
            </a:prstGeom>
            <a:noFill/>
            <a:ln cap="flat" cmpd="sng" w="57150">
              <a:solidFill>
                <a:srgbClr val="FFFF00"/>
              </a:solidFill>
              <a:prstDash val="solid"/>
              <a:round/>
              <a:headEnd len="sm" w="sm" type="none"/>
              <a:tailEnd len="sm" w="sm" type="none"/>
            </a:ln>
          </p:spPr>
        </p:cxnSp>
        <p:cxnSp>
          <p:nvCxnSpPr>
            <p:cNvPr id="1046" name="Google Shape;1046;p41"/>
            <p:cNvCxnSpPr/>
            <p:nvPr/>
          </p:nvCxnSpPr>
          <p:spPr>
            <a:xfrm>
              <a:off x="3614527" y="4585252"/>
              <a:ext cx="86143" cy="993913"/>
            </a:xfrm>
            <a:prstGeom prst="straightConnector1">
              <a:avLst/>
            </a:prstGeom>
            <a:noFill/>
            <a:ln cap="rnd" cmpd="sng" w="9525">
              <a:solidFill>
                <a:schemeClr val="lt1"/>
              </a:solidFill>
              <a:prstDash val="solid"/>
              <a:round/>
              <a:headEnd len="sm" w="sm" type="none"/>
              <a:tailEnd len="sm" w="sm" type="none"/>
            </a:ln>
          </p:spPr>
        </p:cxnSp>
        <p:cxnSp>
          <p:nvCxnSpPr>
            <p:cNvPr id="1047" name="Google Shape;1047;p41"/>
            <p:cNvCxnSpPr/>
            <p:nvPr/>
          </p:nvCxnSpPr>
          <p:spPr>
            <a:xfrm>
              <a:off x="3760307" y="3594655"/>
              <a:ext cx="231911" cy="0"/>
            </a:xfrm>
            <a:prstGeom prst="straightConnector1">
              <a:avLst/>
            </a:prstGeom>
            <a:noFill/>
            <a:ln cap="flat" cmpd="sng" w="57150">
              <a:solidFill>
                <a:srgbClr val="FFFF00"/>
              </a:solidFill>
              <a:prstDash val="solid"/>
              <a:round/>
              <a:headEnd len="sm" w="sm" type="none"/>
              <a:tailEnd len="sm" w="sm" type="none"/>
            </a:ln>
          </p:spPr>
        </p:cxnSp>
        <p:cxnSp>
          <p:nvCxnSpPr>
            <p:cNvPr id="1048" name="Google Shape;1048;p41"/>
            <p:cNvCxnSpPr/>
            <p:nvPr/>
          </p:nvCxnSpPr>
          <p:spPr>
            <a:xfrm>
              <a:off x="3700670" y="5579165"/>
              <a:ext cx="291548" cy="0"/>
            </a:xfrm>
            <a:prstGeom prst="straightConnector1">
              <a:avLst/>
            </a:prstGeom>
            <a:noFill/>
            <a:ln cap="rnd" cmpd="sng" w="9525">
              <a:solidFill>
                <a:schemeClr val="lt1"/>
              </a:solidFill>
              <a:prstDash val="solid"/>
              <a:round/>
              <a:headEnd len="sm" w="sm" type="none"/>
              <a:tailEnd len="sm" w="sm" type="none"/>
            </a:ln>
          </p:spPr>
        </p:cxnSp>
        <p:cxnSp>
          <p:nvCxnSpPr>
            <p:cNvPr id="1049" name="Google Shape;1049;p41"/>
            <p:cNvCxnSpPr/>
            <p:nvPr/>
          </p:nvCxnSpPr>
          <p:spPr>
            <a:xfrm>
              <a:off x="3614522" y="4585252"/>
              <a:ext cx="341244" cy="1"/>
            </a:xfrm>
            <a:prstGeom prst="straightConnector1">
              <a:avLst/>
            </a:prstGeom>
            <a:noFill/>
            <a:ln cap="rnd" cmpd="sng" w="9525">
              <a:solidFill>
                <a:schemeClr val="lt1"/>
              </a:solidFill>
              <a:prstDash val="solid"/>
              <a:round/>
              <a:headEnd len="sm" w="sm" type="none"/>
              <a:tailEnd len="sm" w="sm" type="none"/>
            </a:ln>
          </p:spPr>
        </p:cxnSp>
      </p:grpSp>
      <p:cxnSp>
        <p:nvCxnSpPr>
          <p:cNvPr id="1050" name="Google Shape;1050;p41"/>
          <p:cNvCxnSpPr/>
          <p:nvPr/>
        </p:nvCxnSpPr>
        <p:spPr>
          <a:xfrm>
            <a:off x="3306412" y="1431237"/>
            <a:ext cx="291548" cy="0"/>
          </a:xfrm>
          <a:prstGeom prst="straightConnector1">
            <a:avLst/>
          </a:prstGeom>
          <a:noFill/>
          <a:ln cap="rnd" cmpd="sng" w="9525">
            <a:solidFill>
              <a:schemeClr val="lt1"/>
            </a:solidFill>
            <a:prstDash val="solid"/>
            <a:round/>
            <a:headEnd len="sm" w="sm" type="none"/>
            <a:tailEnd len="sm" w="sm" type="none"/>
          </a:ln>
        </p:spPr>
      </p:cxnSp>
      <p:cxnSp>
        <p:nvCxnSpPr>
          <p:cNvPr id="1051" name="Google Shape;1051;p41"/>
          <p:cNvCxnSpPr/>
          <p:nvPr/>
        </p:nvCxnSpPr>
        <p:spPr>
          <a:xfrm>
            <a:off x="5360496" y="4068419"/>
            <a:ext cx="291548" cy="0"/>
          </a:xfrm>
          <a:prstGeom prst="straightConnector1">
            <a:avLst/>
          </a:prstGeom>
          <a:noFill/>
          <a:ln cap="rnd" cmpd="sng" w="9525">
            <a:solidFill>
              <a:schemeClr val="lt1"/>
            </a:solidFill>
            <a:prstDash val="solid"/>
            <a:round/>
            <a:headEnd len="sm" w="sm" type="none"/>
            <a:tailEnd len="sm" w="sm" type="none"/>
          </a:ln>
        </p:spPr>
      </p:cxnSp>
      <p:grpSp>
        <p:nvGrpSpPr>
          <p:cNvPr id="1052" name="Google Shape;1052;p41"/>
          <p:cNvGrpSpPr/>
          <p:nvPr/>
        </p:nvGrpSpPr>
        <p:grpSpPr>
          <a:xfrm>
            <a:off x="5333992" y="3087758"/>
            <a:ext cx="1530629" cy="1974574"/>
            <a:chOff x="4883423" y="3604591"/>
            <a:chExt cx="1517490" cy="1974574"/>
          </a:xfrm>
        </p:grpSpPr>
        <p:cxnSp>
          <p:nvCxnSpPr>
            <p:cNvPr id="1053" name="Google Shape;1053;p41"/>
            <p:cNvCxnSpPr>
              <a:endCxn id="1036" idx="1"/>
            </p:cNvCxnSpPr>
            <p:nvPr/>
          </p:nvCxnSpPr>
          <p:spPr>
            <a:xfrm flipH="1" rot="10800000">
              <a:off x="6241913" y="4598505"/>
              <a:ext cx="159000" cy="13200"/>
            </a:xfrm>
            <a:prstGeom prst="straightConnector1">
              <a:avLst/>
            </a:prstGeom>
            <a:noFill/>
            <a:ln cap="flat" cmpd="sng" w="57150">
              <a:solidFill>
                <a:srgbClr val="FFFF00"/>
              </a:solidFill>
              <a:prstDash val="solid"/>
              <a:round/>
              <a:headEnd len="sm" w="sm" type="none"/>
              <a:tailEnd len="sm" w="sm" type="none"/>
            </a:ln>
          </p:spPr>
        </p:cxnSp>
        <p:cxnSp>
          <p:nvCxnSpPr>
            <p:cNvPr id="1054" name="Google Shape;1054;p41"/>
            <p:cNvCxnSpPr/>
            <p:nvPr/>
          </p:nvCxnSpPr>
          <p:spPr>
            <a:xfrm>
              <a:off x="4883423" y="3604591"/>
              <a:ext cx="1046925" cy="0"/>
            </a:xfrm>
            <a:prstGeom prst="straightConnector1">
              <a:avLst/>
            </a:prstGeom>
            <a:noFill/>
            <a:ln cap="flat" cmpd="sng" w="57150">
              <a:solidFill>
                <a:srgbClr val="FFFF00"/>
              </a:solidFill>
              <a:prstDash val="solid"/>
              <a:round/>
              <a:headEnd len="sm" w="sm" type="none"/>
              <a:tailEnd len="sm" w="sm" type="none"/>
            </a:ln>
          </p:spPr>
        </p:cxnSp>
        <p:cxnSp>
          <p:nvCxnSpPr>
            <p:cNvPr id="1055" name="Google Shape;1055;p41"/>
            <p:cNvCxnSpPr/>
            <p:nvPr/>
          </p:nvCxnSpPr>
          <p:spPr>
            <a:xfrm>
              <a:off x="4909927" y="5579165"/>
              <a:ext cx="1020421" cy="0"/>
            </a:xfrm>
            <a:prstGeom prst="straightConnector1">
              <a:avLst/>
            </a:prstGeom>
            <a:noFill/>
            <a:ln cap="rnd" cmpd="sng" w="9525">
              <a:solidFill>
                <a:schemeClr val="lt1"/>
              </a:solidFill>
              <a:prstDash val="solid"/>
              <a:round/>
              <a:headEnd len="sm" w="sm" type="none"/>
              <a:tailEnd len="sm" w="sm" type="none"/>
            </a:ln>
          </p:spPr>
        </p:cxnSp>
        <p:cxnSp>
          <p:nvCxnSpPr>
            <p:cNvPr id="1056" name="Google Shape;1056;p41"/>
            <p:cNvCxnSpPr/>
            <p:nvPr/>
          </p:nvCxnSpPr>
          <p:spPr>
            <a:xfrm>
              <a:off x="5930348" y="3604591"/>
              <a:ext cx="324678" cy="311426"/>
            </a:xfrm>
            <a:prstGeom prst="straightConnector1">
              <a:avLst/>
            </a:prstGeom>
            <a:noFill/>
            <a:ln cap="flat" cmpd="sng" w="57150">
              <a:solidFill>
                <a:srgbClr val="FFFF00"/>
              </a:solidFill>
              <a:prstDash val="solid"/>
              <a:round/>
              <a:headEnd len="sm" w="sm" type="none"/>
              <a:tailEnd len="sm" w="sm" type="none"/>
            </a:ln>
          </p:spPr>
        </p:cxnSp>
        <p:cxnSp>
          <p:nvCxnSpPr>
            <p:cNvPr id="1057" name="Google Shape;1057;p41"/>
            <p:cNvCxnSpPr/>
            <p:nvPr/>
          </p:nvCxnSpPr>
          <p:spPr>
            <a:xfrm flipH="1" rot="10800000">
              <a:off x="5930348" y="5141843"/>
              <a:ext cx="324678" cy="437322"/>
            </a:xfrm>
            <a:prstGeom prst="straightConnector1">
              <a:avLst/>
            </a:prstGeom>
            <a:noFill/>
            <a:ln cap="rnd" cmpd="sng" w="9525">
              <a:solidFill>
                <a:schemeClr val="lt1"/>
              </a:solidFill>
              <a:prstDash val="solid"/>
              <a:round/>
              <a:headEnd len="sm" w="sm" type="none"/>
              <a:tailEnd len="sm" w="sm" type="none"/>
            </a:ln>
          </p:spPr>
        </p:cxnSp>
        <p:cxnSp>
          <p:nvCxnSpPr>
            <p:cNvPr id="1058" name="Google Shape;1058;p41"/>
            <p:cNvCxnSpPr/>
            <p:nvPr/>
          </p:nvCxnSpPr>
          <p:spPr>
            <a:xfrm>
              <a:off x="6255026" y="3916017"/>
              <a:ext cx="0" cy="669234"/>
            </a:xfrm>
            <a:prstGeom prst="straightConnector1">
              <a:avLst/>
            </a:prstGeom>
            <a:noFill/>
            <a:ln cap="flat" cmpd="sng" w="57150">
              <a:solidFill>
                <a:srgbClr val="FFFF00"/>
              </a:solidFill>
              <a:prstDash val="solid"/>
              <a:round/>
              <a:headEnd len="sm" w="sm" type="none"/>
              <a:tailEnd len="sm" w="sm" type="none"/>
            </a:ln>
          </p:spPr>
        </p:cxnSp>
        <p:cxnSp>
          <p:nvCxnSpPr>
            <p:cNvPr id="1059" name="Google Shape;1059;p41"/>
            <p:cNvCxnSpPr/>
            <p:nvPr/>
          </p:nvCxnSpPr>
          <p:spPr>
            <a:xfrm rot="10800000">
              <a:off x="6255026" y="4585251"/>
              <a:ext cx="13252" cy="556592"/>
            </a:xfrm>
            <a:prstGeom prst="straightConnector1">
              <a:avLst/>
            </a:prstGeom>
            <a:noFill/>
            <a:ln cap="rnd" cmpd="sng" w="9525">
              <a:solidFill>
                <a:schemeClr val="lt1"/>
              </a:solidFill>
              <a:prstDash val="solid"/>
              <a:round/>
              <a:headEnd len="sm" w="sm" type="none"/>
              <a:tailEnd len="sm" w="sm" type="none"/>
            </a:ln>
          </p:spPr>
        </p:cxnSp>
      </p:grpSp>
      <p:grpSp>
        <p:nvGrpSpPr>
          <p:cNvPr id="1060" name="Google Shape;1060;p41"/>
          <p:cNvGrpSpPr/>
          <p:nvPr/>
        </p:nvGrpSpPr>
        <p:grpSpPr>
          <a:xfrm>
            <a:off x="4552117" y="407508"/>
            <a:ext cx="715617" cy="1769165"/>
            <a:chOff x="4101548" y="924341"/>
            <a:chExt cx="715617" cy="1769165"/>
          </a:xfrm>
        </p:grpSpPr>
        <p:cxnSp>
          <p:nvCxnSpPr>
            <p:cNvPr id="1061" name="Google Shape;1061;p41"/>
            <p:cNvCxnSpPr/>
            <p:nvPr/>
          </p:nvCxnSpPr>
          <p:spPr>
            <a:xfrm>
              <a:off x="4101548"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1062" name="Google Shape;1062;p41"/>
            <p:cNvCxnSpPr/>
            <p:nvPr/>
          </p:nvCxnSpPr>
          <p:spPr>
            <a:xfrm flipH="1" rot="10800000">
              <a:off x="4416284" y="924341"/>
              <a:ext cx="109333" cy="993914"/>
            </a:xfrm>
            <a:prstGeom prst="straightConnector1">
              <a:avLst/>
            </a:prstGeom>
            <a:noFill/>
            <a:ln cap="rnd" cmpd="sng" w="9525">
              <a:solidFill>
                <a:schemeClr val="lt1"/>
              </a:solidFill>
              <a:prstDash val="solid"/>
              <a:round/>
              <a:headEnd len="sm" w="sm" type="none"/>
              <a:tailEnd len="sm" w="sm" type="none"/>
            </a:ln>
          </p:spPr>
        </p:cxnSp>
        <p:cxnSp>
          <p:nvCxnSpPr>
            <p:cNvPr id="1063" name="Google Shape;1063;p41"/>
            <p:cNvCxnSpPr/>
            <p:nvPr/>
          </p:nvCxnSpPr>
          <p:spPr>
            <a:xfrm>
              <a:off x="4416284" y="1918254"/>
              <a:ext cx="109333" cy="765311"/>
            </a:xfrm>
            <a:prstGeom prst="straightConnector1">
              <a:avLst/>
            </a:prstGeom>
            <a:noFill/>
            <a:ln cap="rnd" cmpd="sng" w="9525">
              <a:solidFill>
                <a:schemeClr val="lt1"/>
              </a:solidFill>
              <a:prstDash val="solid"/>
              <a:round/>
              <a:headEnd len="sm" w="sm" type="none"/>
              <a:tailEnd len="sm" w="sm" type="none"/>
            </a:ln>
          </p:spPr>
        </p:cxnSp>
        <p:cxnSp>
          <p:nvCxnSpPr>
            <p:cNvPr id="1064" name="Google Shape;1064;p41"/>
            <p:cNvCxnSpPr/>
            <p:nvPr/>
          </p:nvCxnSpPr>
          <p:spPr>
            <a:xfrm>
              <a:off x="4525617" y="924341"/>
              <a:ext cx="291548" cy="0"/>
            </a:xfrm>
            <a:prstGeom prst="straightConnector1">
              <a:avLst/>
            </a:prstGeom>
            <a:noFill/>
            <a:ln cap="rnd" cmpd="sng" w="9525">
              <a:solidFill>
                <a:schemeClr val="lt1"/>
              </a:solidFill>
              <a:prstDash val="solid"/>
              <a:round/>
              <a:headEnd len="sm" w="sm" type="none"/>
              <a:tailEnd len="sm" w="sm" type="none"/>
            </a:ln>
          </p:spPr>
        </p:cxnSp>
        <p:cxnSp>
          <p:nvCxnSpPr>
            <p:cNvPr id="1065" name="Google Shape;1065;p41"/>
            <p:cNvCxnSpPr/>
            <p:nvPr/>
          </p:nvCxnSpPr>
          <p:spPr>
            <a:xfrm>
              <a:off x="4525617" y="2693506"/>
              <a:ext cx="291548" cy="0"/>
            </a:xfrm>
            <a:prstGeom prst="straightConnector1">
              <a:avLst/>
            </a:prstGeom>
            <a:noFill/>
            <a:ln cap="rnd" cmpd="sng" w="9525">
              <a:solidFill>
                <a:schemeClr val="lt1"/>
              </a:solidFill>
              <a:prstDash val="solid"/>
              <a:round/>
              <a:headEnd len="sm" w="sm" type="none"/>
              <a:tailEnd len="sm" w="sm" type="none"/>
            </a:ln>
          </p:spPr>
        </p:cxnSp>
      </p:grpSp>
      <p:cxnSp>
        <p:nvCxnSpPr>
          <p:cNvPr id="1066" name="Google Shape;1066;p41"/>
          <p:cNvCxnSpPr/>
          <p:nvPr/>
        </p:nvCxnSpPr>
        <p:spPr>
          <a:xfrm>
            <a:off x="6115872" y="407508"/>
            <a:ext cx="291548" cy="0"/>
          </a:xfrm>
          <a:prstGeom prst="straightConnector1">
            <a:avLst/>
          </a:prstGeom>
          <a:noFill/>
          <a:ln cap="rnd" cmpd="sng" w="9525">
            <a:solidFill>
              <a:schemeClr val="lt1"/>
            </a:solidFill>
            <a:prstDash val="solid"/>
            <a:round/>
            <a:headEnd len="sm" w="sm" type="none"/>
            <a:tailEnd len="sm" w="sm" type="none"/>
          </a:ln>
        </p:spPr>
      </p:cxnSp>
      <p:grpSp>
        <p:nvGrpSpPr>
          <p:cNvPr id="1067" name="Google Shape;1067;p41"/>
          <p:cNvGrpSpPr/>
          <p:nvPr/>
        </p:nvGrpSpPr>
        <p:grpSpPr>
          <a:xfrm>
            <a:off x="6115872" y="420760"/>
            <a:ext cx="1981202" cy="1755913"/>
            <a:chOff x="5665303" y="937593"/>
            <a:chExt cx="1981202" cy="1755913"/>
          </a:xfrm>
        </p:grpSpPr>
        <p:cxnSp>
          <p:nvCxnSpPr>
            <p:cNvPr id="1068" name="Google Shape;1068;p41"/>
            <p:cNvCxnSpPr/>
            <p:nvPr/>
          </p:nvCxnSpPr>
          <p:spPr>
            <a:xfrm>
              <a:off x="5665303" y="2693506"/>
              <a:ext cx="1510750" cy="0"/>
            </a:xfrm>
            <a:prstGeom prst="straightConnector1">
              <a:avLst/>
            </a:prstGeom>
            <a:noFill/>
            <a:ln cap="rnd" cmpd="sng" w="9525">
              <a:solidFill>
                <a:schemeClr val="lt1"/>
              </a:solidFill>
              <a:prstDash val="solid"/>
              <a:round/>
              <a:headEnd len="sm" w="sm" type="none"/>
              <a:tailEnd len="sm" w="sm" type="none"/>
            </a:ln>
          </p:spPr>
        </p:cxnSp>
        <p:cxnSp>
          <p:nvCxnSpPr>
            <p:cNvPr id="1069" name="Google Shape;1069;p41"/>
            <p:cNvCxnSpPr/>
            <p:nvPr/>
          </p:nvCxnSpPr>
          <p:spPr>
            <a:xfrm>
              <a:off x="6884505" y="937593"/>
              <a:ext cx="291548" cy="0"/>
            </a:xfrm>
            <a:prstGeom prst="straightConnector1">
              <a:avLst/>
            </a:prstGeom>
            <a:noFill/>
            <a:ln cap="rnd" cmpd="sng" w="9525">
              <a:solidFill>
                <a:schemeClr val="lt1"/>
              </a:solidFill>
              <a:prstDash val="solid"/>
              <a:round/>
              <a:headEnd len="sm" w="sm" type="none"/>
              <a:tailEnd len="sm" w="sm" type="none"/>
            </a:ln>
          </p:spPr>
        </p:cxnSp>
        <p:cxnSp>
          <p:nvCxnSpPr>
            <p:cNvPr id="1070" name="Google Shape;1070;p41"/>
            <p:cNvCxnSpPr/>
            <p:nvPr/>
          </p:nvCxnSpPr>
          <p:spPr>
            <a:xfrm>
              <a:off x="7176053" y="937593"/>
              <a:ext cx="192156" cy="980661"/>
            </a:xfrm>
            <a:prstGeom prst="straightConnector1">
              <a:avLst/>
            </a:prstGeom>
            <a:noFill/>
            <a:ln cap="rnd" cmpd="sng" w="9525">
              <a:solidFill>
                <a:schemeClr val="lt1"/>
              </a:solidFill>
              <a:prstDash val="solid"/>
              <a:round/>
              <a:headEnd len="sm" w="sm" type="none"/>
              <a:tailEnd len="sm" w="sm" type="none"/>
            </a:ln>
          </p:spPr>
        </p:cxnSp>
        <p:cxnSp>
          <p:nvCxnSpPr>
            <p:cNvPr id="1071" name="Google Shape;1071;p41"/>
            <p:cNvCxnSpPr/>
            <p:nvPr/>
          </p:nvCxnSpPr>
          <p:spPr>
            <a:xfrm flipH="1" rot="10800000">
              <a:off x="7126357" y="1918254"/>
              <a:ext cx="241852" cy="775252"/>
            </a:xfrm>
            <a:prstGeom prst="straightConnector1">
              <a:avLst/>
            </a:prstGeom>
            <a:noFill/>
            <a:ln cap="rnd" cmpd="sng" w="9525">
              <a:solidFill>
                <a:schemeClr val="lt1"/>
              </a:solidFill>
              <a:prstDash val="solid"/>
              <a:round/>
              <a:headEnd len="sm" w="sm" type="none"/>
              <a:tailEnd len="sm" w="sm" type="none"/>
            </a:ln>
          </p:spPr>
        </p:cxnSp>
        <p:cxnSp>
          <p:nvCxnSpPr>
            <p:cNvPr id="1072" name="Google Shape;1072;p41"/>
            <p:cNvCxnSpPr/>
            <p:nvPr/>
          </p:nvCxnSpPr>
          <p:spPr>
            <a:xfrm>
              <a:off x="7354957" y="1918254"/>
              <a:ext cx="291548" cy="0"/>
            </a:xfrm>
            <a:prstGeom prst="straightConnector1">
              <a:avLst/>
            </a:prstGeom>
            <a:noFill/>
            <a:ln cap="rnd" cmpd="sng" w="9525">
              <a:solidFill>
                <a:schemeClr val="lt1"/>
              </a:solidFill>
              <a:prstDash val="solid"/>
              <a:round/>
              <a:headEnd len="sm" w="sm" type="none"/>
              <a:tailEnd len="sm" w="sm" type="none"/>
            </a:ln>
          </p:spPr>
        </p:cxnSp>
      </p:grpSp>
      <p:sp>
        <p:nvSpPr>
          <p:cNvPr id="1073" name="Google Shape;1073;p41"/>
          <p:cNvSpPr/>
          <p:nvPr/>
        </p:nvSpPr>
        <p:spPr>
          <a:xfrm>
            <a:off x="10419517" y="2425150"/>
            <a:ext cx="954157" cy="649356"/>
          </a:xfrm>
          <a:prstGeom prst="rect">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rgbClr val="FF0000"/>
                </a:solidFill>
                <a:latin typeface="Arial Narrow"/>
                <a:ea typeface="Arial Narrow"/>
                <a:cs typeface="Arial Narrow"/>
                <a:sym typeface="Arial Narrow"/>
              </a:rPr>
              <a:t>4 d</a:t>
            </a:r>
            <a:endParaRPr b="0" i="0" sz="1400" u="none" cap="none" strike="noStrike">
              <a:solidFill>
                <a:srgbClr val="000000"/>
              </a:solidFill>
              <a:latin typeface="Arial"/>
              <a:ea typeface="Arial"/>
              <a:cs typeface="Arial"/>
              <a:sym typeface="Arial"/>
            </a:endParaRPr>
          </a:p>
        </p:txBody>
      </p:sp>
      <p:grpSp>
        <p:nvGrpSpPr>
          <p:cNvPr id="1074" name="Google Shape;1074;p41"/>
          <p:cNvGrpSpPr/>
          <p:nvPr/>
        </p:nvGrpSpPr>
        <p:grpSpPr>
          <a:xfrm>
            <a:off x="7818778" y="1431237"/>
            <a:ext cx="2600739" cy="2637182"/>
            <a:chOff x="7368209" y="1948070"/>
            <a:chExt cx="2600739" cy="2637182"/>
          </a:xfrm>
        </p:grpSpPr>
        <p:cxnSp>
          <p:nvCxnSpPr>
            <p:cNvPr id="1075" name="Google Shape;1075;p41"/>
            <p:cNvCxnSpPr/>
            <p:nvPr/>
          </p:nvCxnSpPr>
          <p:spPr>
            <a:xfrm>
              <a:off x="7368209" y="4585251"/>
              <a:ext cx="1524001" cy="0"/>
            </a:xfrm>
            <a:prstGeom prst="straightConnector1">
              <a:avLst/>
            </a:prstGeom>
            <a:noFill/>
            <a:ln cap="flat" cmpd="sng" w="57150">
              <a:solidFill>
                <a:srgbClr val="FFFF00"/>
              </a:solidFill>
              <a:prstDash val="solid"/>
              <a:round/>
              <a:headEnd len="sm" w="sm" type="none"/>
              <a:tailEnd len="sm" w="sm" type="none"/>
            </a:ln>
          </p:spPr>
        </p:cxnSp>
        <p:cxnSp>
          <p:nvCxnSpPr>
            <p:cNvPr id="1076" name="Google Shape;1076;p41"/>
            <p:cNvCxnSpPr/>
            <p:nvPr/>
          </p:nvCxnSpPr>
          <p:spPr>
            <a:xfrm>
              <a:off x="8600662" y="1948070"/>
              <a:ext cx="291548" cy="0"/>
            </a:xfrm>
            <a:prstGeom prst="straightConnector1">
              <a:avLst/>
            </a:prstGeom>
            <a:noFill/>
            <a:ln cap="rnd" cmpd="sng" w="9525">
              <a:solidFill>
                <a:schemeClr val="lt1"/>
              </a:solidFill>
              <a:prstDash val="solid"/>
              <a:round/>
              <a:headEnd len="sm" w="sm" type="none"/>
              <a:tailEnd len="sm" w="sm" type="none"/>
            </a:ln>
          </p:spPr>
        </p:cxnSp>
        <p:cxnSp>
          <p:nvCxnSpPr>
            <p:cNvPr id="1077" name="Google Shape;1077;p41"/>
            <p:cNvCxnSpPr/>
            <p:nvPr/>
          </p:nvCxnSpPr>
          <p:spPr>
            <a:xfrm rot="10800000">
              <a:off x="8922027" y="1948072"/>
              <a:ext cx="513521" cy="1318589"/>
            </a:xfrm>
            <a:prstGeom prst="straightConnector1">
              <a:avLst/>
            </a:prstGeom>
            <a:noFill/>
            <a:ln cap="rnd" cmpd="sng" w="9525">
              <a:solidFill>
                <a:schemeClr val="lt1"/>
              </a:solidFill>
              <a:prstDash val="solid"/>
              <a:round/>
              <a:headEnd len="sm" w="sm" type="none"/>
              <a:tailEnd len="sm" w="sm" type="none"/>
            </a:ln>
          </p:spPr>
        </p:cxnSp>
        <p:cxnSp>
          <p:nvCxnSpPr>
            <p:cNvPr id="1078" name="Google Shape;1078;p41"/>
            <p:cNvCxnSpPr/>
            <p:nvPr/>
          </p:nvCxnSpPr>
          <p:spPr>
            <a:xfrm flipH="1">
              <a:off x="8922027" y="3266661"/>
              <a:ext cx="513521" cy="1318591"/>
            </a:xfrm>
            <a:prstGeom prst="straightConnector1">
              <a:avLst/>
            </a:prstGeom>
            <a:noFill/>
            <a:ln cap="flat" cmpd="sng" w="57150">
              <a:solidFill>
                <a:srgbClr val="FFFF00"/>
              </a:solidFill>
              <a:prstDash val="solid"/>
              <a:round/>
              <a:headEnd len="sm" w="sm" type="none"/>
              <a:tailEnd len="sm" w="sm" type="none"/>
            </a:ln>
          </p:spPr>
        </p:cxnSp>
        <p:cxnSp>
          <p:nvCxnSpPr>
            <p:cNvPr id="1079" name="Google Shape;1079;p41"/>
            <p:cNvCxnSpPr/>
            <p:nvPr/>
          </p:nvCxnSpPr>
          <p:spPr>
            <a:xfrm>
              <a:off x="9435548" y="3279913"/>
              <a:ext cx="533400" cy="0"/>
            </a:xfrm>
            <a:prstGeom prst="straightConnector1">
              <a:avLst/>
            </a:prstGeom>
            <a:noFill/>
            <a:ln cap="flat" cmpd="sng" w="57150">
              <a:solidFill>
                <a:srgbClr val="FFFF00"/>
              </a:solidFill>
              <a:prstDash val="solid"/>
              <a:round/>
              <a:headEnd len="sm" w="sm" type="none"/>
              <a:tailEnd len="sm" w="sm" type="none"/>
            </a:ln>
          </p:spPr>
        </p:cxnSp>
      </p:grpSp>
      <p:sp>
        <p:nvSpPr>
          <p:cNvPr id="1080" name="Google Shape;1080;p41"/>
          <p:cNvSpPr/>
          <p:nvPr/>
        </p:nvSpPr>
        <p:spPr>
          <a:xfrm>
            <a:off x="82821" y="2613994"/>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1081" name="Google Shape;1081;p41"/>
          <p:cNvSpPr/>
          <p:nvPr/>
        </p:nvSpPr>
        <p:spPr>
          <a:xfrm>
            <a:off x="11754674" y="2627247"/>
            <a:ext cx="304800" cy="271668"/>
          </a:xfrm>
          <a:prstGeom prst="ellipse">
            <a:avLst/>
          </a:prstGeom>
          <a:solidFill>
            <a:srgbClr val="FFFF00"/>
          </a:solidFill>
          <a:ln cap="rnd" cmpd="sng" w="19050">
            <a:solidFill>
              <a:srgbClr val="7D2D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Narrow"/>
              <a:ea typeface="Arial Narrow"/>
              <a:cs typeface="Arial Narrow"/>
              <a:sym typeface="Arial Narrow"/>
            </a:endParaRPr>
          </a:p>
        </p:txBody>
      </p:sp>
      <p:sp>
        <p:nvSpPr>
          <p:cNvPr id="1082" name="Google Shape;1082;p41"/>
          <p:cNvSpPr txBox="1"/>
          <p:nvPr/>
        </p:nvSpPr>
        <p:spPr>
          <a:xfrm>
            <a:off x="25869" y="1856409"/>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1</a:t>
            </a:r>
            <a:endParaRPr b="0" i="0" sz="1400" u="none" cap="none" strike="noStrike">
              <a:solidFill>
                <a:srgbClr val="000000"/>
              </a:solidFill>
              <a:latin typeface="Arial"/>
              <a:ea typeface="Arial"/>
              <a:cs typeface="Arial"/>
              <a:sym typeface="Arial"/>
            </a:endParaRPr>
          </a:p>
        </p:txBody>
      </p:sp>
      <p:sp>
        <p:nvSpPr>
          <p:cNvPr id="1083" name="Google Shape;1083;p41"/>
          <p:cNvSpPr txBox="1"/>
          <p:nvPr/>
        </p:nvSpPr>
        <p:spPr>
          <a:xfrm>
            <a:off x="11697722" y="1880152"/>
            <a:ext cx="4187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pt-BR" sz="4000" u="none" cap="none" strike="noStrike">
                <a:solidFill>
                  <a:schemeClr val="lt1"/>
                </a:solidFill>
                <a:latin typeface="Arial Narrow"/>
                <a:ea typeface="Arial Narrow"/>
                <a:cs typeface="Arial Narrow"/>
                <a:sym typeface="Arial Narrow"/>
              </a:rPr>
              <a:t>2</a:t>
            </a:r>
            <a:endParaRPr b="0" i="0" sz="1400" u="none" cap="none" strike="noStrike">
              <a:solidFill>
                <a:srgbClr val="000000"/>
              </a:solidFill>
              <a:latin typeface="Arial"/>
              <a:ea typeface="Arial"/>
              <a:cs typeface="Arial"/>
              <a:sym typeface="Arial"/>
            </a:endParaRPr>
          </a:p>
        </p:txBody>
      </p:sp>
      <p:cxnSp>
        <p:nvCxnSpPr>
          <p:cNvPr id="1084" name="Google Shape;1084;p41"/>
          <p:cNvCxnSpPr>
            <a:stCxn id="1080" idx="6"/>
            <a:endCxn id="1024" idx="1"/>
          </p:cNvCxnSpPr>
          <p:nvPr/>
        </p:nvCxnSpPr>
        <p:spPr>
          <a:xfrm>
            <a:off x="387621" y="2749828"/>
            <a:ext cx="381000" cy="0"/>
          </a:xfrm>
          <a:prstGeom prst="straightConnector1">
            <a:avLst/>
          </a:prstGeom>
          <a:noFill/>
          <a:ln cap="flat" cmpd="sng" w="57150">
            <a:solidFill>
              <a:srgbClr val="FFFF00"/>
            </a:solidFill>
            <a:prstDash val="solid"/>
            <a:round/>
            <a:headEnd len="sm" w="sm" type="none"/>
            <a:tailEnd len="sm" w="sm" type="none"/>
          </a:ln>
        </p:spPr>
      </p:cxnSp>
      <p:cxnSp>
        <p:nvCxnSpPr>
          <p:cNvPr id="1085" name="Google Shape;1085;p41"/>
          <p:cNvCxnSpPr/>
          <p:nvPr/>
        </p:nvCxnSpPr>
        <p:spPr>
          <a:xfrm>
            <a:off x="11373674" y="2756454"/>
            <a:ext cx="381000" cy="0"/>
          </a:xfrm>
          <a:prstGeom prst="straightConnector1">
            <a:avLst/>
          </a:prstGeom>
          <a:noFill/>
          <a:ln cap="flat" cmpd="sng" w="57150">
            <a:solidFill>
              <a:schemeClr val="lt1"/>
            </a:solidFill>
            <a:prstDash val="solid"/>
            <a:round/>
            <a:headEnd len="sm" w="sm" type="none"/>
            <a:tailEnd len="sm" w="sm" type="none"/>
          </a:ln>
        </p:spPr>
      </p:cxnSp>
      <p:cxnSp>
        <p:nvCxnSpPr>
          <p:cNvPr id="1086" name="Google Shape;1086;p41"/>
          <p:cNvCxnSpPr/>
          <p:nvPr/>
        </p:nvCxnSpPr>
        <p:spPr>
          <a:xfrm>
            <a:off x="6546564" y="4075047"/>
            <a:ext cx="159031" cy="6624"/>
          </a:xfrm>
          <a:prstGeom prst="straightConnector1">
            <a:avLst/>
          </a:prstGeom>
          <a:noFill/>
          <a:ln cap="rnd" cmpd="sng" w="9525">
            <a:solidFill>
              <a:schemeClr val="lt1"/>
            </a:solidFill>
            <a:prstDash val="solid"/>
            <a:round/>
            <a:headEnd len="sm" w="sm" type="none"/>
            <a:tailEnd len="sm" w="sm" type="none"/>
          </a:ln>
        </p:spPr>
      </p:cxnSp>
      <p:sp>
        <p:nvSpPr>
          <p:cNvPr id="1087" name="Google Shape;1087;p41"/>
          <p:cNvSpPr txBox="1"/>
          <p:nvPr/>
        </p:nvSpPr>
        <p:spPr>
          <a:xfrm>
            <a:off x="156186" y="5592418"/>
            <a:ext cx="11982346"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pt-BR" sz="2400" u="none" cap="none" strike="noStrike">
                <a:solidFill>
                  <a:srgbClr val="FFFF00"/>
                </a:solidFill>
                <a:latin typeface="Arial Narrow"/>
                <a:ea typeface="Arial Narrow"/>
                <a:cs typeface="Arial Narrow"/>
                <a:sym typeface="Arial Narrow"/>
              </a:rPr>
              <a:t>NESSE CASO, DEVEMOS SOMAR O TEMPO DE TODAS AS ATIVIDADES E CALCULAR O CUSTO TOTAL DA MÃO DE OBRA DO PROJETO. ASSIM, SOMANDO TODAS AS ATIVIDADES CHEGAMOS A 96 DIAS.    96 DIAS * 8 HORAS/DIA * R$ 50,00 = R$ 39.200,00</a:t>
            </a:r>
            <a:endParaRPr b="0" i="0" sz="2400" u="none" cap="none" strike="noStrike">
              <a:solidFill>
                <a:srgbClr val="FFFF00"/>
              </a:solidFill>
              <a:latin typeface="Arial Narrow"/>
              <a:ea typeface="Arial Narrow"/>
              <a:cs typeface="Arial Narrow"/>
              <a:sym typeface="Arial Narro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42"/>
          <p:cNvSpPr txBox="1"/>
          <p:nvPr/>
        </p:nvSpPr>
        <p:spPr>
          <a:xfrm>
            <a:off x="0" y="0"/>
            <a:ext cx="11900452" cy="575285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pt-BR" sz="4400" u="none" cap="none" strike="noStrike">
                <a:solidFill>
                  <a:srgbClr val="FFFF00"/>
                </a:solidFill>
                <a:latin typeface="Arial Narrow"/>
                <a:ea typeface="Arial Narrow"/>
                <a:cs typeface="Arial Narrow"/>
                <a:sym typeface="Arial Narrow"/>
              </a:rPr>
              <a:t>Porque usar o Método do Caminho Crítico?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1875"/>
              </a:spcBef>
              <a:spcAft>
                <a:spcPts val="0"/>
              </a:spcAft>
              <a:buClr>
                <a:srgbClr val="000000"/>
              </a:buClr>
              <a:buSzPts val="4400"/>
              <a:buFont typeface="Arial"/>
              <a:buNone/>
            </a:pPr>
            <a:r>
              <a:rPr b="0" i="0" lang="pt-BR" sz="4400" u="none" cap="none" strike="noStrike">
                <a:solidFill>
                  <a:schemeClr val="lt1"/>
                </a:solidFill>
                <a:latin typeface="Arial Narrow"/>
                <a:ea typeface="Arial Narrow"/>
                <a:cs typeface="Arial Narrow"/>
                <a:sym typeface="Arial Narrow"/>
              </a:rPr>
              <a:t>Essa técnica </a:t>
            </a:r>
            <a:r>
              <a:rPr b="1" i="0" lang="pt-BR" sz="4400" u="none" cap="none" strike="noStrike">
                <a:solidFill>
                  <a:schemeClr val="lt1"/>
                </a:solidFill>
                <a:latin typeface="Arial Narrow"/>
                <a:ea typeface="Arial Narrow"/>
                <a:cs typeface="Arial Narrow"/>
                <a:sym typeface="Arial Narrow"/>
              </a:rPr>
              <a:t>auxilia muito no planejamento de projetos mais extensos</a:t>
            </a:r>
            <a:r>
              <a:rPr b="0" i="0" lang="pt-BR" sz="4400" u="none" cap="none" strike="noStrike">
                <a:solidFill>
                  <a:schemeClr val="lt1"/>
                </a:solidFill>
                <a:latin typeface="Arial Narrow"/>
                <a:ea typeface="Arial Narrow"/>
                <a:cs typeface="Arial Narrow"/>
                <a:sym typeface="Arial Narrow"/>
              </a:rPr>
              <a:t>, que dependem de prazos muito específicos e não podem sofrer atrasos.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400"/>
              <a:buFont typeface="Arial"/>
              <a:buNone/>
            </a:pPr>
            <a:r>
              <a:rPr b="0" i="0" lang="pt-BR" sz="4400" u="none" cap="none" strike="noStrike">
                <a:solidFill>
                  <a:schemeClr val="lt1"/>
                </a:solidFill>
                <a:latin typeface="Arial Narrow"/>
                <a:ea typeface="Arial Narrow"/>
                <a:cs typeface="Arial Narrow"/>
                <a:sym typeface="Arial Narrow"/>
              </a:rPr>
              <a:t>Ela também ajuda a compreender melhor em quais atividades ou tarefes é preciso dar mais foco, e isso reduz significativamente a chance de um projeto, processo ou produção parar.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43"/>
          <p:cNvSpPr txBox="1"/>
          <p:nvPr/>
        </p:nvSpPr>
        <p:spPr>
          <a:xfrm>
            <a:off x="622852" y="226658"/>
            <a:ext cx="10760766" cy="559659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4000"/>
              <a:buFont typeface="Arial"/>
              <a:buNone/>
            </a:pPr>
            <a:r>
              <a:rPr b="0" i="0" lang="pt-BR" sz="4000" u="none" cap="none" strike="noStrike">
                <a:solidFill>
                  <a:srgbClr val="FFFF00"/>
                </a:solidFill>
                <a:latin typeface="Arial Narrow"/>
                <a:ea typeface="Arial Narrow"/>
                <a:cs typeface="Arial Narrow"/>
                <a:sym typeface="Arial Narrow"/>
              </a:rPr>
              <a:t>Fazendo uma analogia com a produção de bens, com Método do Caminho Crítico você encontra os gargalos do seu projeto, podendo focar seus esforços para mantê-los em dia sem esquecer de outros pontos do projeto.</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4400"/>
              <a:buFont typeface="Arial"/>
              <a:buNone/>
            </a:pPr>
            <a:r>
              <a:rPr b="1" i="0" lang="pt-BR" sz="4400" u="none" cap="none" strike="noStrike">
                <a:solidFill>
                  <a:schemeClr val="lt1"/>
                </a:solidFill>
                <a:latin typeface="Arial Narrow"/>
                <a:ea typeface="Arial Narrow"/>
                <a:cs typeface="Arial Narrow"/>
                <a:sym typeface="Arial Narrow"/>
              </a:rPr>
              <a:t>Gostaram?</a:t>
            </a:r>
            <a:endParaRPr b="1" i="0" sz="4400" u="none" cap="none" strike="noStrike">
              <a:solidFill>
                <a:schemeClr val="lt1"/>
              </a:solidFill>
              <a:latin typeface="Arial Narrow"/>
              <a:ea typeface="Arial Narrow"/>
              <a:cs typeface="Arial Narrow"/>
              <a:sym typeface="Arial Narrow"/>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pic>
        <p:nvPicPr>
          <p:cNvPr id="1102" name="Google Shape;1102;p44"/>
          <p:cNvPicPr preferRelativeResize="0"/>
          <p:nvPr/>
        </p:nvPicPr>
        <p:blipFill rotWithShape="1">
          <a:blip r:embed="rId3">
            <a:alphaModFix/>
          </a:blip>
          <a:srcRect b="0" l="0" r="0" t="0"/>
          <a:stretch/>
        </p:blipFill>
        <p:spPr>
          <a:xfrm>
            <a:off x="557597" y="351692"/>
            <a:ext cx="11076805" cy="590330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02"/>
                                        </p:tgtEl>
                                        <p:attrNameLst>
                                          <p:attrName>style.visibility</p:attrName>
                                        </p:attrNameLst>
                                      </p:cBhvr>
                                      <p:to>
                                        <p:strVal val="visible"/>
                                      </p:to>
                                    </p:set>
                                    <p:animEffect filter="fade" transition="in">
                                      <p:cBhvr>
                                        <p:cTn dur="5000"/>
                                        <p:tgtEl>
                                          <p:spTgt spid="11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pic>
        <p:nvPicPr>
          <p:cNvPr descr="Uma imagem contendo xícara, comida, caneca, cortina&#10;&#10;Descrição gerada automaticamente" id="1107" name="Google Shape;1107;p45"/>
          <p:cNvPicPr preferRelativeResize="0"/>
          <p:nvPr/>
        </p:nvPicPr>
        <p:blipFill rotWithShape="1">
          <a:blip r:embed="rId3">
            <a:alphaModFix/>
          </a:blip>
          <a:srcRect b="0" l="0" r="0" t="0"/>
          <a:stretch/>
        </p:blipFill>
        <p:spPr>
          <a:xfrm>
            <a:off x="1914914" y="103566"/>
            <a:ext cx="7467625" cy="5593726"/>
          </a:xfrm>
          <a:prstGeom prst="rect">
            <a:avLst/>
          </a:prstGeom>
          <a:noFill/>
          <a:ln>
            <a:noFill/>
          </a:ln>
        </p:spPr>
      </p:pic>
      <p:sp>
        <p:nvSpPr>
          <p:cNvPr id="1108" name="Google Shape;1108;p45"/>
          <p:cNvSpPr txBox="1"/>
          <p:nvPr/>
        </p:nvSpPr>
        <p:spPr>
          <a:xfrm>
            <a:off x="2857814" y="5800327"/>
            <a:ext cx="5400259" cy="9541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pt-BR" sz="2800" u="none" cap="none" strike="noStrike">
                <a:solidFill>
                  <a:schemeClr val="lt1"/>
                </a:solidFill>
                <a:latin typeface="Arial Narrow"/>
                <a:ea typeface="Arial Narrow"/>
                <a:cs typeface="Arial Narrow"/>
                <a:sym typeface="Arial Narrow"/>
              </a:rPr>
              <a:t>PRÓXIMO VÍDEO: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rPr b="1" i="0" lang="pt-BR" sz="2800" u="none" cap="none" strike="noStrike">
                <a:solidFill>
                  <a:srgbClr val="FFFF00"/>
                </a:solidFill>
                <a:latin typeface="Arial Narrow"/>
                <a:ea typeface="Arial Narrow"/>
                <a:cs typeface="Arial Narrow"/>
                <a:sym typeface="Arial Narrow"/>
              </a:rPr>
              <a:t>EXPECTED VALUE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07"/>
                                        </p:tgtEl>
                                        <p:attrNameLst>
                                          <p:attrName>style.visibility</p:attrName>
                                        </p:attrNameLst>
                                      </p:cBhvr>
                                      <p:to>
                                        <p:strVal val="visible"/>
                                      </p:to>
                                    </p:set>
                                    <p:animEffect filter="fade" transition="in">
                                      <p:cBhvr>
                                        <p:cTn dur="500"/>
                                        <p:tgtEl>
                                          <p:spTgt spid="11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Celestial">
  <a:themeElements>
    <a:clrScheme name="Celestial">
      <a:dk1>
        <a:srgbClr val="000000"/>
      </a:dk1>
      <a:lt1>
        <a:srgbClr val="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