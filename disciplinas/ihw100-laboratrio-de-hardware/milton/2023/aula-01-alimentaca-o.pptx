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4.xml" ContentType="application/vnd.openxmlformats-officedocument.presentationml.slide+xml"/>
  <Override PartName="/ppt/slides/slide24.xml" ContentType="application/vnd.openxmlformats-officedocument.presentationml.slide+xml"/>
  <Override PartName="/ppt/slides/slide12.xml" ContentType="application/vnd.openxmlformats-officedocument.presentationml.slide+xml"/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3.xml" ContentType="application/vnd.openxmlformats-officedocument.presentationml.slide+xml"/>
  <Override PartName="/ppt/slides/slide6.xml" ContentType="application/vnd.openxmlformats-officedocument.presentationml.slide+xml"/>
  <Override PartName="/ppt/slides/slide4.xml" ContentType="application/vnd.openxmlformats-officedocument.presentationml.slide+xml"/>
  <Override PartName="/ppt/slides/slide1.xml" ContentType="application/vnd.openxmlformats-officedocument.presentationml.slide+xml"/>
  <Override PartName="/ppt/slides/slide5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81" r:id="rId3"/>
    <p:sldId id="288" r:id="rId4"/>
    <p:sldId id="280" r:id="rId5"/>
    <p:sldId id="262" r:id="rId6"/>
    <p:sldId id="283" r:id="rId7"/>
    <p:sldId id="275" r:id="rId8"/>
    <p:sldId id="284" r:id="rId9"/>
    <p:sldId id="282" r:id="rId10"/>
    <p:sldId id="264" r:id="rId11"/>
    <p:sldId id="286" r:id="rId12"/>
    <p:sldId id="289" r:id="rId13"/>
    <p:sldId id="287" r:id="rId14"/>
    <p:sldId id="277" r:id="rId15"/>
    <p:sldId id="290" r:id="rId16"/>
    <p:sldId id="267" r:id="rId17"/>
    <p:sldId id="268" r:id="rId18"/>
    <p:sldId id="291" r:id="rId19"/>
    <p:sldId id="269" r:id="rId20"/>
    <p:sldId id="270" r:id="rId21"/>
    <p:sldId id="272" r:id="rId22"/>
    <p:sldId id="266" r:id="rId23"/>
    <p:sldId id="273" r:id="rId24"/>
    <p:sldId id="279" r:id="rId25"/>
  </p:sldIdLst>
  <p:sldSz cx="9144000" cy="6858000" type="screen4x3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302" autoAdjust="0"/>
  </p:normalViewPr>
  <p:slideViewPr>
    <p:cSldViewPr>
      <p:cViewPr varScale="1">
        <p:scale>
          <a:sx n="109" d="100"/>
          <a:sy n="109" d="100"/>
        </p:scale>
        <p:origin x="167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customXml" Target="../customXml/item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ustomXml" Target="../customXml/item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Relationship Id="rId35" Type="http://schemas.openxmlformats.org/officeDocument/2006/relationships/customXml" Target="../customXml/item3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lton Silva da Rocha" userId="7f9028a1bd1df426" providerId="LiveId" clId="{18C86E07-5976-4D1F-AD45-0E07159DFE19}"/>
    <pc:docChg chg="undo custSel addSld delSld modSld sldOrd">
      <pc:chgData name="Milton Silva da Rocha" userId="7f9028a1bd1df426" providerId="LiveId" clId="{18C86E07-5976-4D1F-AD45-0E07159DFE19}" dt="2020-08-26T09:06:31.613" v="4916" actId="20577"/>
      <pc:docMkLst>
        <pc:docMk/>
      </pc:docMkLst>
      <pc:sldChg chg="modSp mod">
        <pc:chgData name="Milton Silva da Rocha" userId="7f9028a1bd1df426" providerId="LiveId" clId="{18C86E07-5976-4D1F-AD45-0E07159DFE19}" dt="2020-08-25T20:24:03.528" v="1415" actId="20577"/>
        <pc:sldMkLst>
          <pc:docMk/>
          <pc:sldMk cId="0" sldId="256"/>
        </pc:sldMkLst>
        <pc:spChg chg="mod">
          <ac:chgData name="Milton Silva da Rocha" userId="7f9028a1bd1df426" providerId="LiveId" clId="{18C86E07-5976-4D1F-AD45-0E07159DFE19}" dt="2020-08-25T20:24:03.528" v="1415" actId="20577"/>
          <ac:spMkLst>
            <pc:docMk/>
            <pc:sldMk cId="0" sldId="256"/>
            <ac:spMk id="6147" creationId="{00000000-0000-0000-0000-000000000000}"/>
          </ac:spMkLst>
        </pc:spChg>
      </pc:sldChg>
      <pc:sldChg chg="modSp mod ord">
        <pc:chgData name="Milton Silva da Rocha" userId="7f9028a1bd1df426" providerId="LiveId" clId="{18C86E07-5976-4D1F-AD45-0E07159DFE19}" dt="2020-08-26T09:06:31.613" v="4916" actId="20577"/>
        <pc:sldMkLst>
          <pc:docMk/>
          <pc:sldMk cId="0" sldId="260"/>
        </pc:sldMkLst>
        <pc:spChg chg="mod">
          <ac:chgData name="Milton Silva da Rocha" userId="7f9028a1bd1df426" providerId="LiveId" clId="{18C86E07-5976-4D1F-AD45-0E07159DFE19}" dt="2020-08-26T09:03:48.249" v="4777" actId="6549"/>
          <ac:spMkLst>
            <pc:docMk/>
            <pc:sldMk cId="0" sldId="260"/>
            <ac:spMk id="1024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6T09:06:31.613" v="4916" actId="20577"/>
          <ac:spMkLst>
            <pc:docMk/>
            <pc:sldMk cId="0" sldId="260"/>
            <ac:spMk id="10243" creationId="{00000000-0000-0000-0000-000000000000}"/>
          </ac:spMkLst>
        </pc:spChg>
      </pc:sldChg>
      <pc:sldChg chg="addSp modSp mod">
        <pc:chgData name="Milton Silva da Rocha" userId="7f9028a1bd1df426" providerId="LiveId" clId="{18C86E07-5976-4D1F-AD45-0E07159DFE19}" dt="2020-08-25T20:39:38.428" v="2389" actId="6549"/>
        <pc:sldMkLst>
          <pc:docMk/>
          <pc:sldMk cId="0" sldId="262"/>
        </pc:sldMkLst>
        <pc:spChg chg="mod">
          <ac:chgData name="Milton Silva da Rocha" userId="7f9028a1bd1df426" providerId="LiveId" clId="{18C86E07-5976-4D1F-AD45-0E07159DFE19}" dt="2020-08-25T20:39:38.428" v="2389" actId="6549"/>
          <ac:spMkLst>
            <pc:docMk/>
            <pc:sldMk cId="0" sldId="262"/>
            <ac:spMk id="3" creationId="{00000000-0000-0000-0000-000000000000}"/>
          </ac:spMkLst>
        </pc:spChg>
        <pc:spChg chg="add mod">
          <ac:chgData name="Milton Silva da Rocha" userId="7f9028a1bd1df426" providerId="LiveId" clId="{18C86E07-5976-4D1F-AD45-0E07159DFE19}" dt="2020-08-25T20:39:27.247" v="2384" actId="207"/>
          <ac:spMkLst>
            <pc:docMk/>
            <pc:sldMk cId="0" sldId="262"/>
            <ac:spMk id="7" creationId="{11B3E7E9-D9D1-49A3-BD14-6DBE43947457}"/>
          </ac:spMkLst>
        </pc:spChg>
        <pc:spChg chg="mod">
          <ac:chgData name="Milton Silva da Rocha" userId="7f9028a1bd1df426" providerId="LiveId" clId="{18C86E07-5976-4D1F-AD45-0E07159DFE19}" dt="2020-08-21T19:20:52.358" v="176" actId="1076"/>
          <ac:spMkLst>
            <pc:docMk/>
            <pc:sldMk cId="0" sldId="262"/>
            <ac:spMk id="8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1T19:22:43.215" v="218" actId="122"/>
          <ac:spMkLst>
            <pc:docMk/>
            <pc:sldMk cId="0" sldId="262"/>
            <ac:spMk id="9" creationId="{00000000-0000-0000-0000-000000000000}"/>
          </ac:spMkLst>
        </pc:spChg>
        <pc:cxnChg chg="add mod">
          <ac:chgData name="Milton Silva da Rocha" userId="7f9028a1bd1df426" providerId="LiveId" clId="{18C86E07-5976-4D1F-AD45-0E07159DFE19}" dt="2020-08-21T19:21:25.678" v="181" actId="1076"/>
          <ac:cxnSpMkLst>
            <pc:docMk/>
            <pc:sldMk cId="0" sldId="262"/>
            <ac:cxnSpMk id="6" creationId="{4884D671-9BBE-44AA-8C6D-EC54B5D71ABA}"/>
          </ac:cxnSpMkLst>
        </pc:cxnChg>
        <pc:cxnChg chg="mod">
          <ac:chgData name="Milton Silva da Rocha" userId="7f9028a1bd1df426" providerId="LiveId" clId="{18C86E07-5976-4D1F-AD45-0E07159DFE19}" dt="2020-08-21T19:20:58.914" v="178" actId="14100"/>
          <ac:cxnSpMkLst>
            <pc:docMk/>
            <pc:sldMk cId="0" sldId="262"/>
            <ac:cxnSpMk id="12" creationId="{00000000-0000-0000-0000-000000000000}"/>
          </ac:cxnSpMkLst>
        </pc:cxnChg>
      </pc:sldChg>
      <pc:sldChg chg="modSp mod">
        <pc:chgData name="Milton Silva da Rocha" userId="7f9028a1bd1df426" providerId="LiveId" clId="{18C86E07-5976-4D1F-AD45-0E07159DFE19}" dt="2020-08-25T20:47:55.458" v="2806" actId="6549"/>
        <pc:sldMkLst>
          <pc:docMk/>
          <pc:sldMk cId="0" sldId="264"/>
        </pc:sldMkLst>
        <pc:spChg chg="mod">
          <ac:chgData name="Milton Silva da Rocha" userId="7f9028a1bd1df426" providerId="LiveId" clId="{18C86E07-5976-4D1F-AD45-0E07159DFE19}" dt="2020-08-21T19:30:17.142" v="381" actId="27636"/>
          <ac:spMkLst>
            <pc:docMk/>
            <pc:sldMk cId="0" sldId="264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47:55.458" v="2806" actId="6549"/>
          <ac:spMkLst>
            <pc:docMk/>
            <pc:sldMk cId="0" sldId="264"/>
            <ac:spMk id="3" creationId="{00000000-0000-0000-0000-000000000000}"/>
          </ac:spMkLst>
        </pc:spChg>
      </pc:sldChg>
      <pc:sldChg chg="modSp del mod">
        <pc:chgData name="Milton Silva da Rocha" userId="7f9028a1bd1df426" providerId="LiveId" clId="{18C86E07-5976-4D1F-AD45-0E07159DFE19}" dt="2020-08-26T09:03:04.777" v="4728" actId="47"/>
        <pc:sldMkLst>
          <pc:docMk/>
          <pc:sldMk cId="0" sldId="265"/>
        </pc:sldMkLst>
        <pc:spChg chg="mod">
          <ac:chgData name="Milton Silva da Rocha" userId="7f9028a1bd1df426" providerId="LiveId" clId="{18C86E07-5976-4D1F-AD45-0E07159DFE19}" dt="2020-08-21T19:51:07.996" v="1184" actId="20577"/>
          <ac:spMkLst>
            <pc:docMk/>
            <pc:sldMk cId="0" sldId="265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6T09:02:42.889" v="4727" actId="6549"/>
        <pc:sldMkLst>
          <pc:docMk/>
          <pc:sldMk cId="0" sldId="266"/>
        </pc:sldMkLst>
        <pc:spChg chg="mod">
          <ac:chgData name="Milton Silva da Rocha" userId="7f9028a1bd1df426" providerId="LiveId" clId="{18C86E07-5976-4D1F-AD45-0E07159DFE19}" dt="2020-08-26T09:02:42.889" v="4727" actId="6549"/>
          <ac:spMkLst>
            <pc:docMk/>
            <pc:sldMk cId="0" sldId="266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1T19:50:55.268" v="1183" actId="5793"/>
          <ac:spMkLst>
            <pc:docMk/>
            <pc:sldMk cId="0" sldId="266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6T08:53:50.970" v="4536" actId="6549"/>
        <pc:sldMkLst>
          <pc:docMk/>
          <pc:sldMk cId="0" sldId="267"/>
        </pc:sldMkLst>
        <pc:spChg chg="mod">
          <ac:chgData name="Milton Silva da Rocha" userId="7f9028a1bd1df426" providerId="LiveId" clId="{18C86E07-5976-4D1F-AD45-0E07159DFE19}" dt="2020-08-26T08:53:50.970" v="4536" actId="6549"/>
          <ac:spMkLst>
            <pc:docMk/>
            <pc:sldMk cId="0" sldId="26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6T08:58:00.218" v="4638" actId="6549"/>
        <pc:sldMkLst>
          <pc:docMk/>
          <pc:sldMk cId="0" sldId="269"/>
        </pc:sldMkLst>
        <pc:spChg chg="mod">
          <ac:chgData name="Milton Silva da Rocha" userId="7f9028a1bd1df426" providerId="LiveId" clId="{18C86E07-5976-4D1F-AD45-0E07159DFE19}" dt="2020-08-26T08:55:09.040" v="4562" actId="1076"/>
          <ac:spMkLst>
            <pc:docMk/>
            <pc:sldMk cId="0" sldId="269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6T08:58:00.218" v="4638" actId="6549"/>
          <ac:spMkLst>
            <pc:docMk/>
            <pc:sldMk cId="0" sldId="269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6T08:59:00.401" v="4646" actId="207"/>
        <pc:sldMkLst>
          <pc:docMk/>
          <pc:sldMk cId="0" sldId="270"/>
        </pc:sldMkLst>
        <pc:spChg chg="mod">
          <ac:chgData name="Milton Silva da Rocha" userId="7f9028a1bd1df426" providerId="LiveId" clId="{18C86E07-5976-4D1F-AD45-0E07159DFE19}" dt="2020-08-26T08:58:28.152" v="4639" actId="207"/>
          <ac:spMkLst>
            <pc:docMk/>
            <pc:sldMk cId="0" sldId="270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6T08:59:00.401" v="4646" actId="207"/>
          <ac:spMkLst>
            <pc:docMk/>
            <pc:sldMk cId="0" sldId="270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6T09:02:32.708" v="4709" actId="20577"/>
        <pc:sldMkLst>
          <pc:docMk/>
          <pc:sldMk cId="0" sldId="272"/>
        </pc:sldMkLst>
        <pc:spChg chg="mod">
          <ac:chgData name="Milton Silva da Rocha" userId="7f9028a1bd1df426" providerId="LiveId" clId="{18C86E07-5976-4D1F-AD45-0E07159DFE19}" dt="2020-08-26T09:02:32.708" v="4709" actId="20577"/>
          <ac:spMkLst>
            <pc:docMk/>
            <pc:sldMk cId="0" sldId="272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5T20:44:46.719" v="2671" actId="1076"/>
        <pc:sldMkLst>
          <pc:docMk/>
          <pc:sldMk cId="2810532326" sldId="275"/>
        </pc:sldMkLst>
        <pc:spChg chg="mod">
          <ac:chgData name="Milton Silva da Rocha" userId="7f9028a1bd1df426" providerId="LiveId" clId="{18C86E07-5976-4D1F-AD45-0E07159DFE19}" dt="2020-08-25T20:44:41.788" v="2670" actId="121"/>
          <ac:spMkLst>
            <pc:docMk/>
            <pc:sldMk cId="2810532326" sldId="275"/>
            <ac:spMk id="9219" creationId="{00000000-0000-0000-0000-000000000000}"/>
          </ac:spMkLst>
        </pc:spChg>
        <pc:picChg chg="mod">
          <ac:chgData name="Milton Silva da Rocha" userId="7f9028a1bd1df426" providerId="LiveId" clId="{18C86E07-5976-4D1F-AD45-0E07159DFE19}" dt="2020-08-25T20:44:46.719" v="2671" actId="1076"/>
          <ac:picMkLst>
            <pc:docMk/>
            <pc:sldMk cId="2810532326" sldId="275"/>
            <ac:picMk id="4" creationId="{00000000-0000-0000-0000-000000000000}"/>
          </ac:picMkLst>
        </pc:picChg>
      </pc:sldChg>
      <pc:sldChg chg="modSp mod">
        <pc:chgData name="Milton Silva da Rocha" userId="7f9028a1bd1df426" providerId="LiveId" clId="{18C86E07-5976-4D1F-AD45-0E07159DFE19}" dt="2020-08-25T20:59:43.943" v="3362" actId="12"/>
        <pc:sldMkLst>
          <pc:docMk/>
          <pc:sldMk cId="0" sldId="277"/>
        </pc:sldMkLst>
        <pc:spChg chg="mod">
          <ac:chgData name="Milton Silva da Rocha" userId="7f9028a1bd1df426" providerId="LiveId" clId="{18C86E07-5976-4D1F-AD45-0E07159DFE19}" dt="2020-08-25T20:59:43.943" v="3362" actId="12"/>
          <ac:spMkLst>
            <pc:docMk/>
            <pc:sldMk cId="0" sldId="27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5T20:36:50.112" v="2285" actId="14100"/>
        <pc:sldMkLst>
          <pc:docMk/>
          <pc:sldMk cId="418023671" sldId="280"/>
        </pc:sldMkLst>
        <pc:spChg chg="mod">
          <ac:chgData name="Milton Silva da Rocha" userId="7f9028a1bd1df426" providerId="LiveId" clId="{18C86E07-5976-4D1F-AD45-0E07159DFE19}" dt="2020-08-25T20:34:27.925" v="2209" actId="20577"/>
          <ac:spMkLst>
            <pc:docMk/>
            <pc:sldMk cId="418023671" sldId="280"/>
            <ac:spMk id="3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36:50.112" v="2285" actId="14100"/>
          <ac:spMkLst>
            <pc:docMk/>
            <pc:sldMk cId="418023671" sldId="280"/>
            <ac:spMk id="4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5T20:32:31.651" v="2126" actId="207"/>
        <pc:sldMkLst>
          <pc:docMk/>
          <pc:sldMk cId="1708462611" sldId="281"/>
        </pc:sldMkLst>
        <pc:spChg chg="mod">
          <ac:chgData name="Milton Silva da Rocha" userId="7f9028a1bd1df426" providerId="LiveId" clId="{18C86E07-5976-4D1F-AD45-0E07159DFE19}" dt="2020-08-25T20:32:12.523" v="2122" actId="14100"/>
          <ac:spMkLst>
            <pc:docMk/>
            <pc:sldMk cId="1708462611" sldId="281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32:31.651" v="2126" actId="207"/>
          <ac:spMkLst>
            <pc:docMk/>
            <pc:sldMk cId="1708462611" sldId="281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5T20:46:52.721" v="2775" actId="20577"/>
        <pc:sldMkLst>
          <pc:docMk/>
          <pc:sldMk cId="3809271166" sldId="282"/>
        </pc:sldMkLst>
        <pc:spChg chg="mod">
          <ac:chgData name="Milton Silva da Rocha" userId="7f9028a1bd1df426" providerId="LiveId" clId="{18C86E07-5976-4D1F-AD45-0E07159DFE19}" dt="2020-08-25T20:46:16.767" v="2754" actId="20577"/>
          <ac:spMkLst>
            <pc:docMk/>
            <pc:sldMk cId="3809271166" sldId="282"/>
            <ac:spMk id="3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46:52.721" v="2775" actId="20577"/>
          <ac:spMkLst>
            <pc:docMk/>
            <pc:sldMk cId="3809271166" sldId="282"/>
            <ac:spMk id="11" creationId="{00000000-0000-0000-0000-000000000000}"/>
          </ac:spMkLst>
        </pc:spChg>
      </pc:sldChg>
      <pc:sldChg chg="addSp delSp modSp mod">
        <pc:chgData name="Milton Silva da Rocha" userId="7f9028a1bd1df426" providerId="LiveId" clId="{18C86E07-5976-4D1F-AD45-0E07159DFE19}" dt="2020-08-25T20:43:13.527" v="2527" actId="207"/>
        <pc:sldMkLst>
          <pc:docMk/>
          <pc:sldMk cId="3164757328" sldId="283"/>
        </pc:sldMkLst>
        <pc:spChg chg="mod">
          <ac:chgData name="Milton Silva da Rocha" userId="7f9028a1bd1df426" providerId="LiveId" clId="{18C86E07-5976-4D1F-AD45-0E07159DFE19}" dt="2020-08-25T20:40:03.678" v="2404" actId="6549"/>
          <ac:spMkLst>
            <pc:docMk/>
            <pc:sldMk cId="3164757328" sldId="283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40:35.944" v="2408" actId="14100"/>
          <ac:spMkLst>
            <pc:docMk/>
            <pc:sldMk cId="3164757328" sldId="283"/>
            <ac:spMk id="3" creationId="{00000000-0000-0000-0000-000000000000}"/>
          </ac:spMkLst>
        </pc:spChg>
        <pc:spChg chg="add mod">
          <ac:chgData name="Milton Silva da Rocha" userId="7f9028a1bd1df426" providerId="LiveId" clId="{18C86E07-5976-4D1F-AD45-0E07159DFE19}" dt="2020-08-25T20:42:34.924" v="2500" actId="1076"/>
          <ac:spMkLst>
            <pc:docMk/>
            <pc:sldMk cId="3164757328" sldId="283"/>
            <ac:spMk id="4" creationId="{4ED3423E-6ADE-4CB3-BA0B-10D9FB5B7689}"/>
          </ac:spMkLst>
        </pc:spChg>
        <pc:spChg chg="add del">
          <ac:chgData name="Milton Silva da Rocha" userId="7f9028a1bd1df426" providerId="LiveId" clId="{18C86E07-5976-4D1F-AD45-0E07159DFE19}" dt="2020-08-21T19:24:12.987" v="242" actId="22"/>
          <ac:spMkLst>
            <pc:docMk/>
            <pc:sldMk cId="3164757328" sldId="283"/>
            <ac:spMk id="5" creationId="{9CDB756A-A524-47C5-8BDF-D768081A1CC9}"/>
          </ac:spMkLst>
        </pc:spChg>
        <pc:spChg chg="mod">
          <ac:chgData name="Milton Silva da Rocha" userId="7f9028a1bd1df426" providerId="LiveId" clId="{18C86E07-5976-4D1F-AD45-0E07159DFE19}" dt="2020-08-25T20:41:35.296" v="2460" actId="207"/>
          <ac:spMkLst>
            <pc:docMk/>
            <pc:sldMk cId="3164757328" sldId="283"/>
            <ac:spMk id="9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42:19.494" v="2492" actId="14100"/>
          <ac:spMkLst>
            <pc:docMk/>
            <pc:sldMk cId="3164757328" sldId="283"/>
            <ac:spMk id="14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43:13.527" v="2527" actId="207"/>
          <ac:spMkLst>
            <pc:docMk/>
            <pc:sldMk cId="3164757328" sldId="283"/>
            <ac:spMk id="15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1T19:24:56.123" v="248" actId="20577"/>
          <ac:spMkLst>
            <pc:docMk/>
            <pc:sldMk cId="3164757328" sldId="283"/>
            <ac:spMk id="18" creationId="{00000000-0000-0000-0000-000000000000}"/>
          </ac:spMkLst>
        </pc:spChg>
        <pc:cxnChg chg="mod">
          <ac:chgData name="Milton Silva da Rocha" userId="7f9028a1bd1df426" providerId="LiveId" clId="{18C86E07-5976-4D1F-AD45-0E07159DFE19}" dt="2020-08-25T20:42:22.474" v="2496" actId="1037"/>
          <ac:cxnSpMkLst>
            <pc:docMk/>
            <pc:sldMk cId="3164757328" sldId="283"/>
            <ac:cxnSpMk id="16" creationId="{00000000-0000-0000-0000-000000000000}"/>
          </ac:cxnSpMkLst>
        </pc:cxnChg>
      </pc:sldChg>
      <pc:sldChg chg="modSp mod">
        <pc:chgData name="Milton Silva da Rocha" userId="7f9028a1bd1df426" providerId="LiveId" clId="{18C86E07-5976-4D1F-AD45-0E07159DFE19}" dt="2020-08-25T20:45:32.345" v="2743" actId="6549"/>
        <pc:sldMkLst>
          <pc:docMk/>
          <pc:sldMk cId="767961970" sldId="284"/>
        </pc:sldMkLst>
        <pc:spChg chg="mod">
          <ac:chgData name="Milton Silva da Rocha" userId="7f9028a1bd1df426" providerId="LiveId" clId="{18C86E07-5976-4D1F-AD45-0E07159DFE19}" dt="2020-08-25T20:45:32.345" v="2743" actId="6549"/>
          <ac:spMkLst>
            <pc:docMk/>
            <pc:sldMk cId="767961970" sldId="284"/>
            <ac:spMk id="9219" creationId="{00000000-0000-0000-0000-000000000000}"/>
          </ac:spMkLst>
        </pc:spChg>
      </pc:sldChg>
      <pc:sldChg chg="modSp mod">
        <pc:chgData name="Milton Silva da Rocha" userId="7f9028a1bd1df426" providerId="LiveId" clId="{18C86E07-5976-4D1F-AD45-0E07159DFE19}" dt="2020-08-25T20:52:52.822" v="3076" actId="20577"/>
        <pc:sldMkLst>
          <pc:docMk/>
          <pc:sldMk cId="37937628" sldId="286"/>
        </pc:sldMkLst>
        <pc:spChg chg="mod">
          <ac:chgData name="Milton Silva da Rocha" userId="7f9028a1bd1df426" providerId="LiveId" clId="{18C86E07-5976-4D1F-AD45-0E07159DFE19}" dt="2020-08-25T20:52:52.822" v="3076" actId="20577"/>
          <ac:spMkLst>
            <pc:docMk/>
            <pc:sldMk cId="37937628" sldId="286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18C86E07-5976-4D1F-AD45-0E07159DFE19}" dt="2020-08-25T20:58:55.353" v="3353" actId="108"/>
        <pc:sldMkLst>
          <pc:docMk/>
          <pc:sldMk cId="2512082521" sldId="287"/>
        </pc:sldMkLst>
        <pc:spChg chg="mod">
          <ac:chgData name="Milton Silva da Rocha" userId="7f9028a1bd1df426" providerId="LiveId" clId="{18C86E07-5976-4D1F-AD45-0E07159DFE19}" dt="2020-08-25T20:58:55.353" v="3353" actId="108"/>
          <ac:spMkLst>
            <pc:docMk/>
            <pc:sldMk cId="2512082521" sldId="287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18C86E07-5976-4D1F-AD45-0E07159DFE19}" dt="2020-08-25T20:33:39.756" v="2180" actId="20577"/>
        <pc:sldMkLst>
          <pc:docMk/>
          <pc:sldMk cId="33428002" sldId="288"/>
        </pc:sldMkLst>
        <pc:spChg chg="mod">
          <ac:chgData name="Milton Silva da Rocha" userId="7f9028a1bd1df426" providerId="LiveId" clId="{18C86E07-5976-4D1F-AD45-0E07159DFE19}" dt="2020-08-25T20:32:47.716" v="2132" actId="14100"/>
          <ac:spMkLst>
            <pc:docMk/>
            <pc:sldMk cId="33428002" sldId="288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5T20:33:39.756" v="2180" actId="20577"/>
          <ac:spMkLst>
            <pc:docMk/>
            <pc:sldMk cId="33428002" sldId="288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18C86E07-5976-4D1F-AD45-0E07159DFE19}" dt="2020-08-25T20:56:41.264" v="3297" actId="12"/>
        <pc:sldMkLst>
          <pc:docMk/>
          <pc:sldMk cId="2740493399" sldId="289"/>
        </pc:sldMkLst>
        <pc:spChg chg="mod">
          <ac:chgData name="Milton Silva da Rocha" userId="7f9028a1bd1df426" providerId="LiveId" clId="{18C86E07-5976-4D1F-AD45-0E07159DFE19}" dt="2020-08-25T20:56:41.264" v="3297" actId="12"/>
          <ac:spMkLst>
            <pc:docMk/>
            <pc:sldMk cId="2740493399" sldId="289"/>
            <ac:spMk id="3" creationId="{00000000-0000-0000-0000-000000000000}"/>
          </ac:spMkLst>
        </pc:spChg>
      </pc:sldChg>
      <pc:sldChg chg="modSp add mod">
        <pc:chgData name="Milton Silva da Rocha" userId="7f9028a1bd1df426" providerId="LiveId" clId="{18C86E07-5976-4D1F-AD45-0E07159DFE19}" dt="2020-08-26T08:53:00.913" v="4520" actId="255"/>
        <pc:sldMkLst>
          <pc:docMk/>
          <pc:sldMk cId="253574600" sldId="290"/>
        </pc:sldMkLst>
        <pc:spChg chg="mod">
          <ac:chgData name="Milton Silva da Rocha" userId="7f9028a1bd1df426" providerId="LiveId" clId="{18C86E07-5976-4D1F-AD45-0E07159DFE19}" dt="2020-08-25T21:03:39.682" v="3440" actId="27636"/>
          <ac:spMkLst>
            <pc:docMk/>
            <pc:sldMk cId="253574600" sldId="290"/>
            <ac:spMk id="2" creationId="{00000000-0000-0000-0000-000000000000}"/>
          </ac:spMkLst>
        </pc:spChg>
        <pc:spChg chg="mod">
          <ac:chgData name="Milton Silva da Rocha" userId="7f9028a1bd1df426" providerId="LiveId" clId="{18C86E07-5976-4D1F-AD45-0E07159DFE19}" dt="2020-08-26T08:53:00.913" v="4520" actId="255"/>
          <ac:spMkLst>
            <pc:docMk/>
            <pc:sldMk cId="253574600" sldId="290"/>
            <ac:spMk id="3" creationId="{00000000-0000-0000-0000-000000000000}"/>
          </ac:spMkLst>
        </pc:spChg>
      </pc:sldChg>
    </pc:docChg>
  </pc:docChgLst>
  <pc:docChgLst>
    <pc:chgData name="Milton Silva da Rocha" userId="7f9028a1bd1df426" providerId="LiveId" clId="{84C0B70F-3A07-4C5A-BD7A-F4BD200DC575}"/>
    <pc:docChg chg="undo custSel modSld">
      <pc:chgData name="Milton Silva da Rocha" userId="7f9028a1bd1df426" providerId="LiveId" clId="{84C0B70F-3A07-4C5A-BD7A-F4BD200DC575}" dt="2021-02-18T16:57:16.175" v="401" actId="20577"/>
      <pc:docMkLst>
        <pc:docMk/>
      </pc:docMkLst>
      <pc:sldChg chg="modSp mod">
        <pc:chgData name="Milton Silva da Rocha" userId="7f9028a1bd1df426" providerId="LiveId" clId="{84C0B70F-3A07-4C5A-BD7A-F4BD200DC575}" dt="2021-02-17T22:57:20.945" v="278" actId="20577"/>
        <pc:sldMkLst>
          <pc:docMk/>
          <pc:sldMk cId="0" sldId="260"/>
        </pc:sldMkLst>
        <pc:spChg chg="mod">
          <ac:chgData name="Milton Silva da Rocha" userId="7f9028a1bd1df426" providerId="LiveId" clId="{84C0B70F-3A07-4C5A-BD7A-F4BD200DC575}" dt="2021-02-17T22:57:20.945" v="278" actId="20577"/>
          <ac:spMkLst>
            <pc:docMk/>
            <pc:sldMk cId="0" sldId="260"/>
            <ac:spMk id="10243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8T16:22:17.478" v="330" actId="207"/>
        <pc:sldMkLst>
          <pc:docMk/>
          <pc:sldMk cId="0" sldId="264"/>
        </pc:sldMkLst>
        <pc:spChg chg="mod">
          <ac:chgData name="Milton Silva da Rocha" userId="7f9028a1bd1df426" providerId="LiveId" clId="{84C0B70F-3A07-4C5A-BD7A-F4BD200DC575}" dt="2021-02-18T16:22:17.478" v="330" actId="207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7T14:46:25.678" v="105" actId="20577"/>
        <pc:sldMkLst>
          <pc:docMk/>
          <pc:sldMk cId="0" sldId="268"/>
        </pc:sldMkLst>
        <pc:spChg chg="mod">
          <ac:chgData name="Milton Silva da Rocha" userId="7f9028a1bd1df426" providerId="LiveId" clId="{84C0B70F-3A07-4C5A-BD7A-F4BD200DC575}" dt="2021-02-17T14:46:25.678" v="105" actId="20577"/>
          <ac:spMkLst>
            <pc:docMk/>
            <pc:sldMk cId="0" sldId="268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7T14:47:20.788" v="110" actId="20577"/>
        <pc:sldMkLst>
          <pc:docMk/>
          <pc:sldMk cId="0" sldId="269"/>
        </pc:sldMkLst>
        <pc:spChg chg="mod">
          <ac:chgData name="Milton Silva da Rocha" userId="7f9028a1bd1df426" providerId="LiveId" clId="{84C0B70F-3A07-4C5A-BD7A-F4BD200DC575}" dt="2021-02-17T14:47:20.788" v="110" actId="20577"/>
          <ac:spMkLst>
            <pc:docMk/>
            <pc:sldMk cId="0" sldId="269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8T16:48:41.083" v="373" actId="20577"/>
        <pc:sldMkLst>
          <pc:docMk/>
          <pc:sldMk cId="0" sldId="272"/>
        </pc:sldMkLst>
        <pc:spChg chg="mod">
          <ac:chgData name="Milton Silva da Rocha" userId="7f9028a1bd1df426" providerId="LiveId" clId="{84C0B70F-3A07-4C5A-BD7A-F4BD200DC575}" dt="2021-02-18T16:48:41.083" v="373" actId="20577"/>
          <ac:spMkLst>
            <pc:docMk/>
            <pc:sldMk cId="0" sldId="272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8T16:57:16.175" v="401" actId="20577"/>
        <pc:sldMkLst>
          <pc:docMk/>
          <pc:sldMk cId="0" sldId="273"/>
        </pc:sldMkLst>
        <pc:spChg chg="mod">
          <ac:chgData name="Milton Silva da Rocha" userId="7f9028a1bd1df426" providerId="LiveId" clId="{84C0B70F-3A07-4C5A-BD7A-F4BD200DC575}" dt="2021-02-18T16:57:16.175" v="401" actId="20577"/>
          <ac:spMkLst>
            <pc:docMk/>
            <pc:sldMk cId="0" sldId="273"/>
            <ac:spMk id="8195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7T14:39:18.623" v="55" actId="20577"/>
        <pc:sldMkLst>
          <pc:docMk/>
          <pc:sldMk cId="0" sldId="277"/>
        </pc:sldMkLst>
        <pc:spChg chg="mod">
          <ac:chgData name="Milton Silva da Rocha" userId="7f9028a1bd1df426" providerId="LiveId" clId="{84C0B70F-3A07-4C5A-BD7A-F4BD200DC575}" dt="2021-02-17T14:39:18.623" v="55" actId="20577"/>
          <ac:spMkLst>
            <pc:docMk/>
            <pc:sldMk cId="0" sldId="27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8T16:19:25.242" v="329" actId="20577"/>
        <pc:sldMkLst>
          <pc:docMk/>
          <pc:sldMk cId="3809271166" sldId="282"/>
        </pc:sldMkLst>
        <pc:spChg chg="mod">
          <ac:chgData name="Milton Silva da Rocha" userId="7f9028a1bd1df426" providerId="LiveId" clId="{84C0B70F-3A07-4C5A-BD7A-F4BD200DC575}" dt="2021-02-18T16:18:22.570" v="306" actId="14100"/>
          <ac:spMkLst>
            <pc:docMk/>
            <pc:sldMk cId="3809271166" sldId="282"/>
            <ac:spMk id="4" creationId="{00000000-0000-0000-0000-000000000000}"/>
          </ac:spMkLst>
        </pc:spChg>
        <pc:spChg chg="mod">
          <ac:chgData name="Milton Silva da Rocha" userId="7f9028a1bd1df426" providerId="LiveId" clId="{84C0B70F-3A07-4C5A-BD7A-F4BD200DC575}" dt="2021-02-18T16:19:25.242" v="329" actId="20577"/>
          <ac:spMkLst>
            <pc:docMk/>
            <pc:sldMk cId="3809271166" sldId="282"/>
            <ac:spMk id="18" creationId="{00000000-0000-0000-0000-000000000000}"/>
          </ac:spMkLst>
        </pc:spChg>
        <pc:cxnChg chg="mod">
          <ac:chgData name="Milton Silva da Rocha" userId="7f9028a1bd1df426" providerId="LiveId" clId="{84C0B70F-3A07-4C5A-BD7A-F4BD200DC575}" dt="2021-02-18T16:18:22.570" v="306" actId="14100"/>
          <ac:cxnSpMkLst>
            <pc:docMk/>
            <pc:sldMk cId="3809271166" sldId="282"/>
            <ac:cxnSpMk id="6" creationId="{00000000-0000-0000-0000-000000000000}"/>
          </ac:cxnSpMkLst>
        </pc:cxnChg>
      </pc:sldChg>
      <pc:sldChg chg="modSp mod">
        <pc:chgData name="Milton Silva da Rocha" userId="7f9028a1bd1df426" providerId="LiveId" clId="{84C0B70F-3A07-4C5A-BD7A-F4BD200DC575}" dt="2021-02-18T16:16:09.563" v="304" actId="115"/>
        <pc:sldMkLst>
          <pc:docMk/>
          <pc:sldMk cId="3164757328" sldId="283"/>
        </pc:sldMkLst>
        <pc:spChg chg="mod">
          <ac:chgData name="Milton Silva da Rocha" userId="7f9028a1bd1df426" providerId="LiveId" clId="{84C0B70F-3A07-4C5A-BD7A-F4BD200DC575}" dt="2021-02-17T14:21:41.624" v="7" actId="20577"/>
          <ac:spMkLst>
            <pc:docMk/>
            <pc:sldMk cId="3164757328" sldId="283"/>
            <ac:spMk id="3" creationId="{00000000-0000-0000-0000-000000000000}"/>
          </ac:spMkLst>
        </pc:spChg>
        <pc:spChg chg="mod">
          <ac:chgData name="Milton Silva da Rocha" userId="7f9028a1bd1df426" providerId="LiveId" clId="{84C0B70F-3A07-4C5A-BD7A-F4BD200DC575}" dt="2021-02-17T14:23:14.759" v="8" actId="1076"/>
          <ac:spMkLst>
            <pc:docMk/>
            <pc:sldMk cId="3164757328" sldId="283"/>
            <ac:spMk id="15" creationId="{00000000-0000-0000-0000-000000000000}"/>
          </ac:spMkLst>
        </pc:spChg>
        <pc:spChg chg="mod">
          <ac:chgData name="Milton Silva da Rocha" userId="7f9028a1bd1df426" providerId="LiveId" clId="{84C0B70F-3A07-4C5A-BD7A-F4BD200DC575}" dt="2021-02-18T16:16:09.563" v="304" actId="115"/>
          <ac:spMkLst>
            <pc:docMk/>
            <pc:sldMk cId="3164757328" sldId="283"/>
            <ac:spMk id="18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8T16:24:42.673" v="336" actId="115"/>
        <pc:sldMkLst>
          <pc:docMk/>
          <pc:sldMk cId="37937628" sldId="286"/>
        </pc:sldMkLst>
        <pc:spChg chg="mod">
          <ac:chgData name="Milton Silva da Rocha" userId="7f9028a1bd1df426" providerId="LiveId" clId="{84C0B70F-3A07-4C5A-BD7A-F4BD200DC575}" dt="2021-02-18T16:24:42.673" v="336" actId="115"/>
          <ac:spMkLst>
            <pc:docMk/>
            <pc:sldMk cId="37937628" sldId="286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84C0B70F-3A07-4C5A-BD7A-F4BD200DC575}" dt="2021-02-17T14:33:09.588" v="44" actId="6549"/>
        <pc:sldMkLst>
          <pc:docMk/>
          <pc:sldMk cId="2740493399" sldId="289"/>
        </pc:sldMkLst>
        <pc:spChg chg="mod">
          <ac:chgData name="Milton Silva da Rocha" userId="7f9028a1bd1df426" providerId="LiveId" clId="{84C0B70F-3A07-4C5A-BD7A-F4BD200DC575}" dt="2021-02-17T14:33:09.588" v="44" actId="6549"/>
          <ac:spMkLst>
            <pc:docMk/>
            <pc:sldMk cId="2740493399" sldId="289"/>
            <ac:spMk id="3" creationId="{00000000-0000-0000-0000-000000000000}"/>
          </ac:spMkLst>
        </pc:spChg>
      </pc:sldChg>
    </pc:docChg>
  </pc:docChgLst>
  <pc:docChgLst>
    <pc:chgData name="Milton Silva da Rocha" userId="7f9028a1bd1df426" providerId="LiveId" clId="{4C509711-7288-4086-AA59-0E230E779F09}"/>
    <pc:docChg chg="custSel modSld">
      <pc:chgData name="Milton Silva da Rocha" userId="7f9028a1bd1df426" providerId="LiveId" clId="{4C509711-7288-4086-AA59-0E230E779F09}" dt="2021-02-16T17:06:54.867" v="255" actId="6549"/>
      <pc:docMkLst>
        <pc:docMk/>
      </pc:docMkLst>
      <pc:sldChg chg="modSp mod">
        <pc:chgData name="Milton Silva da Rocha" userId="7f9028a1bd1df426" providerId="LiveId" clId="{4C509711-7288-4086-AA59-0E230E779F09}" dt="2021-02-16T16:59:47.352" v="47" actId="115"/>
        <pc:sldMkLst>
          <pc:docMk/>
          <pc:sldMk cId="2810532326" sldId="275"/>
        </pc:sldMkLst>
        <pc:spChg chg="mod">
          <ac:chgData name="Milton Silva da Rocha" userId="7f9028a1bd1df426" providerId="LiveId" clId="{4C509711-7288-4086-AA59-0E230E779F09}" dt="2021-02-16T16:59:47.352" v="47" actId="115"/>
          <ac:spMkLst>
            <pc:docMk/>
            <pc:sldMk cId="2810532326" sldId="275"/>
            <ac:spMk id="9219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7:06:18.558" v="240" actId="207"/>
        <pc:sldMkLst>
          <pc:docMk/>
          <pc:sldMk cId="0" sldId="277"/>
        </pc:sldMkLst>
        <pc:spChg chg="mod">
          <ac:chgData name="Milton Silva da Rocha" userId="7f9028a1bd1df426" providerId="LiveId" clId="{4C509711-7288-4086-AA59-0E230E779F09}" dt="2021-02-16T17:06:18.558" v="240" actId="207"/>
          <ac:spMkLst>
            <pc:docMk/>
            <pc:sldMk cId="0" sldId="27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6:58:15.285" v="37" actId="20577"/>
        <pc:sldMkLst>
          <pc:docMk/>
          <pc:sldMk cId="418023671" sldId="280"/>
        </pc:sldMkLst>
        <pc:spChg chg="mod">
          <ac:chgData name="Milton Silva da Rocha" userId="7f9028a1bd1df426" providerId="LiveId" clId="{4C509711-7288-4086-AA59-0E230E779F09}" dt="2021-02-16T16:58:15.285" v="37" actId="20577"/>
          <ac:spMkLst>
            <pc:docMk/>
            <pc:sldMk cId="418023671" sldId="280"/>
            <ac:spMk id="3" creationId="{00000000-0000-0000-0000-000000000000}"/>
          </ac:spMkLst>
        </pc:spChg>
        <pc:spChg chg="mod">
          <ac:chgData name="Milton Silva da Rocha" userId="7f9028a1bd1df426" providerId="LiveId" clId="{4C509711-7288-4086-AA59-0E230E779F09}" dt="2021-02-16T16:57:50.216" v="6" actId="14100"/>
          <ac:spMkLst>
            <pc:docMk/>
            <pc:sldMk cId="418023671" sldId="280"/>
            <ac:spMk id="4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6:59:14.874" v="45" actId="20577"/>
        <pc:sldMkLst>
          <pc:docMk/>
          <pc:sldMk cId="3164757328" sldId="283"/>
        </pc:sldMkLst>
        <pc:spChg chg="mod">
          <ac:chgData name="Milton Silva da Rocha" userId="7f9028a1bd1df426" providerId="LiveId" clId="{4C509711-7288-4086-AA59-0E230E779F09}" dt="2021-02-16T16:59:14.874" v="45" actId="20577"/>
          <ac:spMkLst>
            <pc:docMk/>
            <pc:sldMk cId="3164757328" sldId="283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7:03:02.593" v="76" actId="20577"/>
        <pc:sldMkLst>
          <pc:docMk/>
          <pc:sldMk cId="37937628" sldId="286"/>
        </pc:sldMkLst>
        <pc:spChg chg="mod">
          <ac:chgData name="Milton Silva da Rocha" userId="7f9028a1bd1df426" providerId="LiveId" clId="{4C509711-7288-4086-AA59-0E230E779F09}" dt="2021-02-16T17:03:02.593" v="76" actId="20577"/>
          <ac:spMkLst>
            <pc:docMk/>
            <pc:sldMk cId="37937628" sldId="286"/>
            <ac:spMk id="2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7:03:32.977" v="85" actId="20577"/>
        <pc:sldMkLst>
          <pc:docMk/>
          <pc:sldMk cId="2512082521" sldId="287"/>
        </pc:sldMkLst>
        <pc:spChg chg="mod">
          <ac:chgData name="Milton Silva da Rocha" userId="7f9028a1bd1df426" providerId="LiveId" clId="{4C509711-7288-4086-AA59-0E230E779F09}" dt="2021-02-16T17:03:32.977" v="85" actId="20577"/>
          <ac:spMkLst>
            <pc:docMk/>
            <pc:sldMk cId="2512082521" sldId="287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6:56:52.686" v="0" actId="1076"/>
        <pc:sldMkLst>
          <pc:docMk/>
          <pc:sldMk cId="33428002" sldId="288"/>
        </pc:sldMkLst>
        <pc:spChg chg="mod">
          <ac:chgData name="Milton Silva da Rocha" userId="7f9028a1bd1df426" providerId="LiveId" clId="{4C509711-7288-4086-AA59-0E230E779F09}" dt="2021-02-16T16:56:52.686" v="0" actId="1076"/>
          <ac:spMkLst>
            <pc:docMk/>
            <pc:sldMk cId="33428002" sldId="288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7:02:02.146" v="50" actId="207"/>
        <pc:sldMkLst>
          <pc:docMk/>
          <pc:sldMk cId="2740493399" sldId="289"/>
        </pc:sldMkLst>
        <pc:spChg chg="mod">
          <ac:chgData name="Milton Silva da Rocha" userId="7f9028a1bd1df426" providerId="LiveId" clId="{4C509711-7288-4086-AA59-0E230E779F09}" dt="2021-02-16T17:02:02.146" v="50" actId="207"/>
          <ac:spMkLst>
            <pc:docMk/>
            <pc:sldMk cId="2740493399" sldId="289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4C509711-7288-4086-AA59-0E230E779F09}" dt="2021-02-16T17:06:54.867" v="255" actId="6549"/>
        <pc:sldMkLst>
          <pc:docMk/>
          <pc:sldMk cId="253574600" sldId="290"/>
        </pc:sldMkLst>
        <pc:spChg chg="mod">
          <ac:chgData name="Milton Silva da Rocha" userId="7f9028a1bd1df426" providerId="LiveId" clId="{4C509711-7288-4086-AA59-0E230E779F09}" dt="2021-02-16T17:06:54.867" v="255" actId="6549"/>
          <ac:spMkLst>
            <pc:docMk/>
            <pc:sldMk cId="253574600" sldId="290"/>
            <ac:spMk id="3" creationId="{00000000-0000-0000-0000-000000000000}"/>
          </ac:spMkLst>
        </pc:spChg>
      </pc:sldChg>
    </pc:docChg>
  </pc:docChgLst>
  <pc:docChgLst>
    <pc:chgData name="Milton Silva da Rocha" userId="7f9028a1bd1df426" providerId="LiveId" clId="{293FECFD-6539-43BC-978A-2B413C634038}"/>
    <pc:docChg chg="undo custSel delSld modSld">
      <pc:chgData name="Milton Silva da Rocha" userId="7f9028a1bd1df426" providerId="LiveId" clId="{293FECFD-6539-43BC-978A-2B413C634038}" dt="2020-05-11T15:03:00.666" v="2561" actId="207"/>
      <pc:docMkLst>
        <pc:docMk/>
      </pc:docMkLst>
      <pc:sldChg chg="modSp mod">
        <pc:chgData name="Milton Silva da Rocha" userId="7f9028a1bd1df426" providerId="LiveId" clId="{293FECFD-6539-43BC-978A-2B413C634038}" dt="2020-05-11T14:15:14.626" v="116" actId="20577"/>
        <pc:sldMkLst>
          <pc:docMk/>
          <pc:sldMk cId="0" sldId="256"/>
        </pc:sldMkLst>
        <pc:spChg chg="mod">
          <ac:chgData name="Milton Silva da Rocha" userId="7f9028a1bd1df426" providerId="LiveId" clId="{293FECFD-6539-43BC-978A-2B413C634038}" dt="2020-05-11T14:12:56.096" v="11" actId="6549"/>
          <ac:spMkLst>
            <pc:docMk/>
            <pc:sldMk cId="0" sldId="256"/>
            <ac:spMk id="6146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15:14.626" v="116" actId="20577"/>
          <ac:spMkLst>
            <pc:docMk/>
            <pc:sldMk cId="0" sldId="256"/>
            <ac:spMk id="6147" creationId="{00000000-0000-0000-0000-000000000000}"/>
          </ac:spMkLst>
        </pc:spChg>
      </pc:sldChg>
      <pc:sldChg chg="modSp mod">
        <pc:chgData name="Milton Silva da Rocha" userId="7f9028a1bd1df426" providerId="LiveId" clId="{293FECFD-6539-43BC-978A-2B413C634038}" dt="2020-05-11T14:22:06.806" v="494" actId="27636"/>
        <pc:sldMkLst>
          <pc:docMk/>
          <pc:sldMk cId="0" sldId="262"/>
        </pc:sldMkLst>
        <pc:spChg chg="mod">
          <ac:chgData name="Milton Silva da Rocha" userId="7f9028a1bd1df426" providerId="LiveId" clId="{293FECFD-6539-43BC-978A-2B413C634038}" dt="2020-05-11T14:22:06.806" v="494" actId="27636"/>
          <ac:spMkLst>
            <pc:docMk/>
            <pc:sldMk cId="0" sldId="262"/>
            <ac:spMk id="3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20:48.784" v="480" actId="1038"/>
          <ac:spMkLst>
            <pc:docMk/>
            <pc:sldMk cId="0" sldId="262"/>
            <ac:spMk id="8" creationId="{00000000-0000-0000-0000-000000000000}"/>
          </ac:spMkLst>
        </pc:spChg>
        <pc:cxnChg chg="mod">
          <ac:chgData name="Milton Silva da Rocha" userId="7f9028a1bd1df426" providerId="LiveId" clId="{293FECFD-6539-43BC-978A-2B413C634038}" dt="2020-05-11T14:21:28.958" v="488" actId="692"/>
          <ac:cxnSpMkLst>
            <pc:docMk/>
            <pc:sldMk cId="0" sldId="262"/>
            <ac:cxnSpMk id="12" creationId="{00000000-0000-0000-0000-000000000000}"/>
          </ac:cxnSpMkLst>
        </pc:cxnChg>
      </pc:sldChg>
      <pc:sldChg chg="modSp mod">
        <pc:chgData name="Milton Silva da Rocha" userId="7f9028a1bd1df426" providerId="LiveId" clId="{293FECFD-6539-43BC-978A-2B413C634038}" dt="2020-05-11T14:33:56.422" v="1149" actId="27636"/>
        <pc:sldMkLst>
          <pc:docMk/>
          <pc:sldMk cId="0" sldId="264"/>
        </pc:sldMkLst>
        <pc:spChg chg="mod">
          <ac:chgData name="Milton Silva da Rocha" userId="7f9028a1bd1df426" providerId="LiveId" clId="{293FECFD-6539-43BC-978A-2B413C634038}" dt="2020-05-11T14:33:56.422" v="1149" actId="27636"/>
          <ac:spMkLst>
            <pc:docMk/>
            <pc:sldMk cId="0" sldId="264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93FECFD-6539-43BC-978A-2B413C634038}" dt="2020-05-11T14:49:40.996" v="1894" actId="6549"/>
        <pc:sldMkLst>
          <pc:docMk/>
          <pc:sldMk cId="0" sldId="267"/>
        </pc:sldMkLst>
        <pc:spChg chg="mod">
          <ac:chgData name="Milton Silva da Rocha" userId="7f9028a1bd1df426" providerId="LiveId" clId="{293FECFD-6539-43BC-978A-2B413C634038}" dt="2020-05-11T14:49:40.996" v="1894" actId="6549"/>
          <ac:spMkLst>
            <pc:docMk/>
            <pc:sldMk cId="0" sldId="267"/>
            <ac:spMk id="3" creationId="{00000000-0000-0000-0000-000000000000}"/>
          </ac:spMkLst>
        </pc:spChg>
      </pc:sldChg>
      <pc:sldChg chg="addSp delSp modSp mod">
        <pc:chgData name="Milton Silva da Rocha" userId="7f9028a1bd1df426" providerId="LiveId" clId="{293FECFD-6539-43BC-978A-2B413C634038}" dt="2020-05-11T14:55:21.206" v="2090" actId="6549"/>
        <pc:sldMkLst>
          <pc:docMk/>
          <pc:sldMk cId="0" sldId="272"/>
        </pc:sldMkLst>
        <pc:spChg chg="del mod">
          <ac:chgData name="Milton Silva da Rocha" userId="7f9028a1bd1df426" providerId="LiveId" clId="{293FECFD-6539-43BC-978A-2B413C634038}" dt="2020-05-11T14:51:37.215" v="1945" actId="478"/>
          <ac:spMkLst>
            <pc:docMk/>
            <pc:sldMk cId="0" sldId="272"/>
            <ac:spMk id="2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55:21.206" v="2090" actId="6549"/>
          <ac:spMkLst>
            <pc:docMk/>
            <pc:sldMk cId="0" sldId="272"/>
            <ac:spMk id="3" creationId="{00000000-0000-0000-0000-000000000000}"/>
          </ac:spMkLst>
        </pc:spChg>
        <pc:spChg chg="add mod">
          <ac:chgData name="Milton Silva da Rocha" userId="7f9028a1bd1df426" providerId="LiveId" clId="{293FECFD-6539-43BC-978A-2B413C634038}" dt="2020-05-11T14:54:01.844" v="2038" actId="27636"/>
          <ac:spMkLst>
            <pc:docMk/>
            <pc:sldMk cId="0" sldId="272"/>
            <ac:spMk id="5" creationId="{AE8A94D2-2AEE-4541-9E62-2012BC160FB6}"/>
          </ac:spMkLst>
        </pc:spChg>
      </pc:sldChg>
      <pc:sldChg chg="modSp mod">
        <pc:chgData name="Milton Silva da Rocha" userId="7f9028a1bd1df426" providerId="LiveId" clId="{293FECFD-6539-43BC-978A-2B413C634038}" dt="2020-05-11T14:24:38.589" v="637" actId="20577"/>
        <pc:sldMkLst>
          <pc:docMk/>
          <pc:sldMk cId="2810532326" sldId="275"/>
        </pc:sldMkLst>
        <pc:spChg chg="mod">
          <ac:chgData name="Milton Silva da Rocha" userId="7f9028a1bd1df426" providerId="LiveId" clId="{293FECFD-6539-43BC-978A-2B413C634038}" dt="2020-05-11T14:24:38.589" v="637" actId="20577"/>
          <ac:spMkLst>
            <pc:docMk/>
            <pc:sldMk cId="2810532326" sldId="275"/>
            <ac:spMk id="9219" creationId="{00000000-0000-0000-0000-000000000000}"/>
          </ac:spMkLst>
        </pc:spChg>
      </pc:sldChg>
      <pc:sldChg chg="modSp mod">
        <pc:chgData name="Milton Silva da Rocha" userId="7f9028a1bd1df426" providerId="LiveId" clId="{293FECFD-6539-43BC-978A-2B413C634038}" dt="2020-05-11T15:03:00.666" v="2561" actId="207"/>
        <pc:sldMkLst>
          <pc:docMk/>
          <pc:sldMk cId="1932255068" sldId="279"/>
        </pc:sldMkLst>
        <pc:spChg chg="mod">
          <ac:chgData name="Milton Silva da Rocha" userId="7f9028a1bd1df426" providerId="LiveId" clId="{293FECFD-6539-43BC-978A-2B413C634038}" dt="2020-05-11T15:03:00.666" v="2561" actId="207"/>
          <ac:spMkLst>
            <pc:docMk/>
            <pc:sldMk cId="1932255068" sldId="279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93FECFD-6539-43BC-978A-2B413C634038}" dt="2020-05-11T14:17:17.826" v="292" actId="1038"/>
        <pc:sldMkLst>
          <pc:docMk/>
          <pc:sldMk cId="418023671" sldId="280"/>
        </pc:sldMkLst>
        <pc:spChg chg="mod">
          <ac:chgData name="Milton Silva da Rocha" userId="7f9028a1bd1df426" providerId="LiveId" clId="{293FECFD-6539-43BC-978A-2B413C634038}" dt="2020-05-11T14:17:14.053" v="262" actId="20577"/>
          <ac:spMkLst>
            <pc:docMk/>
            <pc:sldMk cId="418023671" sldId="280"/>
            <ac:spMk id="3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17:17.826" v="292" actId="1038"/>
          <ac:spMkLst>
            <pc:docMk/>
            <pc:sldMk cId="418023671" sldId="280"/>
            <ac:spMk id="4" creationId="{00000000-0000-0000-0000-000000000000}"/>
          </ac:spMkLst>
        </pc:spChg>
      </pc:sldChg>
      <pc:sldChg chg="modSp mod">
        <pc:chgData name="Milton Silva da Rocha" userId="7f9028a1bd1df426" providerId="LiveId" clId="{293FECFD-6539-43BC-978A-2B413C634038}" dt="2020-05-11T14:17:36.506" v="298" actId="20577"/>
        <pc:sldMkLst>
          <pc:docMk/>
          <pc:sldMk cId="1708462611" sldId="281"/>
        </pc:sldMkLst>
        <pc:spChg chg="mod">
          <ac:chgData name="Milton Silva da Rocha" userId="7f9028a1bd1df426" providerId="LiveId" clId="{293FECFD-6539-43BC-978A-2B413C634038}" dt="2020-05-11T14:17:36.506" v="298" actId="20577"/>
          <ac:spMkLst>
            <pc:docMk/>
            <pc:sldMk cId="1708462611" sldId="281"/>
            <ac:spMk id="3" creationId="{00000000-0000-0000-0000-000000000000}"/>
          </ac:spMkLst>
        </pc:spChg>
      </pc:sldChg>
      <pc:sldChg chg="modSp mod">
        <pc:chgData name="Milton Silva da Rocha" userId="7f9028a1bd1df426" providerId="LiveId" clId="{293FECFD-6539-43BC-978A-2B413C634038}" dt="2020-05-11T14:33:07.750" v="1134" actId="20577"/>
        <pc:sldMkLst>
          <pc:docMk/>
          <pc:sldMk cId="3809271166" sldId="282"/>
        </pc:sldMkLst>
        <pc:spChg chg="mod">
          <ac:chgData name="Milton Silva da Rocha" userId="7f9028a1bd1df426" providerId="LiveId" clId="{293FECFD-6539-43BC-978A-2B413C634038}" dt="2020-05-11T14:30:06.775" v="937" actId="1076"/>
          <ac:spMkLst>
            <pc:docMk/>
            <pc:sldMk cId="3809271166" sldId="282"/>
            <ac:spMk id="2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32:31.809" v="1113" actId="20577"/>
          <ac:spMkLst>
            <pc:docMk/>
            <pc:sldMk cId="3809271166" sldId="282"/>
            <ac:spMk id="3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30:55.296" v="957" actId="1036"/>
          <ac:spMkLst>
            <pc:docMk/>
            <pc:sldMk cId="3809271166" sldId="282"/>
            <ac:spMk id="4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31:25.630" v="983" actId="1036"/>
          <ac:spMkLst>
            <pc:docMk/>
            <pc:sldMk cId="3809271166" sldId="282"/>
            <ac:spMk id="8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32:42.789" v="1118" actId="1038"/>
          <ac:spMkLst>
            <pc:docMk/>
            <pc:sldMk cId="3809271166" sldId="282"/>
            <ac:spMk id="9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33:07.750" v="1134" actId="20577"/>
          <ac:spMkLst>
            <pc:docMk/>
            <pc:sldMk cId="3809271166" sldId="282"/>
            <ac:spMk id="11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31:28.746" v="984" actId="1036"/>
          <ac:spMkLst>
            <pc:docMk/>
            <pc:sldMk cId="3809271166" sldId="282"/>
            <ac:spMk id="14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31:36.492" v="989" actId="1037"/>
          <ac:spMkLst>
            <pc:docMk/>
            <pc:sldMk cId="3809271166" sldId="282"/>
            <ac:spMk id="18" creationId="{00000000-0000-0000-0000-000000000000}"/>
          </ac:spMkLst>
        </pc:spChg>
        <pc:cxnChg chg="mod">
          <ac:chgData name="Milton Silva da Rocha" userId="7f9028a1bd1df426" providerId="LiveId" clId="{293FECFD-6539-43BC-978A-2B413C634038}" dt="2020-05-11T14:31:25.630" v="983" actId="1036"/>
          <ac:cxnSpMkLst>
            <pc:docMk/>
            <pc:sldMk cId="3809271166" sldId="282"/>
            <ac:cxnSpMk id="6" creationId="{00000000-0000-0000-0000-000000000000}"/>
          </ac:cxnSpMkLst>
        </pc:cxnChg>
        <pc:cxnChg chg="mod">
          <ac:chgData name="Milton Silva da Rocha" userId="7f9028a1bd1df426" providerId="LiveId" clId="{293FECFD-6539-43BC-978A-2B413C634038}" dt="2020-05-11T14:31:28.746" v="984" actId="1036"/>
          <ac:cxnSpMkLst>
            <pc:docMk/>
            <pc:sldMk cId="3809271166" sldId="282"/>
            <ac:cxnSpMk id="16" creationId="{00000000-0000-0000-0000-000000000000}"/>
          </ac:cxnSpMkLst>
        </pc:cxnChg>
      </pc:sldChg>
      <pc:sldChg chg="modSp mod">
        <pc:chgData name="Milton Silva da Rocha" userId="7f9028a1bd1df426" providerId="LiveId" clId="{293FECFD-6539-43BC-978A-2B413C634038}" dt="2020-05-11T14:25:21.910" v="660" actId="1035"/>
        <pc:sldMkLst>
          <pc:docMk/>
          <pc:sldMk cId="767961970" sldId="284"/>
        </pc:sldMkLst>
        <pc:spChg chg="mod">
          <ac:chgData name="Milton Silva da Rocha" userId="7f9028a1bd1df426" providerId="LiveId" clId="{293FECFD-6539-43BC-978A-2B413C634038}" dt="2020-05-11T14:25:16.394" v="653" actId="20577"/>
          <ac:spMkLst>
            <pc:docMk/>
            <pc:sldMk cId="767961970" sldId="284"/>
            <ac:spMk id="9219" creationId="{00000000-0000-0000-0000-000000000000}"/>
          </ac:spMkLst>
        </pc:spChg>
        <pc:picChg chg="mod">
          <ac:chgData name="Milton Silva da Rocha" userId="7f9028a1bd1df426" providerId="LiveId" clId="{293FECFD-6539-43BC-978A-2B413C634038}" dt="2020-05-11T14:25:21.910" v="660" actId="1035"/>
          <ac:picMkLst>
            <pc:docMk/>
            <pc:sldMk cId="767961970" sldId="284"/>
            <ac:picMk id="4" creationId="{00000000-0000-0000-0000-000000000000}"/>
          </ac:picMkLst>
        </pc:picChg>
      </pc:sldChg>
      <pc:sldChg chg="del">
        <pc:chgData name="Milton Silva da Rocha" userId="7f9028a1bd1df426" providerId="LiveId" clId="{293FECFD-6539-43BC-978A-2B413C634038}" dt="2020-05-11T14:48:39.841" v="1883" actId="2696"/>
        <pc:sldMkLst>
          <pc:docMk/>
          <pc:sldMk cId="309420265" sldId="285"/>
        </pc:sldMkLst>
      </pc:sldChg>
      <pc:sldChg chg="modSp mod">
        <pc:chgData name="Milton Silva da Rocha" userId="7f9028a1bd1df426" providerId="LiveId" clId="{293FECFD-6539-43BC-978A-2B413C634038}" dt="2020-05-11T14:48:02.835" v="1882" actId="6549"/>
        <pc:sldMkLst>
          <pc:docMk/>
          <pc:sldMk cId="37937628" sldId="286"/>
        </pc:sldMkLst>
        <pc:spChg chg="mod">
          <ac:chgData name="Milton Silva da Rocha" userId="7f9028a1bd1df426" providerId="LiveId" clId="{293FECFD-6539-43BC-978A-2B413C634038}" dt="2020-05-11T14:34:21.889" v="1152" actId="1076"/>
          <ac:spMkLst>
            <pc:docMk/>
            <pc:sldMk cId="37937628" sldId="286"/>
            <ac:spMk id="2" creationId="{00000000-0000-0000-0000-000000000000}"/>
          </ac:spMkLst>
        </pc:spChg>
        <pc:spChg chg="mod">
          <ac:chgData name="Milton Silva da Rocha" userId="7f9028a1bd1df426" providerId="LiveId" clId="{293FECFD-6539-43BC-978A-2B413C634038}" dt="2020-05-11T14:48:02.835" v="1882" actId="6549"/>
          <ac:spMkLst>
            <pc:docMk/>
            <pc:sldMk cId="37937628" sldId="286"/>
            <ac:spMk id="3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C90F3F-DB4B-4A47-BB15-910E10B2D836}" type="datetimeFigureOut">
              <a:rPr lang="pt-BR" smtClean="0"/>
              <a:pPr/>
              <a:t>16/08/2023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74C896-8BB7-47C5-9A96-8674143BC060}" type="slidenum">
              <a:rPr lang="pt-BR" smtClean="0"/>
              <a:pPr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49025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474C896-8BB7-47C5-9A96-8674143BC060}" type="slidenum">
              <a:rPr lang="pt-BR" smtClean="0"/>
              <a:pPr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4736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474C896-8BB7-47C5-9A96-8674143BC060}" type="slidenum">
              <a:rPr lang="pt-BR" smtClean="0"/>
              <a:pPr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4317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  <p:sp>
        <p:nvSpPr>
          <p:cNvPr id="7" name="Retângulo 6"/>
          <p:cNvSpPr/>
          <p:nvPr userDrawn="1"/>
        </p:nvSpPr>
        <p:spPr>
          <a:xfrm>
            <a:off x="0" y="0"/>
            <a:ext cx="9144000" cy="6858000"/>
          </a:xfrm>
          <a:prstGeom prst="rect">
            <a:avLst/>
          </a:prstGeom>
          <a:noFill/>
          <a:ln w="38100" cmpd="dbl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pt-BR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estilo do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E700DB3-DBF0-4086-B675-117E7A9610B8}" type="datetimeFigureOut">
              <a:rPr lang="pt-BR" smtClean="0"/>
              <a:pPr/>
              <a:t>16/08/2023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9D8CF-8DEC-4D9F-84EE-ADF04DFF3391}" type="slidenum">
              <a:rPr lang="pt-BR" smtClean="0"/>
              <a:pPr/>
              <a:t>‹nº›</a:t>
            </a:fld>
            <a:endParaRPr lang="pt-BR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3412"/>
          </a:xfrm>
        </p:spPr>
        <p:txBody>
          <a:bodyPr>
            <a:normAutofit fontScale="90000"/>
          </a:bodyPr>
          <a:lstStyle/>
          <a:p>
            <a:r>
              <a:rPr lang="pt-BR" u="sng" dirty="0">
                <a:solidFill>
                  <a:srgbClr val="FF0000"/>
                </a:solidFill>
              </a:rPr>
              <a:t>Atividades 1: </a:t>
            </a:r>
            <a:r>
              <a:rPr lang="pt-BR" b="1" i="1" u="sng" dirty="0"/>
              <a:t>Alimentação</a:t>
            </a:r>
            <a:endParaRPr lang="pt-BR" u="sng" dirty="0">
              <a:solidFill>
                <a:srgbClr val="FF0000"/>
              </a:solidFill>
            </a:endParaRPr>
          </a:p>
        </p:txBody>
      </p:sp>
      <p:sp>
        <p:nvSpPr>
          <p:cNvPr id="6147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981075"/>
            <a:ext cx="8229600" cy="5327650"/>
          </a:xfrm>
        </p:spPr>
        <p:txBody>
          <a:bodyPr/>
          <a:lstStyle/>
          <a:p>
            <a:pPr marL="0" indent="0" algn="ctr" eaLnBrk="1" hangingPunct="1">
              <a:buNone/>
            </a:pPr>
            <a:r>
              <a:rPr lang="pt-BR" sz="2400" dirty="0"/>
              <a:t>Temas do estudo.</a:t>
            </a:r>
          </a:p>
          <a:p>
            <a:pPr eaLnBrk="1" hangingPunct="1"/>
            <a:r>
              <a:rPr lang="pt-BR" sz="2400" dirty="0"/>
              <a:t>Rede ENEL (</a:t>
            </a:r>
            <a:r>
              <a:rPr lang="pt-BR" sz="2400" dirty="0" err="1"/>
              <a:t>ex-Eletropaulo</a:t>
            </a:r>
            <a:r>
              <a:rPr lang="pt-BR" sz="2400" dirty="0"/>
              <a:t>).</a:t>
            </a:r>
          </a:p>
          <a:p>
            <a:pPr eaLnBrk="1" hangingPunct="1"/>
            <a:r>
              <a:rPr lang="pt-BR" sz="2400" dirty="0"/>
              <a:t>Estabilizador. </a:t>
            </a:r>
            <a:r>
              <a:rPr lang="pt-BR" sz="2400" i="1" dirty="0"/>
              <a:t>No break.</a:t>
            </a:r>
          </a:p>
          <a:p>
            <a:pPr eaLnBrk="1" hangingPunct="1"/>
            <a:r>
              <a:rPr lang="pt-BR" sz="2400" dirty="0"/>
              <a:t>Potencia, Tensão e Corrente elétrica.</a:t>
            </a:r>
          </a:p>
          <a:p>
            <a:pPr eaLnBrk="1" hangingPunct="1"/>
            <a:r>
              <a:rPr lang="pt-BR" sz="2400" dirty="0"/>
              <a:t>Unidades elétricas: Watt, Volt, Ampère.</a:t>
            </a:r>
          </a:p>
          <a:p>
            <a:pPr marL="0" indent="0" algn="r">
              <a:buNone/>
            </a:pPr>
            <a:r>
              <a:rPr lang="pt-BR" sz="2400" dirty="0"/>
              <a:t>Medir significa comparar com um padrão.</a:t>
            </a:r>
          </a:p>
          <a:p>
            <a:pPr eaLnBrk="1" hangingPunct="1"/>
            <a:r>
              <a:rPr lang="pt-BR" sz="2400" dirty="0"/>
              <a:t>Medição da tensão da rede elétrica.</a:t>
            </a:r>
          </a:p>
          <a:p>
            <a:pPr eaLnBrk="1" hangingPunct="1"/>
            <a:r>
              <a:rPr lang="pt-BR" sz="2400" dirty="0"/>
              <a:t>A</a:t>
            </a:r>
            <a:r>
              <a:rPr lang="pt-BR" sz="2400" dirty="0" smtClean="0"/>
              <a:t>limentação </a:t>
            </a:r>
            <a:r>
              <a:rPr lang="pt-BR" sz="2400" dirty="0"/>
              <a:t>alternada e contínua.</a:t>
            </a:r>
          </a:p>
          <a:p>
            <a:pPr marL="0" indent="0" algn="ctr" eaLnBrk="1" hangingPunct="1">
              <a:buNone/>
            </a:pPr>
            <a:r>
              <a:rPr lang="pt-BR" sz="3600" dirty="0"/>
              <a:t>Resposta às questões no final do texto</a:t>
            </a:r>
            <a:r>
              <a:rPr lang="pt-BR" sz="4800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2920" y="116632"/>
            <a:ext cx="9098160" cy="792088"/>
          </a:xfrm>
        </p:spPr>
        <p:txBody>
          <a:bodyPr>
            <a:normAutofit/>
          </a:bodyPr>
          <a:lstStyle/>
          <a:p>
            <a:r>
              <a:rPr lang="pt-BR" sz="2800" dirty="0"/>
              <a:t>Fontes de alimentação contínua e alimentação alternada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23528" y="1124744"/>
            <a:ext cx="8640960" cy="5001419"/>
          </a:xfrm>
        </p:spPr>
        <p:txBody>
          <a:bodyPr>
            <a:normAutofit lnSpcReduction="10000"/>
          </a:bodyPr>
          <a:lstStyle/>
          <a:p>
            <a:r>
              <a:rPr lang="pt-BR" dirty="0"/>
              <a:t>Alimentação contínua. </a:t>
            </a:r>
            <a:r>
              <a:rPr lang="pt-BR" dirty="0" smtClean="0"/>
              <a:t>Polos </a:t>
            </a:r>
            <a:r>
              <a:rPr lang="pt-BR" dirty="0"/>
              <a:t>positivo e negativo</a:t>
            </a:r>
            <a:r>
              <a:rPr lang="pt-BR" dirty="0" smtClean="0"/>
              <a:t>.</a:t>
            </a:r>
          </a:p>
          <a:p>
            <a:pPr marL="0" indent="0">
              <a:buNone/>
            </a:pPr>
            <a:r>
              <a:rPr lang="pt-BR" dirty="0" smtClean="0"/>
              <a:t> </a:t>
            </a:r>
            <a:r>
              <a:rPr lang="pt-BR" dirty="0"/>
              <a:t>Exemplos: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Bateria de um carro (12 Volts)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Pilhas de lanternas(1,5 volts)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Baterias de celulares(5 volts)</a:t>
            </a:r>
          </a:p>
          <a:p>
            <a:r>
              <a:rPr lang="pt-BR" dirty="0"/>
              <a:t>Alimentação alternada. </a:t>
            </a:r>
            <a:r>
              <a:rPr lang="pt-BR" dirty="0" smtClean="0"/>
              <a:t>Não há </a:t>
            </a:r>
            <a:r>
              <a:rPr lang="pt-BR" dirty="0"/>
              <a:t>polaridade. Exemplos: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A tomada residencial (127 volts)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A alimentação dos chuveiros(220 volts) </a:t>
            </a:r>
          </a:p>
          <a:p>
            <a:endParaRPr lang="pt-BR" dirty="0"/>
          </a:p>
          <a:p>
            <a:pPr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084626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>
            <a:normAutofit/>
          </a:bodyPr>
          <a:lstStyle/>
          <a:p>
            <a:r>
              <a:rPr lang="pt-BR" dirty="0"/>
              <a:t>Valor nominal X Valor real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84711" y="1612366"/>
            <a:ext cx="8640960" cy="3633267"/>
          </a:xfrm>
        </p:spPr>
        <p:txBody>
          <a:bodyPr/>
          <a:lstStyle/>
          <a:p>
            <a:r>
              <a:rPr lang="pt-BR" dirty="0"/>
              <a:t>Valor nominal. É informado em catálogos, embalagens, corpo do produto...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dirty="0"/>
              <a:t>Valor real. Medida ou obtida no funcionamento de um equipamento ou dispositivo elétrico </a:t>
            </a:r>
          </a:p>
          <a:p>
            <a:endParaRPr lang="pt-BR" dirty="0"/>
          </a:p>
          <a:p>
            <a:pPr>
              <a:buNone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34280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ENEL (</a:t>
            </a:r>
            <a:r>
              <a:rPr lang="pt-BR" dirty="0" err="1"/>
              <a:t>ex-Eletropaulo</a:t>
            </a:r>
            <a:endParaRPr lang="pt-BR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602179" y="1196752"/>
            <a:ext cx="8229600" cy="5141168"/>
          </a:xfrm>
        </p:spPr>
        <p:txBody>
          <a:bodyPr/>
          <a:lstStyle/>
          <a:p>
            <a:r>
              <a:rPr lang="pt-BR" dirty="0"/>
              <a:t>Fornece tensão </a:t>
            </a:r>
            <a:r>
              <a:rPr lang="pt-BR" b="1" i="1" u="sng" dirty="0">
                <a:solidFill>
                  <a:srgbClr val="FF0000"/>
                </a:solidFill>
              </a:rPr>
              <a:t>alternada</a:t>
            </a:r>
            <a:r>
              <a:rPr lang="pt-BR" dirty="0"/>
              <a:t>:</a:t>
            </a:r>
          </a:p>
          <a:p>
            <a:r>
              <a:rPr lang="pt-BR" dirty="0"/>
              <a:t>Valor nominal da tensão: </a:t>
            </a:r>
            <a:r>
              <a:rPr lang="pt-BR" dirty="0">
                <a:solidFill>
                  <a:srgbClr val="FF0000"/>
                </a:solidFill>
              </a:rPr>
              <a:t>127 volts</a:t>
            </a:r>
            <a:r>
              <a:rPr lang="pt-BR" dirty="0"/>
              <a:t>;</a:t>
            </a:r>
          </a:p>
          <a:p>
            <a:pPr marL="0" indent="0" algn="r">
              <a:buNone/>
            </a:pPr>
            <a:r>
              <a:rPr lang="pt-BR" dirty="0"/>
              <a:t>Não possui polaridade. </a:t>
            </a:r>
          </a:p>
          <a:p>
            <a:r>
              <a:rPr lang="pt-BR" dirty="0"/>
              <a:t>Frequência da rede: 60 Hertz*.</a:t>
            </a:r>
          </a:p>
          <a:p>
            <a:pPr marL="0" indent="0" algn="r">
              <a:buNone/>
            </a:pPr>
            <a:r>
              <a:rPr lang="pt-BR" dirty="0"/>
              <a:t>*Hertz: 1 ciclo por segundo</a:t>
            </a:r>
          </a:p>
          <a:p>
            <a:endParaRPr lang="pt-BR" dirty="0"/>
          </a:p>
          <a:p>
            <a:endParaRPr lang="pt-BR" dirty="0"/>
          </a:p>
          <a:p>
            <a:pPr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764957" y="4365104"/>
            <a:ext cx="7776864" cy="157018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2800" b="1" dirty="0">
                <a:solidFill>
                  <a:srgbClr val="FF0000"/>
                </a:solidFill>
              </a:rPr>
              <a:t>Valor nominal: 127  volts</a:t>
            </a:r>
          </a:p>
          <a:p>
            <a:pPr algn="ctr"/>
            <a:r>
              <a:rPr lang="pt-BR" sz="2800" b="1" dirty="0">
                <a:solidFill>
                  <a:srgbClr val="FF0000"/>
                </a:solidFill>
              </a:rPr>
              <a:t>Alternada (não possui polaridade)</a:t>
            </a:r>
          </a:p>
          <a:p>
            <a:pPr algn="ctr"/>
            <a:r>
              <a:rPr lang="pt-BR" sz="2800" b="1" dirty="0">
                <a:solidFill>
                  <a:srgbClr val="FF0000"/>
                </a:solidFill>
              </a:rPr>
              <a:t>60 Hz</a:t>
            </a:r>
          </a:p>
        </p:txBody>
      </p:sp>
    </p:spTree>
    <p:extLst>
      <p:ext uri="{BB962C8B-B14F-4D97-AF65-F5344CB8AC3E}">
        <p14:creationId xmlns:p14="http://schemas.microsoft.com/office/powerpoint/2010/main" val="4180236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Estabilizador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052736"/>
            <a:ext cx="8856984" cy="5328591"/>
          </a:xfrm>
        </p:spPr>
        <p:txBody>
          <a:bodyPr>
            <a:normAutofit fontScale="92500"/>
          </a:bodyPr>
          <a:lstStyle/>
          <a:p>
            <a:r>
              <a:rPr lang="pt-BR" dirty="0"/>
              <a:t>Recebe </a:t>
            </a:r>
            <a:r>
              <a:rPr lang="pt-BR" dirty="0" smtClean="0"/>
              <a:t>tensão(</a:t>
            </a:r>
            <a:r>
              <a:rPr lang="pt-BR" b="1" i="1" u="sng" dirty="0" smtClean="0">
                <a:solidFill>
                  <a:srgbClr val="FF0000"/>
                </a:solidFill>
              </a:rPr>
              <a:t>alternada)</a:t>
            </a:r>
            <a:r>
              <a:rPr lang="pt-BR" dirty="0" smtClean="0"/>
              <a:t> </a:t>
            </a:r>
            <a:r>
              <a:rPr lang="pt-BR" dirty="0"/>
              <a:t>não estabilizada* da rede </a:t>
            </a:r>
            <a:r>
              <a:rPr lang="pt-BR" dirty="0" smtClean="0"/>
              <a:t>elétrica e fornece </a:t>
            </a:r>
            <a:r>
              <a:rPr lang="pt-BR" dirty="0"/>
              <a:t>tensão </a:t>
            </a:r>
            <a:r>
              <a:rPr lang="pt-BR" b="1" i="1" u="sng" dirty="0">
                <a:solidFill>
                  <a:srgbClr val="FF0000"/>
                </a:solidFill>
              </a:rPr>
              <a:t>nominal</a:t>
            </a:r>
            <a:r>
              <a:rPr lang="pt-BR" b="1" i="1" dirty="0">
                <a:solidFill>
                  <a:srgbClr val="FF0000"/>
                </a:solidFill>
              </a:rPr>
              <a:t> </a:t>
            </a:r>
            <a:r>
              <a:rPr lang="pt-BR" b="1" i="1" u="sng" dirty="0" smtClean="0">
                <a:solidFill>
                  <a:srgbClr val="FF0000"/>
                </a:solidFill>
              </a:rPr>
              <a:t>de </a:t>
            </a:r>
            <a:r>
              <a:rPr lang="pt-BR" b="1" i="1" u="sng" dirty="0">
                <a:solidFill>
                  <a:srgbClr val="FF0000"/>
                </a:solidFill>
              </a:rPr>
              <a:t>115V</a:t>
            </a:r>
            <a:r>
              <a:rPr lang="pt-BR" dirty="0"/>
              <a:t>:</a:t>
            </a:r>
          </a:p>
          <a:p>
            <a:r>
              <a:rPr lang="pt-BR" dirty="0"/>
              <a:t>60 Hertz;</a:t>
            </a:r>
          </a:p>
          <a:p>
            <a:pPr>
              <a:buNone/>
            </a:pPr>
            <a:endParaRPr lang="pt-BR" dirty="0"/>
          </a:p>
          <a:p>
            <a:pPr marL="0" indent="0">
              <a:buNone/>
            </a:pPr>
            <a:endParaRPr lang="pt-BR" sz="1900" dirty="0"/>
          </a:p>
          <a:p>
            <a:pPr marL="0" indent="0">
              <a:buNone/>
            </a:pPr>
            <a:r>
              <a:rPr lang="pt-BR" dirty="0">
                <a:solidFill>
                  <a:srgbClr val="FF0000"/>
                </a:solidFill>
              </a:rPr>
              <a:t>127 volts</a:t>
            </a:r>
          </a:p>
          <a:p>
            <a:pPr marL="0" indent="0">
              <a:buNone/>
            </a:pPr>
            <a:r>
              <a:rPr lang="pt-BR" dirty="0" smtClean="0">
                <a:solidFill>
                  <a:srgbClr val="FF0000"/>
                </a:solidFill>
              </a:rPr>
              <a:t>nominal</a:t>
            </a:r>
            <a:endParaRPr lang="pt-BR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*O valor real da tensão da rede pública depende de condições tais como: Dia, hora, condições climáticas...</a:t>
            </a:r>
          </a:p>
          <a:p>
            <a:endParaRPr lang="pt-BR" dirty="0"/>
          </a:p>
        </p:txBody>
      </p:sp>
      <p:sp>
        <p:nvSpPr>
          <p:cNvPr id="8" name="Elipse 7"/>
          <p:cNvSpPr/>
          <p:nvPr/>
        </p:nvSpPr>
        <p:spPr>
          <a:xfrm>
            <a:off x="3216171" y="2978889"/>
            <a:ext cx="2016224" cy="158417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/>
          <p:cNvSpPr txBox="1"/>
          <p:nvPr/>
        </p:nvSpPr>
        <p:spPr>
          <a:xfrm>
            <a:off x="3491880" y="3578827"/>
            <a:ext cx="152527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dirty="0"/>
              <a:t>estabilizador</a:t>
            </a:r>
          </a:p>
        </p:txBody>
      </p:sp>
      <p:cxnSp>
        <p:nvCxnSpPr>
          <p:cNvPr id="12" name="Conector de seta reta 15"/>
          <p:cNvCxnSpPr>
            <a:cxnSpLocks/>
          </p:cNvCxnSpPr>
          <p:nvPr/>
        </p:nvCxnSpPr>
        <p:spPr>
          <a:xfrm>
            <a:off x="2051720" y="3861048"/>
            <a:ext cx="1152128" cy="0"/>
          </a:xfrm>
          <a:prstGeom prst="straightConnector1">
            <a:avLst/>
          </a:prstGeom>
          <a:ln w="19050" cmpd="thickThin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de seta reta 15">
            <a:extLst>
              <a:ext uri="{FF2B5EF4-FFF2-40B4-BE49-F238E27FC236}">
                <a16:creationId xmlns:a16="http://schemas.microsoft.com/office/drawing/2014/main" id="{4884D671-9BBE-44AA-8C6D-EC54B5D71ABA}"/>
              </a:ext>
            </a:extLst>
          </p:cNvPr>
          <p:cNvCxnSpPr>
            <a:cxnSpLocks/>
          </p:cNvCxnSpPr>
          <p:nvPr/>
        </p:nvCxnSpPr>
        <p:spPr>
          <a:xfrm>
            <a:off x="5252219" y="3763492"/>
            <a:ext cx="1191989" cy="7485"/>
          </a:xfrm>
          <a:prstGeom prst="straightConnector1">
            <a:avLst/>
          </a:prstGeom>
          <a:ln w="19050" cmpd="thickThin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11B3E7E9-D9D1-49A3-BD14-6DBE43947457}"/>
              </a:ext>
            </a:extLst>
          </p:cNvPr>
          <p:cNvSpPr txBox="1"/>
          <p:nvPr/>
        </p:nvSpPr>
        <p:spPr>
          <a:xfrm>
            <a:off x="6444208" y="3284984"/>
            <a:ext cx="189685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>
                <a:solidFill>
                  <a:srgbClr val="002060"/>
                </a:solidFill>
              </a:rPr>
              <a:t>115 Volts (</a:t>
            </a:r>
            <a:r>
              <a:rPr lang="pt-BR" sz="2800" dirty="0" smtClean="0">
                <a:solidFill>
                  <a:srgbClr val="002060"/>
                </a:solidFill>
              </a:rPr>
              <a:t>nominal)</a:t>
            </a:r>
            <a:endParaRPr lang="pt-BR" sz="2800" dirty="0">
              <a:solidFill>
                <a:srgbClr val="002060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115616" y="274638"/>
            <a:ext cx="6840760" cy="634082"/>
          </a:xfrm>
        </p:spPr>
        <p:txBody>
          <a:bodyPr>
            <a:noAutofit/>
          </a:bodyPr>
          <a:lstStyle/>
          <a:p>
            <a:r>
              <a:rPr lang="pt-BR" sz="4000" dirty="0"/>
              <a:t>Fonte do computador(desktop)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124744"/>
            <a:ext cx="8928992" cy="5328592"/>
          </a:xfrm>
        </p:spPr>
        <p:txBody>
          <a:bodyPr/>
          <a:lstStyle/>
          <a:p>
            <a:r>
              <a:rPr lang="pt-BR" dirty="0"/>
              <a:t>Recebe tensão de </a:t>
            </a:r>
            <a:r>
              <a:rPr lang="pt-BR" sz="5400" dirty="0">
                <a:solidFill>
                  <a:srgbClr val="FF0000"/>
                </a:solidFill>
              </a:rPr>
              <a:t>115</a:t>
            </a:r>
            <a:r>
              <a:rPr lang="pt-BR" dirty="0"/>
              <a:t> Volts do estabilizador.</a:t>
            </a:r>
          </a:p>
          <a:p>
            <a:r>
              <a:rPr lang="pt-BR" dirty="0"/>
              <a:t>Possui circuitos (</a:t>
            </a:r>
            <a:r>
              <a:rPr lang="pt-BR" dirty="0">
                <a:solidFill>
                  <a:srgbClr val="FF0000"/>
                </a:solidFill>
              </a:rPr>
              <a:t>conversores)</a:t>
            </a:r>
            <a:r>
              <a:rPr lang="pt-BR" dirty="0"/>
              <a:t> de tensão </a:t>
            </a:r>
            <a:r>
              <a:rPr lang="pt-BR" dirty="0">
                <a:solidFill>
                  <a:srgbClr val="FF0000"/>
                </a:solidFill>
              </a:rPr>
              <a:t>alternada em tensão contínua</a:t>
            </a:r>
          </a:p>
          <a:p>
            <a:r>
              <a:rPr lang="pt-BR" dirty="0"/>
              <a:t>Fornece tensão contínua para alimentar </a:t>
            </a:r>
            <a:r>
              <a:rPr lang="pt-BR" dirty="0" err="1"/>
              <a:t>Ci’s</a:t>
            </a:r>
            <a:r>
              <a:rPr lang="pt-BR" dirty="0"/>
              <a:t> (5/3,3V) e motores (12V)</a:t>
            </a:r>
          </a:p>
          <a:p>
            <a:pPr>
              <a:buNone/>
            </a:pPr>
            <a:endParaRPr lang="pt-BR" dirty="0"/>
          </a:p>
          <a:p>
            <a:pPr>
              <a:buNone/>
            </a:pPr>
            <a:endParaRPr lang="pt-BR" dirty="0"/>
          </a:p>
          <a:p>
            <a:pPr>
              <a:buNone/>
            </a:pPr>
            <a:endParaRPr lang="pt-BR" dirty="0"/>
          </a:p>
          <a:p>
            <a:pPr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9" name="CaixaDeTexto 8"/>
          <p:cNvSpPr txBox="1"/>
          <p:nvPr/>
        </p:nvSpPr>
        <p:spPr>
          <a:xfrm>
            <a:off x="267753" y="4260140"/>
            <a:ext cx="2325807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dirty="0" smtClean="0">
                <a:solidFill>
                  <a:srgbClr val="00B050"/>
                </a:solidFill>
              </a:rPr>
              <a:t>115 </a:t>
            </a:r>
            <a:r>
              <a:rPr lang="pt-BR" sz="2400" dirty="0">
                <a:solidFill>
                  <a:srgbClr val="00B050"/>
                </a:solidFill>
              </a:rPr>
              <a:t>Volts alternados do estabilizador.</a:t>
            </a:r>
          </a:p>
          <a:p>
            <a:endParaRPr lang="pt-BR" dirty="0"/>
          </a:p>
        </p:txBody>
      </p:sp>
      <p:sp>
        <p:nvSpPr>
          <p:cNvPr id="14" name="Quadro 13"/>
          <p:cNvSpPr/>
          <p:nvPr/>
        </p:nvSpPr>
        <p:spPr>
          <a:xfrm>
            <a:off x="3002125" y="4063424"/>
            <a:ext cx="2554504" cy="1237784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6" name="Conector de seta reta 15"/>
          <p:cNvCxnSpPr/>
          <p:nvPr/>
        </p:nvCxnSpPr>
        <p:spPr>
          <a:xfrm>
            <a:off x="2195736" y="4709756"/>
            <a:ext cx="720080" cy="360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/>
          <p:cNvSpPr txBox="1"/>
          <p:nvPr/>
        </p:nvSpPr>
        <p:spPr>
          <a:xfrm>
            <a:off x="6504598" y="4161854"/>
            <a:ext cx="232580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>
                <a:solidFill>
                  <a:srgbClr val="FF0000"/>
                </a:solidFill>
              </a:rPr>
              <a:t>5/3,3* Volts (</a:t>
            </a:r>
            <a:r>
              <a:rPr lang="pt-BR" u="sng" dirty="0" err="1">
                <a:solidFill>
                  <a:srgbClr val="FF0000"/>
                </a:solidFill>
              </a:rPr>
              <a:t>CI</a:t>
            </a:r>
            <a:r>
              <a:rPr lang="pt-BR" dirty="0" err="1">
                <a:solidFill>
                  <a:srgbClr val="FF0000"/>
                </a:solidFill>
              </a:rPr>
              <a:t>s</a:t>
            </a:r>
            <a:r>
              <a:rPr lang="pt-BR" dirty="0">
                <a:solidFill>
                  <a:srgbClr val="FF0000"/>
                </a:solidFill>
              </a:rPr>
              <a:t>)</a:t>
            </a:r>
          </a:p>
          <a:p>
            <a:r>
              <a:rPr lang="pt-BR" u="sng" dirty="0">
                <a:solidFill>
                  <a:srgbClr val="FF0000"/>
                </a:solidFill>
              </a:rPr>
              <a:t>C</a:t>
            </a:r>
            <a:r>
              <a:rPr lang="pt-BR" dirty="0">
                <a:solidFill>
                  <a:srgbClr val="FF0000"/>
                </a:solidFill>
              </a:rPr>
              <a:t>ircuitos </a:t>
            </a:r>
            <a:r>
              <a:rPr lang="pt-BR" u="sng" dirty="0">
                <a:solidFill>
                  <a:srgbClr val="FF0000"/>
                </a:solidFill>
              </a:rPr>
              <a:t>I</a:t>
            </a:r>
            <a:r>
              <a:rPr lang="pt-BR" dirty="0">
                <a:solidFill>
                  <a:srgbClr val="FF0000"/>
                </a:solidFill>
              </a:rPr>
              <a:t>ntegrados</a:t>
            </a:r>
          </a:p>
          <a:p>
            <a:r>
              <a:rPr lang="pt-BR" dirty="0">
                <a:solidFill>
                  <a:srgbClr val="FFC000"/>
                </a:solidFill>
              </a:rPr>
              <a:t>12Volts(Motores)</a:t>
            </a:r>
          </a:p>
          <a:p>
            <a:r>
              <a:rPr lang="pt-BR" dirty="0"/>
              <a:t>Contínua (tem polos positivo e negativo</a:t>
            </a:r>
          </a:p>
          <a:p>
            <a:r>
              <a:rPr lang="pt-BR" dirty="0">
                <a:solidFill>
                  <a:srgbClr val="00B050"/>
                </a:solidFill>
              </a:rPr>
              <a:t>“3,3 Volts- alguns </a:t>
            </a:r>
            <a:r>
              <a:rPr lang="pt-BR" dirty="0" err="1">
                <a:solidFill>
                  <a:srgbClr val="00B050"/>
                </a:solidFill>
              </a:rPr>
              <a:t>CI´s</a:t>
            </a:r>
            <a:endParaRPr lang="pt-BR" dirty="0">
              <a:solidFill>
                <a:srgbClr val="00B050"/>
              </a:solidFill>
            </a:endParaRPr>
          </a:p>
        </p:txBody>
      </p:sp>
      <p:cxnSp>
        <p:nvCxnSpPr>
          <p:cNvPr id="12" name="Conector de seta reta 15"/>
          <p:cNvCxnSpPr/>
          <p:nvPr/>
        </p:nvCxnSpPr>
        <p:spPr>
          <a:xfrm>
            <a:off x="5556628" y="4365104"/>
            <a:ext cx="720080" cy="360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ector de seta reta 15"/>
          <p:cNvCxnSpPr/>
          <p:nvPr/>
        </p:nvCxnSpPr>
        <p:spPr>
          <a:xfrm>
            <a:off x="5607242" y="4683955"/>
            <a:ext cx="720080" cy="360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CaixaDeTexto 14"/>
          <p:cNvSpPr txBox="1"/>
          <p:nvPr/>
        </p:nvSpPr>
        <p:spPr>
          <a:xfrm>
            <a:off x="2456134" y="5410090"/>
            <a:ext cx="40208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             </a:t>
            </a:r>
            <a:r>
              <a:rPr lang="pt-BR" dirty="0">
                <a:solidFill>
                  <a:srgbClr val="C00000"/>
                </a:solidFill>
              </a:rPr>
              <a:t>Fonte do desktop</a:t>
            </a:r>
          </a:p>
          <a:p>
            <a:r>
              <a:rPr lang="pt-BR" dirty="0">
                <a:solidFill>
                  <a:srgbClr val="C00000"/>
                </a:solidFill>
              </a:rPr>
              <a:t>    Fornece alimentação contínua</a:t>
            </a:r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ED3423E-6ADE-4CB3-BA0B-10D9FB5B7689}"/>
              </a:ext>
            </a:extLst>
          </p:cNvPr>
          <p:cNvSpPr txBox="1"/>
          <p:nvPr/>
        </p:nvSpPr>
        <p:spPr>
          <a:xfrm>
            <a:off x="3335171" y="4391101"/>
            <a:ext cx="1846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800" dirty="0"/>
              <a:t>Fonte do desktop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1647573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ítulo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8229600" cy="792162"/>
          </a:xfrm>
        </p:spPr>
        <p:txBody>
          <a:bodyPr>
            <a:normAutofit/>
          </a:bodyPr>
          <a:lstStyle/>
          <a:p>
            <a:r>
              <a:rPr lang="pt-BR" sz="4000" u="sng" dirty="0">
                <a:solidFill>
                  <a:srgbClr val="FF0000"/>
                </a:solidFill>
              </a:rPr>
              <a:t>Tensão e corrente alternada</a:t>
            </a:r>
          </a:p>
        </p:txBody>
      </p:sp>
      <p:sp>
        <p:nvSpPr>
          <p:cNvPr id="9219" name="Espaço Reservado para Conteúdo 2"/>
          <p:cNvSpPr>
            <a:spLocks noGrp="1"/>
          </p:cNvSpPr>
          <p:nvPr>
            <p:ph idx="1"/>
          </p:nvPr>
        </p:nvSpPr>
        <p:spPr>
          <a:xfrm>
            <a:off x="0" y="981075"/>
            <a:ext cx="9144000" cy="5256237"/>
          </a:xfrm>
        </p:spPr>
        <p:txBody>
          <a:bodyPr>
            <a:normAutofit/>
          </a:bodyPr>
          <a:lstStyle/>
          <a:p>
            <a:r>
              <a:rPr lang="pt-BR" sz="2400" dirty="0"/>
              <a:t>Não tem polaridade, i.e., não tem polos positivos ou negativos. </a:t>
            </a:r>
          </a:p>
          <a:p>
            <a:pPr marL="0" indent="0">
              <a:buNone/>
            </a:pPr>
            <a:r>
              <a:rPr lang="pt-BR" sz="2400" dirty="0"/>
              <a:t>     </a:t>
            </a:r>
            <a:r>
              <a:rPr lang="pt-BR" sz="2400" b="1" u="sng" dirty="0"/>
              <a:t>Frequência</a:t>
            </a:r>
            <a:r>
              <a:rPr lang="pt-BR" sz="2400" dirty="0"/>
              <a:t> de 60 Hertz* (ciclos por segundo).</a:t>
            </a:r>
          </a:p>
          <a:p>
            <a:pPr marL="0" indent="0" algn="r">
              <a:buNone/>
            </a:pPr>
            <a:r>
              <a:rPr lang="pt-BR" sz="2400" dirty="0"/>
              <a:t>* Hertz indica o número de alternâncias de polaridade da rede de alimentação</a:t>
            </a:r>
          </a:p>
          <a:p>
            <a:pPr marL="0" indent="0"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331640" y="2706727"/>
            <a:ext cx="5760640" cy="3170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28105323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ítulo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8229600" cy="792162"/>
          </a:xfrm>
        </p:spPr>
        <p:txBody>
          <a:bodyPr>
            <a:normAutofit/>
          </a:bodyPr>
          <a:lstStyle/>
          <a:p>
            <a:r>
              <a:rPr lang="pt-BR" sz="4000" u="sng" dirty="0">
                <a:solidFill>
                  <a:srgbClr val="FF0000"/>
                </a:solidFill>
              </a:rPr>
              <a:t>Tensão e corrente contínua</a:t>
            </a:r>
          </a:p>
        </p:txBody>
      </p:sp>
      <p:sp>
        <p:nvSpPr>
          <p:cNvPr id="9219" name="Espaço Reservado para Conteúdo 2"/>
          <p:cNvSpPr>
            <a:spLocks noGrp="1"/>
          </p:cNvSpPr>
          <p:nvPr>
            <p:ph idx="1"/>
          </p:nvPr>
        </p:nvSpPr>
        <p:spPr>
          <a:xfrm>
            <a:off x="457201" y="1125538"/>
            <a:ext cx="8291264" cy="5111774"/>
          </a:xfrm>
        </p:spPr>
        <p:txBody>
          <a:bodyPr>
            <a:normAutofit/>
          </a:bodyPr>
          <a:lstStyle/>
          <a:p>
            <a:r>
              <a:rPr lang="pt-BR" sz="2400" dirty="0"/>
              <a:t>Há polos fixos. Não há inversão de polaridade nos polos. </a:t>
            </a:r>
          </a:p>
          <a:p>
            <a:r>
              <a:rPr lang="pt-BR" sz="2400" dirty="0"/>
              <a:t>Fornecida por fontes como, pilhas, baterias e similares.</a:t>
            </a:r>
          </a:p>
          <a:p>
            <a:pPr marL="0" indent="0"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sz="2400" dirty="0"/>
          </a:p>
          <a:p>
            <a:pPr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pic>
        <p:nvPicPr>
          <p:cNvPr id="4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403648" y="2564904"/>
            <a:ext cx="5760640" cy="31701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767961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9461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Resumo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39551" y="769254"/>
            <a:ext cx="8129841" cy="5828097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pt-BR" sz="2800" dirty="0"/>
              <a:t>Rede ENEL: 127 volts nominais</a:t>
            </a:r>
          </a:p>
          <a:p>
            <a:pPr marL="514350" indent="-514350">
              <a:buFont typeface="+mj-lt"/>
              <a:buAutoNum type="arabicPeriod"/>
            </a:pPr>
            <a:r>
              <a:rPr lang="pt-BR" sz="2800" dirty="0"/>
              <a:t>O estabilizador. Alimentado pela ENEL(através de tomadas) e  fornece </a:t>
            </a:r>
            <a:r>
              <a:rPr lang="pt-BR" sz="2800" b="1" i="1" u="sng" dirty="0">
                <a:solidFill>
                  <a:srgbClr val="FF0000"/>
                </a:solidFill>
              </a:rPr>
              <a:t>115 V alternados</a:t>
            </a:r>
            <a:r>
              <a:rPr lang="pt-BR" sz="2800" dirty="0"/>
              <a:t>:</a:t>
            </a:r>
          </a:p>
          <a:p>
            <a:pPr marL="514350" indent="-514350">
              <a:buFont typeface="+mj-lt"/>
              <a:buAutoNum type="arabicPeriod"/>
            </a:pPr>
            <a:r>
              <a:rPr lang="pt-BR" sz="2800" dirty="0"/>
              <a:t>A fonte do computador (no gabinete) recebe 115 volts </a:t>
            </a:r>
            <a:r>
              <a:rPr lang="pt-BR" sz="2800" b="1" i="1" u="sng" dirty="0">
                <a:solidFill>
                  <a:srgbClr val="FF0000"/>
                </a:solidFill>
              </a:rPr>
              <a:t>nominais</a:t>
            </a:r>
            <a:r>
              <a:rPr lang="pt-BR" sz="2800" dirty="0"/>
              <a:t> do estabilizador. Fornece 5/3,3 V para alimentar </a:t>
            </a:r>
            <a:r>
              <a:rPr lang="pt-BR" sz="2800" dirty="0" err="1"/>
              <a:t>CI’s</a:t>
            </a:r>
            <a:r>
              <a:rPr lang="pt-BR" sz="2800" dirty="0"/>
              <a:t> e 12 Volts para alimentar motores dos drives.</a:t>
            </a:r>
          </a:p>
          <a:p>
            <a:pPr marL="0" indent="0">
              <a:buNone/>
            </a:pPr>
            <a:endParaRPr lang="pt-BR" sz="2000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Retângulo 3"/>
          <p:cNvSpPr/>
          <p:nvPr/>
        </p:nvSpPr>
        <p:spPr>
          <a:xfrm>
            <a:off x="971600" y="4581128"/>
            <a:ext cx="1296144" cy="115212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dirty="0"/>
              <a:t>127 Volts</a:t>
            </a:r>
          </a:p>
          <a:p>
            <a:pPr algn="ctr"/>
            <a:r>
              <a:rPr lang="pt-BR" dirty="0"/>
              <a:t>(nominais)</a:t>
            </a:r>
          </a:p>
        </p:txBody>
      </p:sp>
      <p:cxnSp>
        <p:nvCxnSpPr>
          <p:cNvPr id="6" name="Conector de seta reta 5"/>
          <p:cNvCxnSpPr>
            <a:cxnSpLocks/>
            <a:stCxn id="4" idx="3"/>
            <a:endCxn id="8" idx="2"/>
          </p:cNvCxnSpPr>
          <p:nvPr/>
        </p:nvCxnSpPr>
        <p:spPr>
          <a:xfrm flipV="1">
            <a:off x="2267744" y="5121188"/>
            <a:ext cx="1296144" cy="3600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Elipse 7"/>
          <p:cNvSpPr/>
          <p:nvPr/>
        </p:nvSpPr>
        <p:spPr>
          <a:xfrm>
            <a:off x="3563888" y="4509120"/>
            <a:ext cx="1728192" cy="1224136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CaixaDeTexto 8"/>
          <p:cNvSpPr txBox="1"/>
          <p:nvPr/>
        </p:nvSpPr>
        <p:spPr>
          <a:xfrm>
            <a:off x="3851920" y="4726885"/>
            <a:ext cx="13681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115 Volts (nominais</a:t>
            </a:r>
          </a:p>
        </p:txBody>
      </p:sp>
      <p:sp>
        <p:nvSpPr>
          <p:cNvPr id="11" name="CaixaDeTexto 10"/>
          <p:cNvSpPr txBox="1"/>
          <p:nvPr/>
        </p:nvSpPr>
        <p:spPr>
          <a:xfrm>
            <a:off x="539552" y="5771871"/>
            <a:ext cx="78488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     Rede ENEL                                      Estabilizador                      Fonte do Computador</a:t>
            </a:r>
          </a:p>
          <a:p>
            <a:r>
              <a:rPr lang="pt-BR" dirty="0"/>
              <a:t>     (Alternada)                                     (Alternada)                                 (Contínua)</a:t>
            </a:r>
          </a:p>
        </p:txBody>
      </p:sp>
      <p:sp>
        <p:nvSpPr>
          <p:cNvPr id="14" name="Quadro 13"/>
          <p:cNvSpPr/>
          <p:nvPr/>
        </p:nvSpPr>
        <p:spPr>
          <a:xfrm>
            <a:off x="6156176" y="4653136"/>
            <a:ext cx="1872208" cy="936104"/>
          </a:xfrm>
          <a:prstGeom prst="fram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6" name="Conector de seta reta 15"/>
          <p:cNvCxnSpPr>
            <a:cxnSpLocks/>
            <a:stCxn id="8" idx="6"/>
            <a:endCxn id="14" idx="1"/>
          </p:cNvCxnSpPr>
          <p:nvPr/>
        </p:nvCxnSpPr>
        <p:spPr>
          <a:xfrm>
            <a:off x="5292080" y="5121188"/>
            <a:ext cx="864096" cy="0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ixaDeTexto 17"/>
          <p:cNvSpPr txBox="1"/>
          <p:nvPr/>
        </p:nvSpPr>
        <p:spPr>
          <a:xfrm>
            <a:off x="6156175" y="4726885"/>
            <a:ext cx="180020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dirty="0"/>
              <a:t>(Cis: 5/3,3 Volts</a:t>
            </a:r>
          </a:p>
          <a:p>
            <a:r>
              <a:rPr lang="pt-BR" dirty="0"/>
              <a:t>(Motores(12Volt)s</a:t>
            </a:r>
          </a:p>
        </p:txBody>
      </p:sp>
    </p:spTree>
    <p:extLst>
      <p:ext uri="{BB962C8B-B14F-4D97-AF65-F5344CB8AC3E}">
        <p14:creationId xmlns:p14="http://schemas.microsoft.com/office/powerpoint/2010/main" val="38092711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0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pt-BR" dirty="0"/>
              <a:t>Watt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908720"/>
            <a:ext cx="9144000" cy="5661248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85000" lnSpcReduction="10000"/>
          </a:bodyPr>
          <a:lstStyle/>
          <a:p>
            <a:r>
              <a:rPr lang="pt-BR" dirty="0"/>
              <a:t>Unidade de potência elétrica.</a:t>
            </a:r>
          </a:p>
          <a:p>
            <a:r>
              <a:rPr lang="pt-BR" dirty="0" smtClean="0"/>
              <a:t>Potencia: Energia/unidade </a:t>
            </a:r>
            <a:r>
              <a:rPr lang="pt-BR" dirty="0"/>
              <a:t>de tempo - produzida ou </a:t>
            </a:r>
            <a:r>
              <a:rPr lang="pt-BR" dirty="0" smtClean="0"/>
              <a:t>consumida.</a:t>
            </a:r>
            <a:endParaRPr lang="pt-BR" dirty="0"/>
          </a:p>
          <a:p>
            <a:r>
              <a:rPr lang="pt-BR" dirty="0"/>
              <a:t>Característica do equipamento ou </a:t>
            </a:r>
            <a:r>
              <a:rPr lang="pt-BR" dirty="0" smtClean="0"/>
              <a:t>dispositivo, em geral no corpo do equipamento. </a:t>
            </a:r>
          </a:p>
          <a:p>
            <a:pPr marL="0" indent="0" algn="r">
              <a:buNone/>
            </a:pPr>
            <a:r>
              <a:rPr lang="pt-BR" dirty="0" smtClean="0"/>
              <a:t>Exemplo</a:t>
            </a:r>
            <a:r>
              <a:rPr lang="pt-BR" dirty="0"/>
              <a:t>: Lâmpada elétrica (127V/60 W).</a:t>
            </a:r>
          </a:p>
          <a:p>
            <a:pPr marL="0" indent="0" algn="r">
              <a:buNone/>
            </a:pPr>
            <a:r>
              <a:rPr lang="pt-BR" dirty="0"/>
              <a:t>A</a:t>
            </a:r>
            <a:r>
              <a:rPr lang="pt-BR" dirty="0" smtClean="0"/>
              <a:t>limentada </a:t>
            </a:r>
            <a:r>
              <a:rPr lang="pt-BR" dirty="0"/>
              <a:t>com 127 V (volts</a:t>
            </a:r>
            <a:r>
              <a:rPr lang="pt-BR" dirty="0" smtClean="0"/>
              <a:t>);</a:t>
            </a:r>
          </a:p>
          <a:p>
            <a:pPr marL="0" indent="0" algn="r">
              <a:buNone/>
            </a:pPr>
            <a:r>
              <a:rPr lang="pt-BR" dirty="0" smtClean="0"/>
              <a:t>Potência60W </a:t>
            </a:r>
            <a:r>
              <a:rPr lang="pt-BR" dirty="0"/>
              <a:t>(Watts).</a:t>
            </a:r>
          </a:p>
          <a:p>
            <a:pPr marL="0" indent="0">
              <a:buNone/>
            </a:pPr>
            <a:r>
              <a:rPr lang="pt-BR" dirty="0"/>
              <a:t>Nota: Energia/tempo=Potência;  Energia=</a:t>
            </a:r>
            <a:r>
              <a:rPr lang="pt-BR" dirty="0">
                <a:solidFill>
                  <a:srgbClr val="FF0000"/>
                </a:solidFill>
              </a:rPr>
              <a:t>Potência</a:t>
            </a:r>
            <a:r>
              <a:rPr lang="pt-BR" dirty="0"/>
              <a:t>*tempo. </a:t>
            </a:r>
          </a:p>
          <a:p>
            <a:pPr marL="0" indent="0">
              <a:buNone/>
            </a:pPr>
            <a:r>
              <a:rPr lang="pt-BR" dirty="0"/>
              <a:t>A unidade de potência </a:t>
            </a:r>
            <a:r>
              <a:rPr lang="pt-BR" dirty="0" smtClean="0"/>
              <a:t>elétrica: </a:t>
            </a:r>
            <a:r>
              <a:rPr lang="pt-BR" dirty="0"/>
              <a:t>Joule=1Watt*segundo.</a:t>
            </a:r>
          </a:p>
          <a:p>
            <a:pPr marL="0" indent="0">
              <a:buNone/>
            </a:pPr>
            <a:endParaRPr lang="pt-BR" dirty="0"/>
          </a:p>
          <a:p>
            <a:pPr marL="0" indent="0" algn="r">
              <a:buNone/>
            </a:pPr>
            <a:r>
              <a:rPr lang="pt-BR" sz="2400" dirty="0"/>
              <a:t>SUSTENTABILIDADE </a:t>
            </a:r>
            <a:r>
              <a:rPr lang="pt-BR" sz="2400" dirty="0">
                <a:sym typeface="Wingdings" panose="05000000000000000000" pitchFamily="2" charset="2"/>
              </a:rPr>
              <a:t> DEVOLVER À NATUREZA A </a:t>
            </a:r>
          </a:p>
          <a:p>
            <a:pPr marL="0" indent="0" algn="r">
              <a:buNone/>
            </a:pPr>
            <a:r>
              <a:rPr lang="pt-BR" sz="2400" dirty="0">
                <a:sym typeface="Wingdings" panose="05000000000000000000" pitchFamily="2" charset="2"/>
              </a:rPr>
              <a:t>ENERGIA CONSUMIDA</a:t>
            </a:r>
            <a:endParaRPr lang="pt-BR" sz="2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Watt.(Exemplo do cotidiano)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51520" y="822722"/>
            <a:ext cx="8784976" cy="5846638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40000" lnSpcReduction="20000"/>
          </a:bodyPr>
          <a:lstStyle/>
          <a:p>
            <a:r>
              <a:rPr lang="pt-BR" sz="8000" dirty="0"/>
              <a:t>Potência elétrica &amp; potência mecânica. </a:t>
            </a:r>
          </a:p>
          <a:p>
            <a:pPr marL="0" indent="0">
              <a:buNone/>
            </a:pPr>
            <a:r>
              <a:rPr lang="pt-BR" sz="8000" dirty="0">
                <a:solidFill>
                  <a:srgbClr val="0070C0"/>
                </a:solidFill>
              </a:rPr>
              <a:t>Exemplo. Cálculo da energia (mecânica) necessária para uma pessoa de 70 Kg subir 10m de escada.</a:t>
            </a:r>
          </a:p>
          <a:p>
            <a:pPr marL="0" indent="0">
              <a:buNone/>
            </a:pPr>
            <a:endParaRPr lang="pt-BR" sz="4400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pt-BR" sz="8000" dirty="0">
                <a:solidFill>
                  <a:srgbClr val="00B050"/>
                </a:solidFill>
              </a:rPr>
              <a:t>Fórmula: </a:t>
            </a:r>
            <a:r>
              <a:rPr lang="pt-BR" sz="9000" dirty="0">
                <a:solidFill>
                  <a:srgbClr val="FF0000"/>
                </a:solidFill>
              </a:rPr>
              <a:t>E=m * g * h</a:t>
            </a:r>
          </a:p>
          <a:p>
            <a:pPr marL="0" indent="0">
              <a:buNone/>
            </a:pPr>
            <a:r>
              <a:rPr lang="pt-BR" sz="8000" dirty="0">
                <a:solidFill>
                  <a:srgbClr val="00B050"/>
                </a:solidFill>
              </a:rPr>
              <a:t>m = massa do corpo em quilogramas (Kg);</a:t>
            </a:r>
          </a:p>
          <a:p>
            <a:pPr marL="0" indent="0">
              <a:buNone/>
            </a:pPr>
            <a:r>
              <a:rPr lang="pt-BR" sz="8000" dirty="0">
                <a:solidFill>
                  <a:srgbClr val="00B050"/>
                </a:solidFill>
              </a:rPr>
              <a:t>g=aceleração da gravidade=9,8m/ s</a:t>
            </a:r>
            <a:r>
              <a:rPr lang="pt-BR" sz="8000" baseline="30000" dirty="0">
                <a:solidFill>
                  <a:srgbClr val="00B050"/>
                </a:solidFill>
              </a:rPr>
              <a:t>2</a:t>
            </a:r>
            <a:r>
              <a:rPr lang="pt-BR" sz="8000" dirty="0">
                <a:solidFill>
                  <a:srgbClr val="00B050"/>
                </a:solidFill>
              </a:rPr>
              <a:t>;</a:t>
            </a:r>
          </a:p>
          <a:p>
            <a:pPr marL="0" indent="0">
              <a:buNone/>
            </a:pPr>
            <a:r>
              <a:rPr lang="pt-BR" sz="8000" dirty="0">
                <a:solidFill>
                  <a:srgbClr val="00B050"/>
                </a:solidFill>
              </a:rPr>
              <a:t>h=altura elevada em metros;</a:t>
            </a:r>
          </a:p>
          <a:p>
            <a:pPr marL="0" indent="0">
              <a:buNone/>
            </a:pPr>
            <a:r>
              <a:rPr lang="pt-BR" sz="8000" dirty="0">
                <a:solidFill>
                  <a:srgbClr val="00B050"/>
                </a:solidFill>
              </a:rPr>
              <a:t>E = energia gasta em joules*</a:t>
            </a:r>
          </a:p>
          <a:p>
            <a:pPr marL="0" indent="0" algn="r">
              <a:buNone/>
            </a:pPr>
            <a:r>
              <a:rPr lang="pt-BR" sz="8000" dirty="0"/>
              <a:t>E=10m * 9,8 m/s</a:t>
            </a:r>
            <a:r>
              <a:rPr lang="pt-BR" sz="8000" baseline="30000" dirty="0"/>
              <a:t>2</a:t>
            </a:r>
            <a:r>
              <a:rPr lang="pt-BR" sz="8000" dirty="0"/>
              <a:t> *70 Kg = 6860  Joules</a:t>
            </a:r>
          </a:p>
          <a:p>
            <a:pPr marL="0" indent="0">
              <a:buNone/>
            </a:pPr>
            <a:r>
              <a:rPr lang="pt-BR" sz="8000" dirty="0">
                <a:solidFill>
                  <a:srgbClr val="FF0000"/>
                </a:solidFill>
              </a:rPr>
              <a:t>* O equivalente de energia consumida pelo corpo em calorias é </a:t>
            </a:r>
            <a:r>
              <a:rPr lang="pt-BR" sz="10000" b="1" i="1" u="sng" dirty="0">
                <a:solidFill>
                  <a:srgbClr val="FF0000"/>
                </a:solidFill>
              </a:rPr>
              <a:t>1cal=4,18 joules. </a:t>
            </a:r>
          </a:p>
          <a:p>
            <a:pPr marL="0" indent="0">
              <a:buNone/>
            </a:pPr>
            <a:endParaRPr lang="pt-BR" sz="4000" dirty="0"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pt-BR" sz="8000" dirty="0">
              <a:sym typeface="Wingdings" panose="05000000000000000000" pitchFamily="2" charset="2"/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93762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Watt.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822722"/>
            <a:ext cx="8928992" cy="5846638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55000" lnSpcReduction="20000"/>
          </a:bodyPr>
          <a:lstStyle/>
          <a:p>
            <a:pPr marL="0" indent="0">
              <a:buNone/>
            </a:pPr>
            <a:endParaRPr lang="pt-BR" sz="4000" dirty="0">
              <a:sym typeface="Wingdings" panose="05000000000000000000" pitchFamily="2" charset="2"/>
            </a:endParaRPr>
          </a:p>
          <a:p>
            <a:r>
              <a:rPr lang="pt-BR" sz="5100" dirty="0">
                <a:sym typeface="Wingdings" panose="05000000000000000000" pitchFamily="2" charset="2"/>
              </a:rPr>
              <a:t>A conversão para calorias é obtida pela divisão de Joules por 4,18. </a:t>
            </a:r>
          </a:p>
          <a:p>
            <a:pPr marL="0" indent="0" algn="r">
              <a:buNone/>
            </a:pPr>
            <a:r>
              <a:rPr lang="pt-BR" sz="8000" dirty="0">
                <a:solidFill>
                  <a:srgbClr val="00B0F0"/>
                </a:solidFill>
                <a:sym typeface="Wingdings" panose="05000000000000000000" pitchFamily="2" charset="2"/>
              </a:rPr>
              <a:t>Desse modo: 6680/4,18  = 1598cal</a:t>
            </a:r>
          </a:p>
          <a:p>
            <a:pPr marL="0" indent="0">
              <a:buNone/>
            </a:pPr>
            <a:r>
              <a:rPr lang="pt-BR" sz="8000" dirty="0">
                <a:sym typeface="Wingdings" panose="05000000000000000000" pitchFamily="2" charset="2"/>
              </a:rPr>
              <a:t> </a:t>
            </a:r>
          </a:p>
          <a:p>
            <a:r>
              <a:rPr lang="pt-BR" sz="5800" dirty="0">
                <a:sym typeface="Wingdings" panose="05000000000000000000" pitchFamily="2" charset="2"/>
              </a:rPr>
              <a:t>A unidade </a:t>
            </a:r>
            <a:r>
              <a:rPr lang="pt-BR" sz="5800" dirty="0">
                <a:solidFill>
                  <a:srgbClr val="FF0000"/>
                </a:solidFill>
                <a:sym typeface="Wingdings" panose="05000000000000000000" pitchFamily="2" charset="2"/>
              </a:rPr>
              <a:t>c</a:t>
            </a:r>
            <a:r>
              <a:rPr lang="pt-BR" sz="5800" dirty="0">
                <a:sym typeface="Wingdings" panose="05000000000000000000" pitchFamily="2" charset="2"/>
              </a:rPr>
              <a:t>al (com </a:t>
            </a:r>
            <a:r>
              <a:rPr lang="pt-BR" sz="5800" dirty="0">
                <a:solidFill>
                  <a:srgbClr val="FF0000"/>
                </a:solidFill>
                <a:sym typeface="Wingdings" panose="05000000000000000000" pitchFamily="2" charset="2"/>
              </a:rPr>
              <a:t>c</a:t>
            </a:r>
            <a:r>
              <a:rPr lang="pt-BR" sz="5800" dirty="0">
                <a:sym typeface="Wingdings" panose="05000000000000000000" pitchFamily="2" charset="2"/>
              </a:rPr>
              <a:t> minúsculos) pode ser transformada em </a:t>
            </a:r>
            <a:r>
              <a:rPr lang="pt-BR" sz="5800" dirty="0">
                <a:solidFill>
                  <a:srgbClr val="0070C0"/>
                </a:solidFill>
                <a:sym typeface="Wingdings" panose="05000000000000000000" pitchFamily="2" charset="2"/>
              </a:rPr>
              <a:t>C</a:t>
            </a:r>
            <a:r>
              <a:rPr lang="pt-BR" sz="5800" dirty="0">
                <a:sym typeface="Wingdings" panose="05000000000000000000" pitchFamily="2" charset="2"/>
              </a:rPr>
              <a:t>al(com C maiúsculos dividindo cal por 1000.</a:t>
            </a:r>
          </a:p>
          <a:p>
            <a:pPr marL="0" indent="0">
              <a:buNone/>
            </a:pPr>
            <a:r>
              <a:rPr lang="pt-BR" sz="8000" dirty="0">
                <a:solidFill>
                  <a:srgbClr val="00B0F0"/>
                </a:solidFill>
                <a:sym typeface="Wingdings" panose="05000000000000000000" pitchFamily="2" charset="2"/>
              </a:rPr>
              <a:t>Desse modo: 1598</a:t>
            </a:r>
            <a:r>
              <a:rPr lang="pt-BR" sz="8000" dirty="0">
                <a:solidFill>
                  <a:srgbClr val="FF0000"/>
                </a:solidFill>
                <a:sym typeface="Wingdings" panose="05000000000000000000" pitchFamily="2" charset="2"/>
              </a:rPr>
              <a:t>c</a:t>
            </a:r>
            <a:r>
              <a:rPr lang="pt-BR" sz="8000" dirty="0">
                <a:solidFill>
                  <a:srgbClr val="00B0F0"/>
                </a:solidFill>
                <a:sym typeface="Wingdings" panose="05000000000000000000" pitchFamily="2" charset="2"/>
              </a:rPr>
              <a:t>al=1,598</a:t>
            </a:r>
            <a:r>
              <a:rPr lang="pt-BR" sz="8000" dirty="0">
                <a:solidFill>
                  <a:srgbClr val="FF0000"/>
                </a:solidFill>
                <a:sym typeface="Wingdings" panose="05000000000000000000" pitchFamily="2" charset="2"/>
              </a:rPr>
              <a:t>C</a:t>
            </a:r>
            <a:r>
              <a:rPr lang="pt-BR" sz="8000" dirty="0">
                <a:solidFill>
                  <a:srgbClr val="00B0F0"/>
                </a:solidFill>
                <a:sym typeface="Wingdings" panose="05000000000000000000" pitchFamily="2" charset="2"/>
              </a:rPr>
              <a:t>al</a:t>
            </a:r>
          </a:p>
          <a:p>
            <a:pPr marL="0" indent="0">
              <a:buNone/>
            </a:pPr>
            <a:r>
              <a:rPr lang="pt-BR" sz="8000" dirty="0">
                <a:sym typeface="Wingdings" panose="05000000000000000000" pitchFamily="2" charset="2"/>
              </a:rPr>
              <a:t> </a:t>
            </a: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04933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Watt.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43258" y="797254"/>
            <a:ext cx="8784976" cy="5846638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25000" lnSpcReduction="20000"/>
          </a:bodyPr>
          <a:lstStyle/>
          <a:p>
            <a:pPr marL="0" indent="0" algn="r">
              <a:buNone/>
            </a:pPr>
            <a:r>
              <a:rPr lang="pt-BR" sz="8000" dirty="0">
                <a:sym typeface="Wingdings" panose="05000000000000000000" pitchFamily="2" charset="2"/>
              </a:rPr>
              <a:t> </a:t>
            </a:r>
          </a:p>
          <a:p>
            <a:pPr marL="0" indent="0" algn="just">
              <a:lnSpc>
                <a:spcPct val="120000"/>
              </a:lnSpc>
              <a:spcBef>
                <a:spcPts val="0"/>
              </a:spcBef>
              <a:buNone/>
            </a:pPr>
            <a:r>
              <a:rPr lang="pt-BR" sz="8000" dirty="0">
                <a:sym typeface="Wingdings" panose="05000000000000000000" pitchFamily="2" charset="2"/>
              </a:rPr>
              <a:t>Notas. </a:t>
            </a:r>
          </a:p>
          <a:p>
            <a:pPr marL="0" indent="0" algn="just">
              <a:buNone/>
            </a:pPr>
            <a:r>
              <a:rPr lang="pt-BR" sz="8000" dirty="0">
                <a:sym typeface="Wingdings" panose="05000000000000000000" pitchFamily="2" charset="2"/>
              </a:rPr>
              <a:t>1. A energia é tratada como quilocalorias (kcal) em atividades do corpo humano (mecânicas). Em catálogos de alimentação a unidade é Cal. Nessa unidade:</a:t>
            </a:r>
          </a:p>
          <a:p>
            <a:pPr marL="0" indent="0" algn="just">
              <a:buNone/>
            </a:pPr>
            <a:endParaRPr lang="pt-BR" sz="2800" dirty="0">
              <a:sym typeface="Wingdings" panose="05000000000000000000" pitchFamily="2" charset="2"/>
            </a:endParaRPr>
          </a:p>
          <a:p>
            <a:pPr marL="0" indent="0" algn="r">
              <a:buNone/>
            </a:pPr>
            <a:r>
              <a:rPr lang="pt-BR" sz="11100" dirty="0">
                <a:solidFill>
                  <a:srgbClr val="FF0000"/>
                </a:solidFill>
                <a:sym typeface="Wingdings" panose="05000000000000000000" pitchFamily="2" charset="2"/>
              </a:rPr>
              <a:t>kcal = Cal (*com C maiúsculo)</a:t>
            </a:r>
          </a:p>
          <a:p>
            <a:pPr marL="0" indent="0">
              <a:buNone/>
            </a:pPr>
            <a:endParaRPr lang="pt-BR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pt-BR" sz="8000" dirty="0">
                <a:sym typeface="Wingdings" panose="05000000000000000000" pitchFamily="2" charset="2"/>
              </a:rPr>
              <a:t>2. </a:t>
            </a:r>
            <a:r>
              <a:rPr lang="pt-BR" sz="8000" dirty="0" smtClean="0">
                <a:sym typeface="Wingdings" panose="05000000000000000000" pitchFamily="2" charset="2"/>
              </a:rPr>
              <a:t>A </a:t>
            </a:r>
            <a:r>
              <a:rPr lang="pt-BR" sz="8000" dirty="0" smtClean="0">
                <a:sym typeface="Wingdings" panose="05000000000000000000" pitchFamily="2" charset="2"/>
              </a:rPr>
              <a:t>potência </a:t>
            </a:r>
            <a:r>
              <a:rPr lang="pt-BR" sz="8000" dirty="0">
                <a:sym typeface="Wingdings" panose="05000000000000000000" pitchFamily="2" charset="2"/>
              </a:rPr>
              <a:t>mecânica desenvolvida </a:t>
            </a:r>
            <a:r>
              <a:rPr lang="pt-BR" sz="8000" dirty="0" smtClean="0">
                <a:sym typeface="Wingdings" panose="05000000000000000000" pitchFamily="2" charset="2"/>
              </a:rPr>
              <a:t>é </a:t>
            </a:r>
            <a:r>
              <a:rPr lang="pt-BR" sz="8000" dirty="0">
                <a:sym typeface="Wingdings" panose="05000000000000000000" pitchFamily="2" charset="2"/>
              </a:rPr>
              <a:t>obtida pela fórmula: P(W)=E(J)/t(s)</a:t>
            </a:r>
          </a:p>
          <a:p>
            <a:pPr marL="0" indent="0" algn="r">
              <a:buNone/>
            </a:pPr>
            <a:r>
              <a:rPr lang="pt-BR" sz="11200" dirty="0">
                <a:solidFill>
                  <a:srgbClr val="FF0000"/>
                </a:solidFill>
                <a:sym typeface="Wingdings" panose="05000000000000000000" pitchFamily="2" charset="2"/>
              </a:rPr>
              <a:t>Potencia: p = energia/tempo</a:t>
            </a:r>
          </a:p>
          <a:p>
            <a:pPr marL="0" indent="0" algn="r">
              <a:buNone/>
            </a:pPr>
            <a:r>
              <a:rPr lang="pt-BR" sz="11200" dirty="0">
                <a:solidFill>
                  <a:srgbClr val="FF0000"/>
                </a:solidFill>
                <a:sym typeface="Wingdings" panose="05000000000000000000" pitchFamily="2" charset="2"/>
              </a:rPr>
              <a:t>   6860J/10s=686W</a:t>
            </a:r>
            <a:endParaRPr lang="pt-BR" sz="11200" dirty="0">
              <a:solidFill>
                <a:srgbClr val="FF0000"/>
              </a:solidFill>
            </a:endParaRPr>
          </a:p>
          <a:p>
            <a:endParaRPr lang="pt-BR" dirty="0"/>
          </a:p>
          <a:p>
            <a:pPr marL="0" indent="0">
              <a:buNone/>
            </a:pPr>
            <a:r>
              <a:rPr lang="pt-BR" sz="7400" u="sng" dirty="0">
                <a:solidFill>
                  <a:schemeClr val="tx1"/>
                </a:solidFill>
              </a:rPr>
              <a:t>3. POTÊNCIA ELÉTRICA: É uma característica do equipamento ou dispositivo.</a:t>
            </a:r>
          </a:p>
          <a:p>
            <a:pPr marL="0" indent="0" algn="r">
              <a:buNone/>
            </a:pPr>
            <a:r>
              <a:rPr lang="pt-BR" sz="9600" dirty="0">
                <a:solidFill>
                  <a:srgbClr val="FF0000"/>
                </a:solidFill>
              </a:rPr>
              <a:t>Uma lâmpada elétrica com a indicação 127V/60 W indica que deve ser alimentada na rede de 127 volts e consome energia com a potência de 60 watts</a:t>
            </a:r>
            <a:r>
              <a:rPr lang="pt-BR" sz="9600" dirty="0" smtClean="0">
                <a:solidFill>
                  <a:srgbClr val="FF0000"/>
                </a:solidFill>
              </a:rPr>
              <a:t>.</a:t>
            </a:r>
          </a:p>
          <a:p>
            <a:pPr marL="0" indent="0" algn="just">
              <a:buNone/>
            </a:pPr>
            <a:r>
              <a:rPr lang="pt-BR" sz="9600" dirty="0" smtClean="0">
                <a:solidFill>
                  <a:srgbClr val="FF0000"/>
                </a:solidFill>
              </a:rPr>
              <a:t>Perguntas: </a:t>
            </a:r>
          </a:p>
          <a:p>
            <a:pPr marL="0" indent="0" algn="just">
              <a:buNone/>
            </a:pPr>
            <a:r>
              <a:rPr lang="pt-BR" sz="9600" dirty="0" smtClean="0">
                <a:solidFill>
                  <a:srgbClr val="FF0000"/>
                </a:solidFill>
              </a:rPr>
              <a:t>1: Qual é a potência controlada pelo estabilizador?</a:t>
            </a:r>
          </a:p>
          <a:p>
            <a:pPr marL="0" indent="0" algn="just">
              <a:buNone/>
            </a:pPr>
            <a:r>
              <a:rPr lang="pt-BR" sz="9600" dirty="0" smtClean="0">
                <a:solidFill>
                  <a:srgbClr val="FF0000"/>
                </a:solidFill>
              </a:rPr>
              <a:t>2. Qual potência de um carregador de bateria de celular de 4000mA.</a:t>
            </a:r>
            <a:endParaRPr lang="pt-BR" sz="9600" dirty="0">
              <a:solidFill>
                <a:srgbClr val="FF0000"/>
              </a:solidFill>
            </a:endParaRPr>
          </a:p>
          <a:p>
            <a:pPr marL="0" indent="0" algn="r">
              <a:buNone/>
            </a:pPr>
            <a:endParaRPr lang="pt-BR" sz="112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pt-BR" sz="3700" u="sng" dirty="0">
              <a:solidFill>
                <a:srgbClr val="FF0000"/>
              </a:solidFill>
            </a:endParaRPr>
          </a:p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1208252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Watt</a:t>
            </a:r>
            <a:r>
              <a:rPr lang="pt-BR" dirty="0" smtClean="0"/>
              <a:t>. </a:t>
            </a:r>
            <a:r>
              <a:rPr lang="pt-BR" dirty="0" smtClean="0">
                <a:solidFill>
                  <a:srgbClr val="FF0000"/>
                </a:solidFill>
              </a:rPr>
              <a:t>NOTAS</a:t>
            </a:r>
            <a:endParaRPr lang="pt-BR" dirty="0">
              <a:solidFill>
                <a:srgbClr val="FF0000"/>
              </a:solidFill>
            </a:endParaRP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196752"/>
            <a:ext cx="8928992" cy="5386610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92500" lnSpcReduction="10000"/>
          </a:bodyPr>
          <a:lstStyle/>
          <a:p>
            <a:r>
              <a:rPr lang="pt-BR" dirty="0"/>
              <a:t>A potência de um dispositivo </a:t>
            </a:r>
            <a:r>
              <a:rPr lang="pt-BR" b="1" dirty="0">
                <a:ln w="12700">
                  <a:solidFill>
                    <a:schemeClr val="tx2">
                      <a:satMod val="155000"/>
                    </a:schemeClr>
                  </a:solidFill>
                  <a:prstDash val="solid"/>
                </a:ln>
                <a:solidFill>
                  <a:schemeClr val="bg2">
                    <a:tint val="85000"/>
                    <a:satMod val="155000"/>
                  </a:schemeClr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</a:rPr>
              <a:t>independe</a:t>
            </a:r>
            <a:r>
              <a:rPr lang="pt-BR" dirty="0"/>
              <a:t> do tempo que está ligado. Somente a energia desenvolvida depende do tempo de </a:t>
            </a:r>
            <a:r>
              <a:rPr lang="pt-BR" dirty="0" err="1"/>
              <a:t>operação</a:t>
            </a:r>
            <a:r>
              <a:rPr lang="pt-BR" dirty="0" err="1">
                <a:sym typeface="Wingdings" panose="05000000000000000000" pitchFamily="2" charset="2"/>
              </a:rPr>
              <a:t>E</a:t>
            </a:r>
            <a:r>
              <a:rPr lang="pt-BR" dirty="0">
                <a:sym typeface="Wingdings" panose="05000000000000000000" pitchFamily="2" charset="2"/>
              </a:rPr>
              <a:t>=P*t</a:t>
            </a:r>
            <a:endParaRPr lang="pt-BR" dirty="0"/>
          </a:p>
          <a:p>
            <a:r>
              <a:rPr lang="pt-BR" dirty="0"/>
              <a:t>Quanto maior a potencia de um dispositivo, maior é a capacidade de produzir ou dissipar energia. </a:t>
            </a:r>
            <a:endParaRPr lang="pt-BR" dirty="0" smtClean="0"/>
          </a:p>
          <a:p>
            <a:pPr marL="0" indent="0" algn="r">
              <a:buNone/>
            </a:pPr>
            <a:r>
              <a:rPr lang="pt-BR" sz="2200" dirty="0" smtClean="0"/>
              <a:t>Nota: </a:t>
            </a:r>
            <a:r>
              <a:rPr lang="pt-BR" sz="2200" dirty="0" smtClean="0"/>
              <a:t>Um </a:t>
            </a:r>
            <a:r>
              <a:rPr lang="pt-BR" sz="2200" dirty="0"/>
              <a:t>chuveiro elétrico consome mais energia </a:t>
            </a:r>
            <a:r>
              <a:rPr lang="pt-BR" sz="2200" dirty="0" smtClean="0"/>
              <a:t>que</a:t>
            </a:r>
          </a:p>
          <a:p>
            <a:pPr marL="0" indent="0" algn="r">
              <a:buNone/>
            </a:pPr>
            <a:r>
              <a:rPr lang="pt-BR" sz="2200" dirty="0" smtClean="0"/>
              <a:t>uma lâmpada quando </a:t>
            </a:r>
            <a:r>
              <a:rPr lang="pt-BR" sz="2200" dirty="0"/>
              <a:t>ligadas ao mesmo tempo.</a:t>
            </a:r>
          </a:p>
          <a:p>
            <a:r>
              <a:rPr lang="pt-BR" dirty="0" smtClean="0"/>
              <a:t>Ordem de grandeza de potencia.            Chuveiro</a:t>
            </a:r>
            <a:r>
              <a:rPr lang="pt-BR" dirty="0"/>
              <a:t>: </a:t>
            </a:r>
          </a:p>
          <a:p>
            <a:pPr marL="0" indent="0" algn="r">
              <a:buNone/>
            </a:pPr>
            <a:r>
              <a:rPr lang="pt-BR" sz="2800" dirty="0">
                <a:solidFill>
                  <a:srgbClr val="FF0000"/>
                </a:solidFill>
              </a:rPr>
              <a:t>Inverno: 6000W  </a:t>
            </a:r>
            <a:endParaRPr lang="pt-BR" sz="2800" dirty="0" smtClean="0">
              <a:solidFill>
                <a:srgbClr val="FF0000"/>
              </a:solidFill>
            </a:endParaRPr>
          </a:p>
          <a:p>
            <a:pPr marL="0" indent="0" algn="r">
              <a:buNone/>
            </a:pPr>
            <a:r>
              <a:rPr lang="pt-BR" sz="2800" dirty="0" smtClean="0">
                <a:solidFill>
                  <a:srgbClr val="FF0000"/>
                </a:solidFill>
              </a:rPr>
              <a:t>Verão</a:t>
            </a:r>
            <a:r>
              <a:rPr lang="pt-BR" sz="2800" dirty="0">
                <a:solidFill>
                  <a:srgbClr val="FF0000"/>
                </a:solidFill>
              </a:rPr>
              <a:t>: 3500W</a:t>
            </a:r>
          </a:p>
          <a:p>
            <a:pPr marL="0" indent="0" algn="r">
              <a:buNone/>
            </a:pPr>
            <a:r>
              <a:rPr lang="pt-BR" sz="2800" dirty="0">
                <a:solidFill>
                  <a:srgbClr val="FF0000"/>
                </a:solidFill>
              </a:rPr>
              <a:t>Lâmpada de filamento: 100W;  </a:t>
            </a:r>
            <a:endParaRPr lang="pt-BR" sz="2800" dirty="0" smtClean="0">
              <a:solidFill>
                <a:srgbClr val="FF0000"/>
              </a:solidFill>
            </a:endParaRPr>
          </a:p>
          <a:p>
            <a:pPr marL="0" indent="0" algn="r">
              <a:buNone/>
            </a:pPr>
            <a:r>
              <a:rPr lang="pt-BR" sz="2800" dirty="0" smtClean="0">
                <a:solidFill>
                  <a:srgbClr val="92D050"/>
                </a:solidFill>
              </a:rPr>
              <a:t>LED </a:t>
            </a:r>
            <a:r>
              <a:rPr lang="pt-BR" sz="2800" dirty="0">
                <a:solidFill>
                  <a:srgbClr val="92D050"/>
                </a:solidFill>
              </a:rPr>
              <a:t>(menos de 10W)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49786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Consumo de energia residencial.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15008" y="908720"/>
            <a:ext cx="8928992" cy="5899494"/>
          </a:xfr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normAutofit fontScale="85000" lnSpcReduction="20000"/>
          </a:bodyPr>
          <a:lstStyle/>
          <a:p>
            <a:r>
              <a:rPr lang="pt-BR" sz="2400" dirty="0"/>
              <a:t>Potencia </a:t>
            </a:r>
            <a:r>
              <a:rPr lang="pt-BR" sz="4200" dirty="0">
                <a:solidFill>
                  <a:srgbClr val="00B050"/>
                </a:solidFill>
              </a:rPr>
              <a:t>aproximada</a:t>
            </a:r>
            <a:r>
              <a:rPr lang="pt-BR" sz="2400" dirty="0"/>
              <a:t> de um chuveiro elétrico: </a:t>
            </a:r>
          </a:p>
          <a:p>
            <a:pPr marL="0" indent="0" algn="r">
              <a:buNone/>
            </a:pPr>
            <a:r>
              <a:rPr lang="pt-BR" sz="2800" dirty="0">
                <a:solidFill>
                  <a:srgbClr val="FF0000"/>
                </a:solidFill>
              </a:rPr>
              <a:t>Inverno: 6000W</a:t>
            </a:r>
          </a:p>
          <a:p>
            <a:pPr marL="0" indent="0" algn="r">
              <a:buNone/>
            </a:pPr>
            <a:r>
              <a:rPr lang="pt-BR" sz="2800" dirty="0">
                <a:solidFill>
                  <a:srgbClr val="FF0000"/>
                </a:solidFill>
              </a:rPr>
              <a:t>Verão: 3500W</a:t>
            </a:r>
          </a:p>
          <a:p>
            <a:pPr marL="0" indent="0" algn="just">
              <a:buNone/>
            </a:pPr>
            <a:r>
              <a:rPr lang="pt-BR" sz="2400" b="1" dirty="0" smtClean="0">
                <a:solidFill>
                  <a:srgbClr val="00B050"/>
                </a:solidFill>
              </a:rPr>
              <a:t>Exemplo: Energia </a:t>
            </a:r>
            <a:r>
              <a:rPr lang="pt-BR" sz="2400" b="1" dirty="0">
                <a:solidFill>
                  <a:srgbClr val="00B050"/>
                </a:solidFill>
              </a:rPr>
              <a:t>consumida em 30 d (mês</a:t>
            </a:r>
            <a:r>
              <a:rPr lang="pt-BR" sz="2400" b="1" dirty="0" smtClean="0">
                <a:solidFill>
                  <a:srgbClr val="00B050"/>
                </a:solidFill>
              </a:rPr>
              <a:t>), 1 </a:t>
            </a:r>
            <a:r>
              <a:rPr lang="pt-BR" sz="2400" b="1" dirty="0">
                <a:solidFill>
                  <a:srgbClr val="00B050"/>
                </a:solidFill>
              </a:rPr>
              <a:t>hora por  dia no inverno</a:t>
            </a:r>
            <a:r>
              <a:rPr lang="pt-BR" dirty="0">
                <a:solidFill>
                  <a:srgbClr val="00B050"/>
                </a:solidFill>
              </a:rPr>
              <a:t>.</a:t>
            </a:r>
          </a:p>
          <a:p>
            <a:pPr marL="0" indent="0" algn="just">
              <a:buNone/>
            </a:pPr>
            <a:r>
              <a:rPr lang="pt-BR" dirty="0">
                <a:solidFill>
                  <a:srgbClr val="00B050"/>
                </a:solidFill>
              </a:rPr>
              <a:t>A energia consumida (em </a:t>
            </a:r>
            <a:r>
              <a:rPr lang="pt-BR" dirty="0" err="1">
                <a:solidFill>
                  <a:srgbClr val="00B050"/>
                </a:solidFill>
              </a:rPr>
              <a:t>KiloWatts-Hora</a:t>
            </a:r>
            <a:r>
              <a:rPr lang="pt-BR" dirty="0">
                <a:solidFill>
                  <a:srgbClr val="00B050"/>
                </a:solidFill>
              </a:rPr>
              <a:t>) é o produto da potência do chuveiro em </a:t>
            </a:r>
            <a:r>
              <a:rPr lang="pt-BR" dirty="0" err="1">
                <a:solidFill>
                  <a:srgbClr val="00B050"/>
                </a:solidFill>
              </a:rPr>
              <a:t>Kilo</a:t>
            </a:r>
            <a:r>
              <a:rPr lang="pt-BR" dirty="0">
                <a:solidFill>
                  <a:srgbClr val="00B050"/>
                </a:solidFill>
              </a:rPr>
              <a:t>-Watt multiplicado pelo tempo em horas</a:t>
            </a:r>
            <a:r>
              <a:rPr lang="pt-BR" dirty="0" smtClean="0">
                <a:solidFill>
                  <a:srgbClr val="00B050"/>
                </a:solidFill>
              </a:rPr>
              <a:t>.</a:t>
            </a:r>
          </a:p>
          <a:p>
            <a:pPr marL="0" indent="0" algn="just">
              <a:buNone/>
            </a:pPr>
            <a:r>
              <a:rPr lang="pt-BR" dirty="0" smtClean="0">
                <a:solidFill>
                  <a:srgbClr val="00B050"/>
                </a:solidFill>
              </a:rPr>
              <a:t>                          </a:t>
            </a:r>
            <a:r>
              <a:rPr lang="pt-BR" sz="3100" dirty="0" smtClean="0">
                <a:solidFill>
                  <a:srgbClr val="FF0000"/>
                </a:solidFill>
              </a:rPr>
              <a:t>E(KW-h</a:t>
            </a:r>
            <a:r>
              <a:rPr lang="pt-BR" sz="3100" dirty="0">
                <a:solidFill>
                  <a:srgbClr val="FF0000"/>
                </a:solidFill>
              </a:rPr>
              <a:t>)= P(KW)*T(horas)</a:t>
            </a:r>
          </a:p>
          <a:p>
            <a:pPr marL="0" indent="0" algn="just">
              <a:buNone/>
            </a:pPr>
            <a:r>
              <a:rPr lang="pt-BR" dirty="0">
                <a:solidFill>
                  <a:srgbClr val="00B050"/>
                </a:solidFill>
              </a:rPr>
              <a:t>Neste </a:t>
            </a:r>
            <a:r>
              <a:rPr lang="pt-BR" dirty="0" smtClean="0">
                <a:solidFill>
                  <a:srgbClr val="00B050"/>
                </a:solidFill>
              </a:rPr>
              <a:t>exemplo:                                  tempo </a:t>
            </a:r>
            <a:r>
              <a:rPr lang="pt-BR" dirty="0">
                <a:solidFill>
                  <a:srgbClr val="00B050"/>
                </a:solidFill>
              </a:rPr>
              <a:t>= 30 horas mensais.</a:t>
            </a:r>
          </a:p>
          <a:p>
            <a:pPr marL="0" indent="0" algn="just">
              <a:buNone/>
            </a:pPr>
            <a:r>
              <a:rPr lang="pt-BR" dirty="0">
                <a:solidFill>
                  <a:srgbClr val="00B050"/>
                </a:solidFill>
              </a:rPr>
              <a:t>                      </a:t>
            </a:r>
            <a:r>
              <a:rPr lang="pt-BR" dirty="0" smtClean="0">
                <a:solidFill>
                  <a:srgbClr val="00B050"/>
                </a:solidFill>
              </a:rPr>
              <a:t>                                        potência</a:t>
            </a:r>
            <a:r>
              <a:rPr lang="pt-BR" dirty="0">
                <a:solidFill>
                  <a:srgbClr val="00B050"/>
                </a:solidFill>
              </a:rPr>
              <a:t>= 6000/1000=6 KW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Energia=  6 * 30 = 180 KW-h.</a:t>
            </a:r>
          </a:p>
          <a:p>
            <a:pPr marL="0" indent="0" algn="just">
              <a:buNone/>
            </a:pPr>
            <a:r>
              <a:rPr lang="pt-BR" sz="3100" dirty="0">
                <a:solidFill>
                  <a:srgbClr val="00B050"/>
                </a:solidFill>
              </a:rPr>
              <a:t>Supor que 1KH-W custa aproximadamente </a:t>
            </a:r>
            <a:r>
              <a:rPr lang="pt-BR" sz="3100" dirty="0" smtClean="0">
                <a:solidFill>
                  <a:srgbClr val="00B050"/>
                </a:solidFill>
              </a:rPr>
              <a:t>2 reais. Custo aproximado de 360 </a:t>
            </a:r>
            <a:r>
              <a:rPr lang="pt-BR" sz="3100" dirty="0">
                <a:solidFill>
                  <a:srgbClr val="00B050"/>
                </a:solidFill>
              </a:rPr>
              <a:t>reais por mês.</a:t>
            </a:r>
          </a:p>
          <a:p>
            <a:pPr marL="0" indent="0" algn="r">
              <a:buNone/>
            </a:pPr>
            <a:r>
              <a:rPr lang="pt-BR" sz="3800" dirty="0">
                <a:solidFill>
                  <a:srgbClr val="FF0000"/>
                </a:solidFill>
              </a:rPr>
              <a:t>Repetir </a:t>
            </a:r>
            <a:r>
              <a:rPr lang="pt-BR" sz="3800" dirty="0" smtClean="0">
                <a:solidFill>
                  <a:srgbClr val="FF0000"/>
                </a:solidFill>
              </a:rPr>
              <a:t>os cálculos para </a:t>
            </a:r>
            <a:r>
              <a:rPr lang="pt-BR" sz="3800" dirty="0">
                <a:solidFill>
                  <a:srgbClr val="FF0000"/>
                </a:solidFill>
              </a:rPr>
              <a:t>o chuveiro no verão.</a:t>
            </a:r>
          </a:p>
        </p:txBody>
      </p:sp>
    </p:spTree>
    <p:extLst>
      <p:ext uri="{BB962C8B-B14F-4D97-AF65-F5344CB8AC3E}">
        <p14:creationId xmlns:p14="http://schemas.microsoft.com/office/powerpoint/2010/main" val="2535746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850106"/>
          </a:xfrm>
        </p:spPr>
        <p:txBody>
          <a:bodyPr/>
          <a:lstStyle/>
          <a:p>
            <a:r>
              <a:rPr lang="pt-BR" dirty="0"/>
              <a:t>Volt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1268760"/>
            <a:ext cx="8964488" cy="4857403"/>
          </a:xfrm>
        </p:spPr>
        <p:txBody>
          <a:bodyPr>
            <a:normAutofit lnSpcReduction="10000"/>
          </a:bodyPr>
          <a:lstStyle/>
          <a:p>
            <a:r>
              <a:rPr lang="pt-BR" sz="3600" dirty="0"/>
              <a:t>Unidade de tensão Elétrica. Também chamada de </a:t>
            </a:r>
            <a:r>
              <a:rPr lang="pt-BR" sz="3600" dirty="0">
                <a:solidFill>
                  <a:srgbClr val="FF0000"/>
                </a:solidFill>
              </a:rPr>
              <a:t>d</a:t>
            </a:r>
            <a:r>
              <a:rPr lang="pt-BR" sz="3600" dirty="0"/>
              <a:t>iferença </a:t>
            </a:r>
            <a:r>
              <a:rPr lang="pt-BR" sz="3600" dirty="0">
                <a:solidFill>
                  <a:srgbClr val="FF0000"/>
                </a:solidFill>
              </a:rPr>
              <a:t>d</a:t>
            </a:r>
            <a:r>
              <a:rPr lang="pt-BR" sz="3600" dirty="0"/>
              <a:t>e </a:t>
            </a:r>
            <a:r>
              <a:rPr lang="pt-BR" sz="3600" dirty="0">
                <a:solidFill>
                  <a:srgbClr val="FF0000"/>
                </a:solidFill>
              </a:rPr>
              <a:t>p</a:t>
            </a:r>
            <a:r>
              <a:rPr lang="pt-BR" sz="3600" dirty="0"/>
              <a:t>otencial (</a:t>
            </a:r>
            <a:r>
              <a:rPr lang="pt-BR" sz="3600" dirty="0">
                <a:solidFill>
                  <a:srgbClr val="FF0000"/>
                </a:solidFill>
              </a:rPr>
              <a:t>ddp</a:t>
            </a:r>
            <a:r>
              <a:rPr lang="pt-BR" sz="3600" dirty="0"/>
              <a:t>).</a:t>
            </a:r>
          </a:p>
          <a:p>
            <a:r>
              <a:rPr lang="pt-BR" sz="3600" dirty="0"/>
              <a:t>Fornece energia para a operação de um equipamento ou dispositivo.</a:t>
            </a:r>
          </a:p>
          <a:p>
            <a:pPr marL="0" indent="0" algn="r">
              <a:buNone/>
            </a:pPr>
            <a:r>
              <a:rPr lang="pt-BR" sz="3600" dirty="0">
                <a:solidFill>
                  <a:srgbClr val="00B0F0"/>
                </a:solidFill>
              </a:rPr>
              <a:t>A rede pública fornece tensão alternada.</a:t>
            </a:r>
          </a:p>
          <a:p>
            <a:pPr marL="0" indent="0" algn="r">
              <a:buNone/>
            </a:pPr>
            <a:r>
              <a:rPr lang="pt-BR" sz="3600" dirty="0">
                <a:solidFill>
                  <a:srgbClr val="00B0F0"/>
                </a:solidFill>
              </a:rPr>
              <a:t> Os dispositivos eletrônicos normalmente operam com tensão contínua</a:t>
            </a:r>
            <a:r>
              <a:rPr lang="pt-BR" sz="3600" dirty="0" smtClean="0"/>
              <a:t>.</a:t>
            </a:r>
          </a:p>
          <a:p>
            <a:pPr marL="0" indent="0" algn="just">
              <a:buNone/>
            </a:pPr>
            <a:r>
              <a:rPr lang="pt-BR" sz="2400" dirty="0" smtClean="0"/>
              <a:t>Em residências, a rede pública fornece tensões de 127 Volts e 220 Volts (Chuveiro elétrico) em valores nominais.</a:t>
            </a:r>
            <a:endParaRPr lang="pt-BR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14677"/>
            <a:ext cx="8229600" cy="1143000"/>
          </a:xfrm>
        </p:spPr>
        <p:txBody>
          <a:bodyPr/>
          <a:lstStyle/>
          <a:p>
            <a:r>
              <a:rPr lang="pt-BR" dirty="0"/>
              <a:t>Ampère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8574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dirty="0" smtClean="0">
                <a:solidFill>
                  <a:srgbClr val="FF0000"/>
                </a:solidFill>
              </a:rPr>
              <a:t>Exemplos: </a:t>
            </a:r>
          </a:p>
          <a:p>
            <a:pPr marL="0" indent="0">
              <a:buNone/>
            </a:pPr>
            <a:r>
              <a:rPr lang="pt-BR" dirty="0" smtClean="0">
                <a:solidFill>
                  <a:srgbClr val="FF0000"/>
                </a:solidFill>
              </a:rPr>
              <a:t>1. Corrente </a:t>
            </a:r>
            <a:r>
              <a:rPr lang="pt-BR" dirty="0">
                <a:solidFill>
                  <a:srgbClr val="FF0000"/>
                </a:solidFill>
              </a:rPr>
              <a:t>em um chuveiro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Verão: I=P/V  </a:t>
            </a:r>
            <a:r>
              <a:rPr lang="pt-BR" dirty="0">
                <a:solidFill>
                  <a:srgbClr val="FF0000"/>
                </a:solidFill>
                <a:sym typeface="Wingdings" panose="05000000000000000000" pitchFamily="2" charset="2"/>
              </a:rPr>
              <a:t> I=3500W/220V=15,9 A.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  <a:sym typeface="Wingdings" panose="05000000000000000000" pitchFamily="2" charset="2"/>
              </a:rPr>
              <a:t>I</a:t>
            </a:r>
            <a:r>
              <a:rPr lang="pt-BR" dirty="0" smtClean="0">
                <a:solidFill>
                  <a:srgbClr val="FF0000"/>
                </a:solidFill>
                <a:sym typeface="Wingdings" panose="05000000000000000000" pitchFamily="2" charset="2"/>
              </a:rPr>
              <a:t>nverno </a:t>
            </a:r>
            <a:r>
              <a:rPr lang="pt-BR" dirty="0">
                <a:solidFill>
                  <a:srgbClr val="FF0000"/>
                </a:solidFill>
                <a:sym typeface="Wingdings" panose="05000000000000000000" pitchFamily="2" charset="2"/>
              </a:rPr>
              <a:t>(P=6000W</a:t>
            </a:r>
            <a:r>
              <a:rPr lang="pt-BR" dirty="0" smtClean="0">
                <a:solidFill>
                  <a:srgbClr val="FF0000"/>
                </a:solidFill>
                <a:sym typeface="Wingdings" panose="05000000000000000000" pitchFamily="2" charset="2"/>
              </a:rPr>
              <a:t>) ??</a:t>
            </a:r>
            <a:endParaRPr lang="pt-BR" dirty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pt-BR" dirty="0" smtClean="0">
                <a:solidFill>
                  <a:srgbClr val="FF0000"/>
                </a:solidFill>
                <a:sym typeface="Wingdings" panose="05000000000000000000" pitchFamily="2" charset="2"/>
              </a:rPr>
              <a:t>2. Lâmpada </a:t>
            </a:r>
            <a:r>
              <a:rPr lang="pt-BR" dirty="0">
                <a:solidFill>
                  <a:srgbClr val="FF0000"/>
                </a:solidFill>
                <a:sym typeface="Wingdings" panose="05000000000000000000" pitchFamily="2" charset="2"/>
              </a:rPr>
              <a:t>de filamento (127V/100W);</a:t>
            </a:r>
          </a:p>
          <a:p>
            <a:pPr marL="0" indent="0">
              <a:buNone/>
            </a:pPr>
            <a:endParaRPr lang="pt-BR" dirty="0" smtClean="0">
              <a:solidFill>
                <a:srgbClr val="FF0000"/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pt-BR" dirty="0" smtClean="0">
                <a:solidFill>
                  <a:srgbClr val="FF0000"/>
                </a:solidFill>
                <a:sym typeface="Wingdings" panose="05000000000000000000" pitchFamily="2" charset="2"/>
              </a:rPr>
              <a:t>3. L</a:t>
            </a:r>
            <a:r>
              <a:rPr lang="pt-BR" dirty="0" smtClean="0">
                <a:solidFill>
                  <a:srgbClr val="FF0000"/>
                </a:solidFill>
                <a:sym typeface="Wingdings" panose="05000000000000000000" pitchFamily="2" charset="2"/>
              </a:rPr>
              <a:t>âmpada </a:t>
            </a:r>
            <a:r>
              <a:rPr lang="pt-BR" dirty="0">
                <a:solidFill>
                  <a:srgbClr val="FF0000"/>
                </a:solidFill>
                <a:sym typeface="Wingdings" panose="05000000000000000000" pitchFamily="2" charset="2"/>
              </a:rPr>
              <a:t>LED (127V/9W)</a:t>
            </a:r>
            <a:endParaRPr lang="pt-BR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Ampère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4857403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Unidade de Corrente Elétrica.</a:t>
            </a:r>
          </a:p>
          <a:p>
            <a:pPr marL="0" indent="0" algn="r">
              <a:buNone/>
            </a:pPr>
            <a:r>
              <a:rPr lang="pt-BR" dirty="0"/>
              <a:t>Pode ser entendido como </a:t>
            </a:r>
            <a:endParaRPr lang="pt-BR" dirty="0" smtClean="0"/>
          </a:p>
          <a:p>
            <a:pPr marL="0" indent="0" algn="r">
              <a:buNone/>
            </a:pPr>
            <a:r>
              <a:rPr lang="pt-BR" dirty="0" smtClean="0"/>
              <a:t>o </a:t>
            </a:r>
            <a:r>
              <a:rPr lang="pt-BR" dirty="0"/>
              <a:t>movimento de cargas elétricas </a:t>
            </a:r>
            <a:endParaRPr lang="pt-BR" dirty="0" smtClean="0"/>
          </a:p>
          <a:p>
            <a:pPr marL="0" indent="0" algn="r">
              <a:buNone/>
            </a:pPr>
            <a:r>
              <a:rPr lang="pt-BR" dirty="0" smtClean="0"/>
              <a:t>em </a:t>
            </a:r>
            <a:r>
              <a:rPr lang="pt-BR" dirty="0"/>
              <a:t>um condutor elétrico.</a:t>
            </a:r>
          </a:p>
          <a:p>
            <a:r>
              <a:rPr lang="pt-BR" dirty="0"/>
              <a:t>Dispositivos em operação são percorridos por correntes elétricas.</a:t>
            </a:r>
          </a:p>
          <a:p>
            <a:r>
              <a:rPr lang="pt-BR" dirty="0"/>
              <a:t>Representada pela letra I</a:t>
            </a:r>
            <a:r>
              <a:rPr lang="pt-BR" dirty="0" smtClean="0"/>
              <a:t>.</a:t>
            </a:r>
          </a:p>
          <a:p>
            <a:pPr marL="0" indent="0" algn="ctr">
              <a:buNone/>
            </a:pPr>
            <a:r>
              <a:rPr lang="pt-BR" dirty="0" smtClean="0">
                <a:solidFill>
                  <a:srgbClr val="FF0000"/>
                </a:solidFill>
              </a:rPr>
              <a:t>Fórmulas</a:t>
            </a:r>
            <a:endParaRPr lang="pt-BR" dirty="0">
              <a:solidFill>
                <a:srgbClr val="FF0000"/>
              </a:solidFill>
            </a:endParaRPr>
          </a:p>
          <a:p>
            <a:pPr marL="0" indent="0" algn="r">
              <a:buNone/>
            </a:pPr>
            <a:endParaRPr lang="pt-BR" sz="1000" dirty="0">
              <a:solidFill>
                <a:srgbClr val="FF0000"/>
              </a:solidFill>
            </a:endParaRP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Potência </a:t>
            </a:r>
            <a:r>
              <a:rPr lang="pt-BR" dirty="0"/>
              <a:t>(W)= Voltagem(V; ddp) * Corrente (I)</a:t>
            </a:r>
          </a:p>
          <a:p>
            <a:pPr marL="0" indent="0" algn="r">
              <a:buNone/>
            </a:pPr>
            <a:r>
              <a:rPr lang="pt-BR" dirty="0">
                <a:solidFill>
                  <a:srgbClr val="FF0000"/>
                </a:solidFill>
              </a:rPr>
              <a:t>P=V*I;    I=P/V.</a:t>
            </a:r>
          </a:p>
          <a:p>
            <a:pPr marL="0" indent="0" algn="ctr">
              <a:buNone/>
            </a:pPr>
            <a:endParaRPr lang="pt-BR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6424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188640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pt-BR" dirty="0"/>
              <a:t>Medir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0" y="1196752"/>
            <a:ext cx="9036496" cy="4929411"/>
          </a:xfrm>
        </p:spPr>
        <p:txBody>
          <a:bodyPr>
            <a:noAutofit/>
          </a:bodyPr>
          <a:lstStyle/>
          <a:p>
            <a:r>
              <a:rPr lang="pt-BR" sz="2800" dirty="0"/>
              <a:t>Comparar com um padrão</a:t>
            </a:r>
          </a:p>
          <a:p>
            <a:r>
              <a:rPr lang="pt-BR" sz="2800" dirty="0"/>
              <a:t>Interfere no sistema ao retirar energia do mesmo. </a:t>
            </a:r>
          </a:p>
          <a:p>
            <a:r>
              <a:rPr lang="pt-BR" sz="2800" dirty="0"/>
              <a:t>Altera propriedades do sistema.</a:t>
            </a:r>
          </a:p>
          <a:p>
            <a:pPr marL="0" indent="0">
              <a:buNone/>
            </a:pPr>
            <a:r>
              <a:rPr lang="pt-BR" sz="2800" dirty="0">
                <a:solidFill>
                  <a:srgbClr val="FF0000"/>
                </a:solidFill>
              </a:rPr>
              <a:t>Notas: </a:t>
            </a:r>
          </a:p>
          <a:p>
            <a:pPr marL="0" indent="0" algn="r">
              <a:buNone/>
            </a:pPr>
            <a:r>
              <a:rPr lang="pt-BR" sz="2800" dirty="0">
                <a:solidFill>
                  <a:srgbClr val="FF0000"/>
                </a:solidFill>
              </a:rPr>
              <a:t>1.  A medida  de temperatura   de  um corpo</a:t>
            </a:r>
          </a:p>
          <a:p>
            <a:pPr marL="0" indent="0" algn="r">
              <a:buNone/>
            </a:pPr>
            <a:r>
              <a:rPr lang="pt-BR" sz="2800" dirty="0">
                <a:solidFill>
                  <a:srgbClr val="FF0000"/>
                </a:solidFill>
              </a:rPr>
              <a:t>retira calor (energia térmica) do mesmo.</a:t>
            </a:r>
          </a:p>
          <a:p>
            <a:pPr marL="0" indent="0" algn="r">
              <a:buNone/>
            </a:pPr>
            <a:r>
              <a:rPr lang="pt-BR" sz="2800" dirty="0">
                <a:solidFill>
                  <a:srgbClr val="FF0000"/>
                </a:solidFill>
              </a:rPr>
              <a:t>2. Medidas de uma grandeza física (temperatura, velocidade,  e outras, devem minimizar a interferência no sistema retirando o mínimo de energia do mesm</a:t>
            </a:r>
            <a:r>
              <a:rPr lang="pt-BR" dirty="0">
                <a:solidFill>
                  <a:srgbClr val="FF0000"/>
                </a:solidFill>
              </a:rPr>
              <a:t>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634082"/>
          </a:xfrm>
        </p:spPr>
        <p:txBody>
          <a:bodyPr>
            <a:normAutofit fontScale="90000"/>
          </a:bodyPr>
          <a:lstStyle/>
          <a:p>
            <a:r>
              <a:rPr lang="pt-BR" sz="3600" dirty="0"/>
              <a:t>Medidas elétricas. </a:t>
            </a:r>
            <a:r>
              <a:rPr lang="pt-BR" sz="3600" dirty="0">
                <a:solidFill>
                  <a:srgbClr val="FF0000"/>
                </a:solidFill>
              </a:rPr>
              <a:t>Aparelhos de medidas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457200" y="908720"/>
            <a:ext cx="8229600" cy="5217443"/>
          </a:xfrm>
        </p:spPr>
        <p:txBody>
          <a:bodyPr/>
          <a:lstStyle/>
          <a:p>
            <a:r>
              <a:rPr lang="pt-BR" dirty="0"/>
              <a:t>Potencia</a:t>
            </a:r>
            <a:r>
              <a:rPr lang="pt-BR" dirty="0">
                <a:solidFill>
                  <a:srgbClr val="FF0000"/>
                </a:solidFill>
              </a:rPr>
              <a:t>: wattímetro</a:t>
            </a:r>
            <a:endParaRPr lang="pt-BR" dirty="0"/>
          </a:p>
          <a:p>
            <a:r>
              <a:rPr lang="pt-BR" dirty="0"/>
              <a:t>Corrente: </a:t>
            </a:r>
            <a:r>
              <a:rPr lang="pt-BR" dirty="0">
                <a:solidFill>
                  <a:srgbClr val="FF0000"/>
                </a:solidFill>
              </a:rPr>
              <a:t>amperímetro</a:t>
            </a:r>
          </a:p>
          <a:p>
            <a:r>
              <a:rPr lang="pt-BR" dirty="0"/>
              <a:t>Tensão: </a:t>
            </a:r>
            <a:r>
              <a:rPr lang="pt-BR" dirty="0">
                <a:solidFill>
                  <a:srgbClr val="FF0000"/>
                </a:solidFill>
              </a:rPr>
              <a:t>voltímetro</a:t>
            </a:r>
          </a:p>
          <a:p>
            <a:endParaRPr lang="pt-BR" dirty="0"/>
          </a:p>
          <a:p>
            <a:r>
              <a:rPr lang="pt-BR" dirty="0">
                <a:solidFill>
                  <a:srgbClr val="FF0000"/>
                </a:solidFill>
              </a:rPr>
              <a:t>Multímetro</a:t>
            </a:r>
            <a:r>
              <a:rPr lang="pt-BR" dirty="0"/>
              <a:t>: Equipamento para medida de tensão, corrente, temperatura e outras grandezas físicas.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1124744"/>
            <a:ext cx="8928992" cy="5001419"/>
          </a:xfrm>
        </p:spPr>
        <p:txBody>
          <a:bodyPr>
            <a:normAutofit lnSpcReduction="10000"/>
          </a:bodyPr>
          <a:lstStyle/>
          <a:p>
            <a:r>
              <a:rPr lang="pt-BR" sz="3600" dirty="0"/>
              <a:t>Exemplo (Estabilizador)</a:t>
            </a:r>
          </a:p>
          <a:p>
            <a:r>
              <a:rPr lang="pt-BR" sz="3600" dirty="0"/>
              <a:t>P (potencia em watts) = 500W;</a:t>
            </a:r>
          </a:p>
          <a:p>
            <a:r>
              <a:rPr lang="pt-BR" sz="3600" dirty="0"/>
              <a:t>V (voltagem em volts) = 127V;</a:t>
            </a:r>
          </a:p>
          <a:p>
            <a:r>
              <a:rPr lang="pt-BR" sz="3600" dirty="0"/>
              <a:t>I ( corrente em ampères) = ?</a:t>
            </a:r>
          </a:p>
          <a:p>
            <a:pPr algn="r">
              <a:buNone/>
            </a:pPr>
            <a:r>
              <a:rPr lang="pt-BR" sz="3600" dirty="0"/>
              <a:t> 500 = 127 *I</a:t>
            </a:r>
          </a:p>
          <a:p>
            <a:pPr algn="r">
              <a:buNone/>
            </a:pPr>
            <a:r>
              <a:rPr lang="pt-BR" sz="3600" dirty="0"/>
              <a:t>I=  3,9  A</a:t>
            </a:r>
          </a:p>
          <a:p>
            <a:pPr algn="r">
              <a:buNone/>
            </a:pPr>
            <a:r>
              <a:rPr lang="pt-BR" sz="3600" dirty="0"/>
              <a:t>I = 3900 </a:t>
            </a:r>
            <a:r>
              <a:rPr lang="pt-BR" sz="3600" dirty="0" smtClean="0"/>
              <a:t>mA</a:t>
            </a:r>
          </a:p>
          <a:p>
            <a:pPr algn="r">
              <a:buNone/>
            </a:pPr>
            <a:r>
              <a:rPr lang="pt-BR" sz="3600" dirty="0" smtClean="0"/>
              <a:t>Nota: O estabilizador FORNECE energia</a:t>
            </a:r>
            <a:endParaRPr lang="pt-BR" sz="3600" dirty="0"/>
          </a:p>
        </p:txBody>
      </p:sp>
      <p:sp>
        <p:nvSpPr>
          <p:cNvPr id="5" name="Título 4">
            <a:extLst>
              <a:ext uri="{FF2B5EF4-FFF2-40B4-BE49-F238E27FC236}">
                <a16:creationId xmlns:a16="http://schemas.microsoft.com/office/drawing/2014/main" id="{AE8A94D2-2AEE-4541-9E62-2012BC160F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16632"/>
            <a:ext cx="8229600" cy="792088"/>
          </a:xfrm>
        </p:spPr>
        <p:txBody>
          <a:bodyPr>
            <a:normAutofit fontScale="90000"/>
          </a:bodyPr>
          <a:lstStyle/>
          <a:p>
            <a:r>
              <a:rPr lang="pt-BR" dirty="0" smtClean="0"/>
              <a:t>Aplicação da lei </a:t>
            </a:r>
            <a:r>
              <a:rPr lang="pt-BR" dirty="0"/>
              <a:t>da potencia: P = U * 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06090"/>
          </a:xfrm>
        </p:spPr>
        <p:txBody>
          <a:bodyPr>
            <a:normAutofit fontScale="90000"/>
          </a:bodyPr>
          <a:lstStyle/>
          <a:p>
            <a:r>
              <a:rPr lang="pt-BR" dirty="0"/>
              <a:t>Transdutor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251520" y="1124744"/>
            <a:ext cx="8892480" cy="5001419"/>
          </a:xfrm>
        </p:spPr>
        <p:txBody>
          <a:bodyPr>
            <a:normAutofit fontScale="92500" lnSpcReduction="20000"/>
          </a:bodyPr>
          <a:lstStyle/>
          <a:p>
            <a:r>
              <a:rPr lang="pt-BR" dirty="0"/>
              <a:t>Converte um tipo de energia em outro.</a:t>
            </a:r>
          </a:p>
          <a:p>
            <a:pPr marL="0" indent="0">
              <a:buNone/>
            </a:pPr>
            <a:r>
              <a:rPr lang="pt-BR" dirty="0" smtClean="0"/>
              <a:t>Exemplos:</a:t>
            </a:r>
            <a:endParaRPr lang="pt-BR" dirty="0"/>
          </a:p>
          <a:p>
            <a:pPr marL="0" indent="0">
              <a:buNone/>
            </a:pPr>
            <a:r>
              <a:rPr lang="pt-BR" dirty="0"/>
              <a:t>Microfone. Converte energia sonora em energia elétrica;</a:t>
            </a:r>
          </a:p>
          <a:p>
            <a:pPr marL="0" indent="0">
              <a:buNone/>
            </a:pPr>
            <a:r>
              <a:rPr lang="pt-BR" dirty="0"/>
              <a:t>Termopar*. Dois metais diferentes em contato físico produzem uma ddp (diferença de potencial; tensão elétrica) em suas extremidades.</a:t>
            </a:r>
          </a:p>
          <a:p>
            <a:pPr marL="0" indent="0">
              <a:buNone/>
            </a:pPr>
            <a:endParaRPr lang="pt-BR" dirty="0"/>
          </a:p>
          <a:p>
            <a:pPr marL="0" indent="0">
              <a:buNone/>
            </a:pPr>
            <a:r>
              <a:rPr lang="pt-BR" dirty="0"/>
              <a:t>*Medida indireta da temperatura: A junção dos condutores em contato físico com o corpo a ser medido produz uma ddp, correlacionada à temperatura.</a:t>
            </a:r>
          </a:p>
          <a:p>
            <a:pPr marL="0" indent="0">
              <a:buNone/>
            </a:pPr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  <a:p>
            <a:endParaRPr lang="pt-BR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ítulo 1"/>
          <p:cNvSpPr>
            <a:spLocks noGrp="1"/>
          </p:cNvSpPr>
          <p:nvPr>
            <p:ph type="title"/>
          </p:nvPr>
        </p:nvSpPr>
        <p:spPr>
          <a:xfrm>
            <a:off x="457200" y="188913"/>
            <a:ext cx="8229600" cy="431775"/>
          </a:xfrm>
        </p:spPr>
        <p:txBody>
          <a:bodyPr>
            <a:normAutofit fontScale="90000"/>
          </a:bodyPr>
          <a:lstStyle/>
          <a:p>
            <a:r>
              <a:rPr lang="pt-BR" sz="2400" dirty="0"/>
              <a:t>Questões adicionais:</a:t>
            </a:r>
          </a:p>
        </p:txBody>
      </p:sp>
      <p:sp>
        <p:nvSpPr>
          <p:cNvPr id="8195" name="Espaço Reservado para Conteúdo 2"/>
          <p:cNvSpPr>
            <a:spLocks noGrp="1"/>
          </p:cNvSpPr>
          <p:nvPr>
            <p:ph idx="1"/>
          </p:nvPr>
        </p:nvSpPr>
        <p:spPr>
          <a:xfrm>
            <a:off x="250825" y="836613"/>
            <a:ext cx="8785225" cy="5688012"/>
          </a:xfrm>
        </p:spPr>
        <p:txBody>
          <a:bodyPr>
            <a:normAutofit/>
          </a:bodyPr>
          <a:lstStyle/>
          <a:p>
            <a:pPr algn="just">
              <a:buFont typeface="Arial" charset="0"/>
              <a:buNone/>
            </a:pPr>
            <a:r>
              <a:rPr lang="pt-BR" sz="2400" dirty="0"/>
              <a:t>Explique porque as medidas de tensão da rede elétrica diferem quando medidas:</a:t>
            </a:r>
          </a:p>
          <a:p>
            <a:pPr algn="just">
              <a:buFont typeface="Arial" charset="0"/>
              <a:buNone/>
            </a:pPr>
            <a:endParaRPr lang="pt-BR" sz="2400" dirty="0"/>
          </a:p>
          <a:p>
            <a:pPr algn="just">
              <a:buFont typeface="Arial" charset="0"/>
              <a:buNone/>
            </a:pPr>
            <a:r>
              <a:rPr lang="pt-BR" sz="2400" dirty="0"/>
              <a:t> (a) por equipamentos diferentes; comodities</a:t>
            </a:r>
            <a:r>
              <a:rPr lang="pt-BR" sz="2400" dirty="0">
                <a:sym typeface="Wingdings" panose="05000000000000000000" pitchFamily="2" charset="2"/>
              </a:rPr>
              <a:t> </a:t>
            </a:r>
            <a:r>
              <a:rPr lang="pt-BR" sz="2400">
                <a:sym typeface="Wingdings" panose="05000000000000000000" pitchFamily="2" charset="2"/>
              </a:rPr>
              <a:t>grande escala</a:t>
            </a:r>
            <a:endParaRPr lang="pt-BR" sz="2400" dirty="0"/>
          </a:p>
          <a:p>
            <a:pPr algn="just">
              <a:buFont typeface="Arial" charset="0"/>
              <a:buNone/>
            </a:pPr>
            <a:endParaRPr lang="pt-BR" sz="2400" dirty="0"/>
          </a:p>
          <a:p>
            <a:pPr algn="just">
              <a:buFont typeface="Arial" charset="0"/>
              <a:buNone/>
            </a:pPr>
            <a:endParaRPr lang="pt-BR" sz="2400" dirty="0"/>
          </a:p>
          <a:p>
            <a:pPr algn="just">
              <a:buFont typeface="Arial" charset="0"/>
              <a:buNone/>
            </a:pPr>
            <a:r>
              <a:rPr lang="pt-BR" sz="2400" dirty="0"/>
              <a:t>(b) em locais diferentes;</a:t>
            </a:r>
          </a:p>
          <a:p>
            <a:pPr algn="just">
              <a:buFont typeface="Arial" charset="0"/>
              <a:buNone/>
            </a:pPr>
            <a:endParaRPr lang="pt-BR" sz="2400" dirty="0"/>
          </a:p>
          <a:p>
            <a:pPr algn="just">
              <a:buFont typeface="Arial" charset="0"/>
              <a:buNone/>
            </a:pPr>
            <a:endParaRPr lang="pt-BR" sz="2400" dirty="0"/>
          </a:p>
          <a:p>
            <a:pPr algn="just">
              <a:buFont typeface="Arial" charset="0"/>
              <a:buNone/>
            </a:pPr>
            <a:r>
              <a:rPr lang="pt-BR" sz="2400" dirty="0"/>
              <a:t> (c ) em horários diferentes.</a:t>
            </a:r>
          </a:p>
          <a:p>
            <a:pPr algn="just">
              <a:buFont typeface="Arial" charset="0"/>
              <a:buNone/>
            </a:pPr>
            <a:endParaRPr lang="pt-BR" sz="2400" dirty="0"/>
          </a:p>
          <a:p>
            <a:pPr algn="just">
              <a:buFont typeface="Arial" charset="0"/>
              <a:buNone/>
            </a:pPr>
            <a:r>
              <a:rPr lang="pt-BR" sz="2400" dirty="0"/>
              <a:t>*Estes efeitos explicam porque os aparelhos devem ser aterrados.</a:t>
            </a:r>
          </a:p>
          <a:p>
            <a:pPr algn="just">
              <a:buFont typeface="Arial" charset="0"/>
              <a:buNone/>
            </a:pPr>
            <a:endParaRPr lang="pt-BR" sz="1600" dirty="0"/>
          </a:p>
          <a:p>
            <a:endParaRPr lang="pt-BR" sz="2000" dirty="0"/>
          </a:p>
          <a:p>
            <a:endParaRPr lang="pt-BR" dirty="0"/>
          </a:p>
          <a:p>
            <a:endParaRPr lang="pt-BR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2123728" y="274638"/>
            <a:ext cx="4248472" cy="634082"/>
          </a:xfrm>
        </p:spPr>
        <p:txBody>
          <a:bodyPr>
            <a:normAutofit fontScale="90000"/>
          </a:bodyPr>
          <a:lstStyle/>
          <a:p>
            <a:r>
              <a:rPr lang="pt-BR" dirty="0"/>
              <a:t>Responda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107504" y="908720"/>
            <a:ext cx="9036496" cy="5674642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AutoNum type="arabicPeriod"/>
            </a:pPr>
            <a:r>
              <a:rPr lang="pt-BR" sz="2800" dirty="0"/>
              <a:t>O que é tensão nominal: </a:t>
            </a:r>
            <a:r>
              <a:rPr lang="pt-BR" sz="2800" dirty="0">
                <a:solidFill>
                  <a:srgbClr val="00B0F0"/>
                </a:solidFill>
              </a:rPr>
              <a:t>(Valor em catálogo)</a:t>
            </a:r>
          </a:p>
          <a:p>
            <a:pPr marL="514350" indent="-514350">
              <a:buAutoNum type="arabicPeriod"/>
            </a:pPr>
            <a:r>
              <a:rPr lang="pt-BR" sz="2800" dirty="0"/>
              <a:t>Qual o valor nominal da rede ENEL: </a:t>
            </a:r>
            <a:r>
              <a:rPr lang="pt-BR" sz="2800" dirty="0">
                <a:solidFill>
                  <a:srgbClr val="00B0F0"/>
                </a:solidFill>
              </a:rPr>
              <a:t>(127V)</a:t>
            </a:r>
          </a:p>
          <a:p>
            <a:pPr marL="514350" indent="-514350">
              <a:buFont typeface="Arial" pitchFamily="34" charset="0"/>
              <a:buAutoNum type="arabicPeriod"/>
            </a:pPr>
            <a:r>
              <a:rPr lang="pt-BR" sz="2800" dirty="0"/>
              <a:t>Qual o valor nominal do estabilizador: </a:t>
            </a:r>
            <a:r>
              <a:rPr lang="pt-BR" sz="2800" dirty="0">
                <a:solidFill>
                  <a:srgbClr val="00B0F0"/>
                </a:solidFill>
              </a:rPr>
              <a:t>(115V)</a:t>
            </a:r>
          </a:p>
          <a:p>
            <a:pPr marL="514350" indent="-514350">
              <a:buFont typeface="Arial" pitchFamily="34" charset="0"/>
              <a:buAutoNum type="arabicPeriod"/>
            </a:pPr>
            <a:r>
              <a:rPr lang="pt-BR" sz="2800" dirty="0"/>
              <a:t>O que significa frequência de 60 Hz. </a:t>
            </a:r>
            <a:r>
              <a:rPr lang="pt-BR" sz="2800" dirty="0">
                <a:solidFill>
                  <a:srgbClr val="00B0F0"/>
                </a:solidFill>
              </a:rPr>
              <a:t>Significa que os terminais de alimentação alternam de polaridade  60 vezes por segundo</a:t>
            </a:r>
            <a:endParaRPr lang="pt-BR" sz="2800" dirty="0"/>
          </a:p>
          <a:p>
            <a:pPr marL="514350" indent="-514350">
              <a:buAutoNum type="arabicPeriod"/>
            </a:pPr>
            <a:r>
              <a:rPr lang="pt-BR" sz="2800" dirty="0"/>
              <a:t>Diferencie Voltagem de Corrente Alternada – VAC-  de Voltagem de Corrente Contínua – </a:t>
            </a:r>
            <a:r>
              <a:rPr lang="pt-BR" sz="2800" dirty="0">
                <a:solidFill>
                  <a:srgbClr val="FF0000"/>
                </a:solidFill>
              </a:rPr>
              <a:t>VCC</a:t>
            </a:r>
            <a:r>
              <a:rPr lang="pt-BR" sz="2800" dirty="0">
                <a:solidFill>
                  <a:srgbClr val="00B0F0"/>
                </a:solidFill>
              </a:rPr>
              <a:t>. Resposta no texto</a:t>
            </a:r>
          </a:p>
          <a:p>
            <a:pPr marL="514350" indent="-514350">
              <a:buAutoNum type="arabicPeriod"/>
            </a:pPr>
            <a:r>
              <a:rPr lang="pt-BR" sz="2800" dirty="0"/>
              <a:t>Que dispositivos utilizam 5V e 12V? Cis e motores dos drives</a:t>
            </a:r>
          </a:p>
          <a:p>
            <a:pPr marL="514350" indent="-514350">
              <a:buFont typeface="Arial" pitchFamily="34" charset="0"/>
              <a:buAutoNum type="arabicPeriod"/>
            </a:pPr>
            <a:r>
              <a:rPr lang="pt-BR" sz="2800" dirty="0"/>
              <a:t>Qual a potencia aproximada de um chuveiro ligado no verão. </a:t>
            </a:r>
            <a:r>
              <a:rPr lang="pt-BR" sz="2800" dirty="0">
                <a:solidFill>
                  <a:srgbClr val="00B0F0"/>
                </a:solidFill>
              </a:rPr>
              <a:t>Em torno de 4000 Watts.</a:t>
            </a:r>
          </a:p>
          <a:p>
            <a:pPr marL="514350" indent="-514350">
              <a:buFont typeface="Arial" pitchFamily="34" charset="0"/>
              <a:buAutoNum type="arabicPeriod"/>
            </a:pPr>
            <a:r>
              <a:rPr lang="pt-BR" sz="2800" dirty="0"/>
              <a:t>Estime a corrente nominal do estabilizador do laboratório. </a:t>
            </a:r>
            <a:r>
              <a:rPr lang="pt-BR" sz="3900" dirty="0">
                <a:solidFill>
                  <a:srgbClr val="FF0000"/>
                </a:solidFill>
              </a:rPr>
              <a:t>Use a lei da potencia e o valor da potência no copo do aparelho</a:t>
            </a:r>
            <a:r>
              <a:rPr lang="pt-BR" sz="2800" dirty="0"/>
              <a:t>. Potencia nominal: 500W_; Corrente nominal: I = P/V;  I=500/115= 4,35 Ampères.</a:t>
            </a:r>
          </a:p>
          <a:p>
            <a:pPr marL="514350" indent="-514350">
              <a:buFont typeface="Arial" pitchFamily="34" charset="0"/>
              <a:buAutoNum type="arabicPeriod"/>
            </a:pPr>
            <a:r>
              <a:rPr lang="pt-BR" sz="2800" dirty="0"/>
              <a:t>O que é um transdutor? </a:t>
            </a:r>
            <a:r>
              <a:rPr lang="pt-BR" sz="2800" dirty="0">
                <a:solidFill>
                  <a:srgbClr val="00B0F0"/>
                </a:solidFill>
              </a:rPr>
              <a:t>Dispositivo que opera na conversão de um tipo de energia em outro.</a:t>
            </a:r>
          </a:p>
          <a:p>
            <a:pPr marL="514350" indent="-514350">
              <a:buAutoNum type="arabicPeriod"/>
            </a:pPr>
            <a:endParaRPr lang="pt-BR" sz="2800" dirty="0"/>
          </a:p>
          <a:p>
            <a:pPr marL="514350" indent="-514350">
              <a:buAutoNum type="arabicPeriod"/>
            </a:pPr>
            <a:endParaRPr lang="pt-BR" sz="2800" dirty="0"/>
          </a:p>
          <a:p>
            <a:pPr marL="514350" indent="-514350">
              <a:buAutoNum type="arabicPeriod"/>
            </a:pP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225506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E83151F2361684BA5780C0C225DBA4E" ma:contentTypeVersion="4" ma:contentTypeDescription="Crie um novo documento." ma:contentTypeScope="" ma:versionID="8c06d3feaca91d5d7766b3a8c447aeba">
  <xsd:schema xmlns:xsd="http://www.w3.org/2001/XMLSchema" xmlns:xs="http://www.w3.org/2001/XMLSchema" xmlns:p="http://schemas.microsoft.com/office/2006/metadata/properties" xmlns:ns2="1584da31-70ed-4cbd-995e-5750d4360d51" targetNamespace="http://schemas.microsoft.com/office/2006/metadata/properties" ma:root="true" ma:fieldsID="889637c484d20f7cd1f6a1f01701008c" ns2:_="">
    <xsd:import namespace="1584da31-70ed-4cbd-995e-5750d4360d5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584da31-70ed-4cbd-995e-5750d4360d51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FEE1425B-1DAA-4423-BB0B-0119385A9AF1}"/>
</file>

<file path=customXml/itemProps2.xml><?xml version="1.0" encoding="utf-8"?>
<ds:datastoreItem xmlns:ds="http://schemas.openxmlformats.org/officeDocument/2006/customXml" ds:itemID="{B11D780A-CE4E-4B6D-B63F-94D8EC1180D9}"/>
</file>

<file path=customXml/itemProps3.xml><?xml version="1.0" encoding="utf-8"?>
<ds:datastoreItem xmlns:ds="http://schemas.openxmlformats.org/officeDocument/2006/customXml" ds:itemID="{AEA045C2-8344-4A84-8B06-67EFBEEE654C}"/>
</file>

<file path=docProps/app.xml><?xml version="1.0" encoding="utf-8"?>
<Properties xmlns="http://schemas.openxmlformats.org/officeDocument/2006/extended-properties" xmlns:vt="http://schemas.openxmlformats.org/officeDocument/2006/docPropsVTypes">
  <TotalTime>1525</TotalTime>
  <Words>1621</Words>
  <Application>Microsoft Office PowerPoint</Application>
  <PresentationFormat>Apresentação na tela (4:3)</PresentationFormat>
  <Paragraphs>254</Paragraphs>
  <Slides>24</Slides>
  <Notes>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24</vt:i4>
      </vt:variant>
    </vt:vector>
  </HeadingPairs>
  <TitlesOfParts>
    <vt:vector size="28" baseType="lpstr">
      <vt:lpstr>Arial</vt:lpstr>
      <vt:lpstr>Calibri</vt:lpstr>
      <vt:lpstr>Wingdings</vt:lpstr>
      <vt:lpstr>Tema do Office</vt:lpstr>
      <vt:lpstr>Atividades 1: Alimentação</vt:lpstr>
      <vt:lpstr>Fontes de alimentação contínua e alimentação alternada</vt:lpstr>
      <vt:lpstr>Valor nominal X Valor real</vt:lpstr>
      <vt:lpstr>ENEL (ex-Eletropaulo</vt:lpstr>
      <vt:lpstr>Estabilizador</vt:lpstr>
      <vt:lpstr>Fonte do computador(desktop)</vt:lpstr>
      <vt:lpstr>Tensão e corrente alternada</vt:lpstr>
      <vt:lpstr>Tensão e corrente contínua</vt:lpstr>
      <vt:lpstr>Resumo</vt:lpstr>
      <vt:lpstr>Watt</vt:lpstr>
      <vt:lpstr>Watt.(Exemplo do cotidiano)</vt:lpstr>
      <vt:lpstr>Watt.</vt:lpstr>
      <vt:lpstr>Watt.</vt:lpstr>
      <vt:lpstr>Watt. NOTAS</vt:lpstr>
      <vt:lpstr>Consumo de energia residencial.</vt:lpstr>
      <vt:lpstr>Volt</vt:lpstr>
      <vt:lpstr>Ampère</vt:lpstr>
      <vt:lpstr>Ampère</vt:lpstr>
      <vt:lpstr>Medir</vt:lpstr>
      <vt:lpstr>Medidas elétricas. Aparelhos de medidas</vt:lpstr>
      <vt:lpstr>Aplicação da lei da potencia: P = U * I</vt:lpstr>
      <vt:lpstr>Transdutor</vt:lpstr>
      <vt:lpstr>Questões adicionais:</vt:lpstr>
      <vt:lpstr>Responda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Atividades em sala (1)</dc:title>
  <cp:lastModifiedBy>professor</cp:lastModifiedBy>
  <cp:revision>45</cp:revision>
  <dcterms:modified xsi:type="dcterms:W3CDTF">2023-08-16T13:07:38Z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0x010100CE83151F2361684BA5780C0C225DBA4E</vt:lpwstr>
  </property>
</Properties>
</file>