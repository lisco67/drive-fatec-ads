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0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rawing2.xml" ContentType="application/vnd.ms-office.drawingml.diagramDrawing+xml"/>
  <Override PartName="/ppt/theme/theme3.xml" ContentType="application/vnd.openxmlformats-officedocument.theme+xml"/>
  <Override PartName="/ppt/diagrams/quickStyle2.xml" ContentType="application/vnd.openxmlformats-officedocument.drawingml.diagramStyle+xml"/>
  <Override PartName="/ppt/diagrams/layout2.xml" ContentType="application/vnd.openxmlformats-officedocument.drawingml.diagramLayout+xml"/>
  <Override PartName="/ppt/diagrams/colors2.xml" ContentType="application/vnd.openxmlformats-officedocument.drawingml.diagramCol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6"/>
  </p:notesMasterIdLst>
  <p:sldIdLst>
    <p:sldId id="257" r:id="rId3"/>
    <p:sldId id="276" r:id="rId4"/>
    <p:sldId id="282" r:id="rId5"/>
    <p:sldId id="275" r:id="rId6"/>
    <p:sldId id="279" r:id="rId7"/>
    <p:sldId id="284" r:id="rId8"/>
    <p:sldId id="290" r:id="rId9"/>
    <p:sldId id="292" r:id="rId10"/>
    <p:sldId id="283" r:id="rId11"/>
    <p:sldId id="291" r:id="rId12"/>
    <p:sldId id="296" r:id="rId13"/>
    <p:sldId id="261" r:id="rId14"/>
    <p:sldId id="293" r:id="rId15"/>
    <p:sldId id="294" r:id="rId16"/>
    <p:sldId id="288" r:id="rId17"/>
    <p:sldId id="265" r:id="rId18"/>
    <p:sldId id="295" r:id="rId19"/>
    <p:sldId id="266" r:id="rId20"/>
    <p:sldId id="278" r:id="rId21"/>
    <p:sldId id="281" r:id="rId22"/>
    <p:sldId id="285" r:id="rId23"/>
    <p:sldId id="286" r:id="rId24"/>
    <p:sldId id="289" r:id="rId25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35" autoAdjust="0"/>
    <p:restoredTop sz="94660"/>
  </p:normalViewPr>
  <p:slideViewPr>
    <p:cSldViewPr>
      <p:cViewPr varScale="1">
        <p:scale>
          <a:sx n="50" d="100"/>
          <a:sy n="50" d="100"/>
        </p:scale>
        <p:origin x="210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customXml" Target="../customXml/item3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customXml" Target="../customXml/item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customXml" Target="../customXml/item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lton Silva da Rocha" userId="7f9028a1bd1df426" providerId="LiveId" clId="{A3520392-72F7-4861-B841-8F96E7FBE7C7}"/>
    <pc:docChg chg="custSel addSld modSld sldOrd">
      <pc:chgData name="Milton Silva da Rocha" userId="7f9028a1bd1df426" providerId="LiveId" clId="{A3520392-72F7-4861-B841-8F96E7FBE7C7}" dt="2021-03-04T16:49:15.835" v="948" actId="20577"/>
      <pc:docMkLst>
        <pc:docMk/>
      </pc:docMkLst>
      <pc:sldChg chg="modSp mod">
        <pc:chgData name="Milton Silva da Rocha" userId="7f9028a1bd1df426" providerId="LiveId" clId="{A3520392-72F7-4861-B841-8F96E7FBE7C7}" dt="2021-03-03T14:46:26.544" v="240" actId="20577"/>
        <pc:sldMkLst>
          <pc:docMk/>
          <pc:sldMk cId="0" sldId="261"/>
        </pc:sldMkLst>
        <pc:spChg chg="mod">
          <ac:chgData name="Milton Silva da Rocha" userId="7f9028a1bd1df426" providerId="LiveId" clId="{A3520392-72F7-4861-B841-8F96E7FBE7C7}" dt="2021-03-03T14:46:26.544" v="240" actId="20577"/>
          <ac:spMkLst>
            <pc:docMk/>
            <pc:sldMk cId="0" sldId="261"/>
            <ac:spMk id="18435" creationId="{00000000-0000-0000-0000-000000000000}"/>
          </ac:spMkLst>
        </pc:spChg>
      </pc:sldChg>
      <pc:sldChg chg="ord">
        <pc:chgData name="Milton Silva da Rocha" userId="7f9028a1bd1df426" providerId="LiveId" clId="{A3520392-72F7-4861-B841-8F96E7FBE7C7}" dt="2021-03-03T22:27:26.742" v="654"/>
        <pc:sldMkLst>
          <pc:docMk/>
          <pc:sldMk cId="0" sldId="270"/>
        </pc:sldMkLst>
      </pc:sldChg>
      <pc:sldChg chg="modSp mod">
        <pc:chgData name="Milton Silva da Rocha" userId="7f9028a1bd1df426" providerId="LiveId" clId="{A3520392-72F7-4861-B841-8F96E7FBE7C7}" dt="2021-02-25T16:43:26.525" v="239" actId="20577"/>
        <pc:sldMkLst>
          <pc:docMk/>
          <pc:sldMk cId="0" sldId="275"/>
        </pc:sldMkLst>
        <pc:spChg chg="mod">
          <ac:chgData name="Milton Silva da Rocha" userId="7f9028a1bd1df426" providerId="LiveId" clId="{A3520392-72F7-4861-B841-8F96E7FBE7C7}" dt="2021-02-25T16:43:26.525" v="239" actId="20577"/>
          <ac:spMkLst>
            <pc:docMk/>
            <pc:sldMk cId="0" sldId="275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3520392-72F7-4861-B841-8F96E7FBE7C7}" dt="2021-02-24T22:46:38.479" v="222" actId="6549"/>
        <pc:sldMkLst>
          <pc:docMk/>
          <pc:sldMk cId="0" sldId="280"/>
        </pc:sldMkLst>
        <pc:spChg chg="mod">
          <ac:chgData name="Milton Silva da Rocha" userId="7f9028a1bd1df426" providerId="LiveId" clId="{A3520392-72F7-4861-B841-8F96E7FBE7C7}" dt="2021-02-24T22:46:38.479" v="222" actId="6549"/>
          <ac:spMkLst>
            <pc:docMk/>
            <pc:sldMk cId="0" sldId="280"/>
            <ac:spMk id="3" creationId="{00000000-0000-0000-0000-000000000000}"/>
          </ac:spMkLst>
        </pc:spChg>
      </pc:sldChg>
      <pc:sldChg chg="ord">
        <pc:chgData name="Milton Silva da Rocha" userId="7f9028a1bd1df426" providerId="LiveId" clId="{A3520392-72F7-4861-B841-8F96E7FBE7C7}" dt="2021-03-03T22:27:56.488" v="656"/>
        <pc:sldMkLst>
          <pc:docMk/>
          <pc:sldMk cId="0" sldId="283"/>
        </pc:sldMkLst>
      </pc:sldChg>
      <pc:sldChg chg="modSp mod">
        <pc:chgData name="Milton Silva da Rocha" userId="7f9028a1bd1df426" providerId="LiveId" clId="{A3520392-72F7-4861-B841-8F96E7FBE7C7}" dt="2021-03-03T15:16:03.508" v="627" actId="20577"/>
        <pc:sldMkLst>
          <pc:docMk/>
          <pc:sldMk cId="0" sldId="285"/>
        </pc:sldMkLst>
        <pc:spChg chg="mod">
          <ac:chgData name="Milton Silva da Rocha" userId="7f9028a1bd1df426" providerId="LiveId" clId="{A3520392-72F7-4861-B841-8F96E7FBE7C7}" dt="2021-03-03T15:16:03.508" v="627" actId="20577"/>
          <ac:spMkLst>
            <pc:docMk/>
            <pc:sldMk cId="0" sldId="285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3520392-72F7-4861-B841-8F96E7FBE7C7}" dt="2021-03-03T22:21:34.121" v="652" actId="20577"/>
        <pc:sldMkLst>
          <pc:docMk/>
          <pc:sldMk cId="3699736364" sldId="287"/>
        </pc:sldMkLst>
        <pc:spChg chg="mod">
          <ac:chgData name="Milton Silva da Rocha" userId="7f9028a1bd1df426" providerId="LiveId" clId="{A3520392-72F7-4861-B841-8F96E7FBE7C7}" dt="2021-03-03T22:21:34.121" v="652" actId="20577"/>
          <ac:spMkLst>
            <pc:docMk/>
            <pc:sldMk cId="3699736364" sldId="287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3520392-72F7-4861-B841-8F96E7FBE7C7}" dt="2021-03-04T16:42:57.007" v="839" actId="6549"/>
        <pc:sldMkLst>
          <pc:docMk/>
          <pc:sldMk cId="2321413968" sldId="288"/>
        </pc:sldMkLst>
        <pc:spChg chg="mod">
          <ac:chgData name="Milton Silva da Rocha" userId="7f9028a1bd1df426" providerId="LiveId" clId="{A3520392-72F7-4861-B841-8F96E7FBE7C7}" dt="2021-03-04T16:42:57.007" v="839" actId="6549"/>
          <ac:spMkLst>
            <pc:docMk/>
            <pc:sldMk cId="2321413968" sldId="288"/>
            <ac:spMk id="18435" creationId="{00000000-0000-0000-0000-000000000000}"/>
          </ac:spMkLst>
        </pc:spChg>
      </pc:sldChg>
      <pc:sldChg chg="modSp mod">
        <pc:chgData name="Milton Silva da Rocha" userId="7f9028a1bd1df426" providerId="LiveId" clId="{A3520392-72F7-4861-B841-8F96E7FBE7C7}" dt="2021-03-03T22:41:45.009" v="658" actId="20577"/>
        <pc:sldMkLst>
          <pc:docMk/>
          <pc:sldMk cId="3098780139" sldId="293"/>
        </pc:sldMkLst>
        <pc:spChg chg="mod">
          <ac:chgData name="Milton Silva da Rocha" userId="7f9028a1bd1df426" providerId="LiveId" clId="{A3520392-72F7-4861-B841-8F96E7FBE7C7}" dt="2021-03-03T22:41:45.009" v="658" actId="20577"/>
          <ac:spMkLst>
            <pc:docMk/>
            <pc:sldMk cId="3098780139" sldId="293"/>
            <ac:spMk id="18435" creationId="{00000000-0000-0000-0000-000000000000}"/>
          </ac:spMkLst>
        </pc:spChg>
      </pc:sldChg>
      <pc:sldChg chg="modSp mod">
        <pc:chgData name="Milton Silva da Rocha" userId="7f9028a1bd1df426" providerId="LiveId" clId="{A3520392-72F7-4861-B841-8F96E7FBE7C7}" dt="2021-03-03T22:42:35.524" v="665" actId="120"/>
        <pc:sldMkLst>
          <pc:docMk/>
          <pc:sldMk cId="2854539055" sldId="294"/>
        </pc:sldMkLst>
        <pc:spChg chg="mod">
          <ac:chgData name="Milton Silva da Rocha" userId="7f9028a1bd1df426" providerId="LiveId" clId="{A3520392-72F7-4861-B841-8F96E7FBE7C7}" dt="2021-03-03T22:42:35.524" v="665" actId="120"/>
          <ac:spMkLst>
            <pc:docMk/>
            <pc:sldMk cId="2854539055" sldId="294"/>
            <ac:spMk id="18435" creationId="{00000000-0000-0000-0000-000000000000}"/>
          </ac:spMkLst>
        </pc:spChg>
      </pc:sldChg>
      <pc:sldChg chg="modSp new mod">
        <pc:chgData name="Milton Silva da Rocha" userId="7f9028a1bd1df426" providerId="LiveId" clId="{A3520392-72F7-4861-B841-8F96E7FBE7C7}" dt="2021-03-04T16:49:15.835" v="948" actId="20577"/>
        <pc:sldMkLst>
          <pc:docMk/>
          <pc:sldMk cId="738324679" sldId="295"/>
        </pc:sldMkLst>
        <pc:spChg chg="mod">
          <ac:chgData name="Milton Silva da Rocha" userId="7f9028a1bd1df426" providerId="LiveId" clId="{A3520392-72F7-4861-B841-8F96E7FBE7C7}" dt="2021-03-04T16:49:15.835" v="948" actId="20577"/>
          <ac:spMkLst>
            <pc:docMk/>
            <pc:sldMk cId="738324679" sldId="295"/>
            <ac:spMk id="3" creationId="{FCCCCAE3-6074-42F1-8394-0E81384B5708}"/>
          </ac:spMkLst>
        </pc:spChg>
      </pc:sldChg>
    </pc:docChg>
  </pc:docChgLst>
  <pc:docChgLst>
    <pc:chgData name="Milton Silva da Rocha" userId="7f9028a1bd1df426" providerId="LiveId" clId="{21C5C5CF-746F-4621-8A36-AAA00EE63BAC}"/>
    <pc:docChg chg="undo custSel mod addSld delSld modSld sldOrd">
      <pc:chgData name="Milton Silva da Rocha" userId="7f9028a1bd1df426" providerId="LiveId" clId="{21C5C5CF-746F-4621-8A36-AAA00EE63BAC}" dt="2020-09-08T22:14:01.797" v="1326" actId="6549"/>
      <pc:docMkLst>
        <pc:docMk/>
      </pc:docMkLst>
      <pc:sldChg chg="modSp mod">
        <pc:chgData name="Milton Silva da Rocha" userId="7f9028a1bd1df426" providerId="LiveId" clId="{21C5C5CF-746F-4621-8A36-AAA00EE63BAC}" dt="2020-08-29T13:13:26.382" v="275" actId="20577"/>
        <pc:sldMkLst>
          <pc:docMk/>
          <pc:sldMk cId="0" sldId="257"/>
        </pc:sldMkLst>
        <pc:spChg chg="mod">
          <ac:chgData name="Milton Silva da Rocha" userId="7f9028a1bd1df426" providerId="LiveId" clId="{21C5C5CF-746F-4621-8A36-AAA00EE63BAC}" dt="2020-08-29T13:13:26.382" v="275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21C5C5CF-746F-4621-8A36-AAA00EE63BAC}" dt="2020-08-29T13:46:24.487" v="672" actId="6549"/>
        <pc:sldMkLst>
          <pc:docMk/>
          <pc:sldMk cId="0" sldId="261"/>
        </pc:sldMkLst>
        <pc:spChg chg="mod">
          <ac:chgData name="Milton Silva da Rocha" userId="7f9028a1bd1df426" providerId="LiveId" clId="{21C5C5CF-746F-4621-8A36-AAA00EE63BAC}" dt="2020-08-29T13:46:24.487" v="672" actId="6549"/>
          <ac:spMkLst>
            <pc:docMk/>
            <pc:sldMk cId="0" sldId="261"/>
            <ac:spMk id="18435" creationId="{00000000-0000-0000-0000-000000000000}"/>
          </ac:spMkLst>
        </pc:spChg>
      </pc:sldChg>
      <pc:sldChg chg="add del">
        <pc:chgData name="Milton Silva da Rocha" userId="7f9028a1bd1df426" providerId="LiveId" clId="{21C5C5CF-746F-4621-8A36-AAA00EE63BAC}" dt="2020-08-29T13:46:44.392" v="675" actId="47"/>
        <pc:sldMkLst>
          <pc:docMk/>
          <pc:sldMk cId="0" sldId="264"/>
        </pc:sldMkLst>
      </pc:sldChg>
      <pc:sldChg chg="modSp mod">
        <pc:chgData name="Milton Silva da Rocha" userId="7f9028a1bd1df426" providerId="LiveId" clId="{21C5C5CF-746F-4621-8A36-AAA00EE63BAC}" dt="2020-08-29T13:48:41.737" v="716" actId="207"/>
        <pc:sldMkLst>
          <pc:docMk/>
          <pc:sldMk cId="0" sldId="266"/>
        </pc:sldMkLst>
        <pc:spChg chg="mod">
          <ac:chgData name="Milton Silva da Rocha" userId="7f9028a1bd1df426" providerId="LiveId" clId="{21C5C5CF-746F-4621-8A36-AAA00EE63BAC}" dt="2020-08-29T13:48:41.737" v="716" actId="207"/>
          <ac:spMkLst>
            <pc:docMk/>
            <pc:sldMk cId="0" sldId="266"/>
            <ac:spMk id="23554" creationId="{00000000-0000-0000-0000-000000000000}"/>
          </ac:spMkLst>
        </pc:spChg>
      </pc:sldChg>
      <pc:sldChg chg="addSp delSp modSp mod">
        <pc:chgData name="Milton Silva da Rocha" userId="7f9028a1bd1df426" providerId="LiveId" clId="{21C5C5CF-746F-4621-8A36-AAA00EE63BAC}" dt="2020-08-29T13:26:44.415" v="471" actId="14100"/>
        <pc:sldMkLst>
          <pc:docMk/>
          <pc:sldMk cId="0" sldId="270"/>
        </pc:sldMkLst>
        <pc:spChg chg="mod">
          <ac:chgData name="Milton Silva da Rocha" userId="7f9028a1bd1df426" providerId="LiveId" clId="{21C5C5CF-746F-4621-8A36-AAA00EE63BAC}" dt="2020-08-29T13:26:44.415" v="471" actId="14100"/>
          <ac:spMkLst>
            <pc:docMk/>
            <pc:sldMk cId="0" sldId="270"/>
            <ac:spMk id="2" creationId="{00000000-0000-0000-0000-000000000000}"/>
          </ac:spMkLst>
        </pc:spChg>
        <pc:picChg chg="del">
          <ac:chgData name="Milton Silva da Rocha" userId="7f9028a1bd1df426" providerId="LiveId" clId="{21C5C5CF-746F-4621-8A36-AAA00EE63BAC}" dt="2020-08-29T13:20:20.511" v="314" actId="478"/>
          <ac:picMkLst>
            <pc:docMk/>
            <pc:sldMk cId="0" sldId="270"/>
            <ac:picMk id="3" creationId="{00000000-0000-0000-0000-000000000000}"/>
          </ac:picMkLst>
        </pc:picChg>
        <pc:picChg chg="add mod">
          <ac:chgData name="Milton Silva da Rocha" userId="7f9028a1bd1df426" providerId="LiveId" clId="{21C5C5CF-746F-4621-8A36-AAA00EE63BAC}" dt="2020-08-29T13:20:38.300" v="321" actId="14100"/>
          <ac:picMkLst>
            <pc:docMk/>
            <pc:sldMk cId="0" sldId="270"/>
            <ac:picMk id="5" creationId="{72481549-3832-42FA-A038-25C77827C58F}"/>
          </ac:picMkLst>
        </pc:picChg>
      </pc:sldChg>
      <pc:sldChg chg="modSp mod">
        <pc:chgData name="Milton Silva da Rocha" userId="7f9028a1bd1df426" providerId="LiveId" clId="{21C5C5CF-746F-4621-8A36-AAA00EE63BAC}" dt="2020-09-02T00:26:09.477" v="1092" actId="20577"/>
        <pc:sldMkLst>
          <pc:docMk/>
          <pc:sldMk cId="0" sldId="275"/>
        </pc:sldMkLst>
        <pc:spChg chg="mod">
          <ac:chgData name="Milton Silva da Rocha" userId="7f9028a1bd1df426" providerId="LiveId" clId="{21C5C5CF-746F-4621-8A36-AAA00EE63BAC}" dt="2020-09-02T00:26:09.477" v="1092" actId="20577"/>
          <ac:spMkLst>
            <pc:docMk/>
            <pc:sldMk cId="0" sldId="275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21C5C5CF-746F-4621-8A36-AAA00EE63BAC}" dt="2020-08-29T13:14:18.504" v="284" actId="14100"/>
        <pc:sldMkLst>
          <pc:docMk/>
          <pc:sldMk cId="0" sldId="276"/>
        </pc:sldMkLst>
        <pc:spChg chg="mod">
          <ac:chgData name="Milton Silva da Rocha" userId="7f9028a1bd1df426" providerId="LiveId" clId="{21C5C5CF-746F-4621-8A36-AAA00EE63BAC}" dt="2020-08-29T13:14:11.856" v="282" actId="14100"/>
          <ac:spMkLst>
            <pc:docMk/>
            <pc:sldMk cId="0" sldId="276"/>
            <ac:spMk id="2" creationId="{00000000-0000-0000-0000-000000000000}"/>
          </ac:spMkLst>
        </pc:spChg>
        <pc:picChg chg="mod">
          <ac:chgData name="Milton Silva da Rocha" userId="7f9028a1bd1df426" providerId="LiveId" clId="{21C5C5CF-746F-4621-8A36-AAA00EE63BAC}" dt="2020-08-29T13:14:18.504" v="284" actId="14100"/>
          <ac:picMkLst>
            <pc:docMk/>
            <pc:sldMk cId="0" sldId="276"/>
            <ac:picMk id="4" creationId="{00000000-0000-0000-0000-000000000000}"/>
          </ac:picMkLst>
        </pc:picChg>
      </pc:sldChg>
      <pc:sldChg chg="del">
        <pc:chgData name="Milton Silva da Rocha" userId="7f9028a1bd1df426" providerId="LiveId" clId="{21C5C5CF-746F-4621-8A36-AAA00EE63BAC}" dt="2020-08-29T13:46:42.565" v="673" actId="47"/>
        <pc:sldMkLst>
          <pc:docMk/>
          <pc:sldMk cId="0" sldId="277"/>
        </pc:sldMkLst>
      </pc:sldChg>
      <pc:sldChg chg="modSp mod ord">
        <pc:chgData name="Milton Silva da Rocha" userId="7f9028a1bd1df426" providerId="LiveId" clId="{21C5C5CF-746F-4621-8A36-AAA00EE63BAC}" dt="2020-08-29T13:48:15.778" v="702"/>
        <pc:sldMkLst>
          <pc:docMk/>
          <pc:sldMk cId="0" sldId="278"/>
        </pc:sldMkLst>
        <pc:spChg chg="mod">
          <ac:chgData name="Milton Silva da Rocha" userId="7f9028a1bd1df426" providerId="LiveId" clId="{21C5C5CF-746F-4621-8A36-AAA00EE63BAC}" dt="2020-08-29T13:47:58.097" v="700" actId="207"/>
          <ac:spMkLst>
            <pc:docMk/>
            <pc:sldMk cId="0" sldId="278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21C5C5CF-746F-4621-8A36-AAA00EE63BAC}" dt="2020-08-26T10:25:55.915" v="25" actId="20577"/>
        <pc:sldMkLst>
          <pc:docMk/>
          <pc:sldMk cId="0" sldId="280"/>
        </pc:sldMkLst>
        <pc:spChg chg="mod">
          <ac:chgData name="Milton Silva da Rocha" userId="7f9028a1bd1df426" providerId="LiveId" clId="{21C5C5CF-746F-4621-8A36-AAA00EE63BAC}" dt="2020-08-26T10:25:55.915" v="25" actId="20577"/>
          <ac:spMkLst>
            <pc:docMk/>
            <pc:sldMk cId="0" sldId="280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21C5C5CF-746F-4621-8A36-AAA00EE63BAC}" dt="2020-09-02T09:40:48.485" v="1195" actId="20577"/>
        <pc:sldMkLst>
          <pc:docMk/>
          <pc:sldMk cId="0" sldId="281"/>
        </pc:sldMkLst>
        <pc:spChg chg="mod">
          <ac:chgData name="Milton Silva da Rocha" userId="7f9028a1bd1df426" providerId="LiveId" clId="{21C5C5CF-746F-4621-8A36-AAA00EE63BAC}" dt="2020-09-01T22:00:48.405" v="831" actId="20577"/>
          <ac:spMkLst>
            <pc:docMk/>
            <pc:sldMk cId="0" sldId="281"/>
            <ac:spMk id="2" creationId="{00000000-0000-0000-0000-000000000000}"/>
          </ac:spMkLst>
        </pc:spChg>
        <pc:spChg chg="mod">
          <ac:chgData name="Milton Silva da Rocha" userId="7f9028a1bd1df426" providerId="LiveId" clId="{21C5C5CF-746F-4621-8A36-AAA00EE63BAC}" dt="2020-09-02T09:40:48.485" v="1195" actId="20577"/>
          <ac:spMkLst>
            <pc:docMk/>
            <pc:sldMk cId="0" sldId="281"/>
            <ac:spMk id="3" creationId="{00000000-0000-0000-0000-000000000000}"/>
          </ac:spMkLst>
        </pc:spChg>
      </pc:sldChg>
      <pc:sldChg chg="addSp modSp mod ord">
        <pc:chgData name="Milton Silva da Rocha" userId="7f9028a1bd1df426" providerId="LiveId" clId="{21C5C5CF-746F-4621-8A36-AAA00EE63BAC}" dt="2020-09-02T15:17:10.733" v="1217" actId="1076"/>
        <pc:sldMkLst>
          <pc:docMk/>
          <pc:sldMk cId="0" sldId="282"/>
        </pc:sldMkLst>
        <pc:spChg chg="mod">
          <ac:chgData name="Milton Silva da Rocha" userId="7f9028a1bd1df426" providerId="LiveId" clId="{21C5C5CF-746F-4621-8A36-AAA00EE63BAC}" dt="2020-09-02T15:17:10.733" v="1217" actId="1076"/>
          <ac:spMkLst>
            <pc:docMk/>
            <pc:sldMk cId="0" sldId="282"/>
            <ac:spMk id="2" creationId="{798F71E5-884B-4126-B10C-2C238AF5E501}"/>
          </ac:spMkLst>
        </pc:spChg>
        <pc:spChg chg="add mod">
          <ac:chgData name="Milton Silva da Rocha" userId="7f9028a1bd1df426" providerId="LiveId" clId="{21C5C5CF-746F-4621-8A36-AAA00EE63BAC}" dt="2020-09-02T15:16:51.005" v="1216" actId="14100"/>
          <ac:spMkLst>
            <pc:docMk/>
            <pc:sldMk cId="0" sldId="282"/>
            <ac:spMk id="3" creationId="{24EB9270-EABE-4B55-B8F9-8E96F821C9AE}"/>
          </ac:spMkLst>
        </pc:spChg>
        <pc:picChg chg="mod">
          <ac:chgData name="Milton Silva da Rocha" userId="7f9028a1bd1df426" providerId="LiveId" clId="{21C5C5CF-746F-4621-8A36-AAA00EE63BAC}" dt="2020-09-02T15:16:29.653" v="1212" actId="1076"/>
          <ac:picMkLst>
            <pc:docMk/>
            <pc:sldMk cId="0" sldId="282"/>
            <ac:picMk id="4" creationId="{00000000-0000-0000-0000-000000000000}"/>
          </ac:picMkLst>
        </pc:picChg>
      </pc:sldChg>
      <pc:sldChg chg="modSp mod">
        <pc:chgData name="Milton Silva da Rocha" userId="7f9028a1bd1df426" providerId="LiveId" clId="{21C5C5CF-746F-4621-8A36-AAA00EE63BAC}" dt="2020-08-29T13:26:21.923" v="446" actId="20577"/>
        <pc:sldMkLst>
          <pc:docMk/>
          <pc:sldMk cId="0" sldId="283"/>
        </pc:sldMkLst>
        <pc:spChg chg="mod">
          <ac:chgData name="Milton Silva da Rocha" userId="7f9028a1bd1df426" providerId="LiveId" clId="{21C5C5CF-746F-4621-8A36-AAA00EE63BAC}" dt="2020-08-29T13:26:21.923" v="446" actId="20577"/>
          <ac:spMkLst>
            <pc:docMk/>
            <pc:sldMk cId="0" sldId="283"/>
            <ac:spMk id="2" creationId="{00000000-0000-0000-0000-000000000000}"/>
          </ac:spMkLst>
        </pc:spChg>
        <pc:picChg chg="mod">
          <ac:chgData name="Milton Silva da Rocha" userId="7f9028a1bd1df426" providerId="LiveId" clId="{21C5C5CF-746F-4621-8A36-AAA00EE63BAC}" dt="2020-08-29T13:17:56.176" v="310" actId="14100"/>
          <ac:picMkLst>
            <pc:docMk/>
            <pc:sldMk cId="0" sldId="283"/>
            <ac:picMk id="3074" creationId="{00000000-0000-0000-0000-000000000000}"/>
          </ac:picMkLst>
        </pc:picChg>
      </pc:sldChg>
      <pc:sldChg chg="modSp mod">
        <pc:chgData name="Milton Silva da Rocha" userId="7f9028a1bd1df426" providerId="LiveId" clId="{21C5C5CF-746F-4621-8A36-AAA00EE63BAC}" dt="2020-09-02T15:14:50.810" v="1211" actId="1076"/>
        <pc:sldMkLst>
          <pc:docMk/>
          <pc:sldMk cId="0" sldId="284"/>
        </pc:sldMkLst>
        <pc:spChg chg="mod">
          <ac:chgData name="Milton Silva da Rocha" userId="7f9028a1bd1df426" providerId="LiveId" clId="{21C5C5CF-746F-4621-8A36-AAA00EE63BAC}" dt="2020-09-02T15:14:47.546" v="1210" actId="1076"/>
          <ac:spMkLst>
            <pc:docMk/>
            <pc:sldMk cId="0" sldId="284"/>
            <ac:spMk id="2" creationId="{00000000-0000-0000-0000-000000000000}"/>
          </ac:spMkLst>
        </pc:spChg>
        <pc:picChg chg="mod">
          <ac:chgData name="Milton Silva da Rocha" userId="7f9028a1bd1df426" providerId="LiveId" clId="{21C5C5CF-746F-4621-8A36-AAA00EE63BAC}" dt="2020-09-02T15:14:50.810" v="1211" actId="1076"/>
          <ac:picMkLst>
            <pc:docMk/>
            <pc:sldMk cId="0" sldId="284"/>
            <ac:picMk id="1026" creationId="{00000000-0000-0000-0000-000000000000}"/>
          </ac:picMkLst>
        </pc:picChg>
      </pc:sldChg>
      <pc:sldChg chg="modSp mod">
        <pc:chgData name="Milton Silva da Rocha" userId="7f9028a1bd1df426" providerId="LiveId" clId="{21C5C5CF-746F-4621-8A36-AAA00EE63BAC}" dt="2020-09-08T22:14:01.797" v="1326" actId="6549"/>
        <pc:sldMkLst>
          <pc:docMk/>
          <pc:sldMk cId="0" sldId="285"/>
        </pc:sldMkLst>
        <pc:spChg chg="mod">
          <ac:chgData name="Milton Silva da Rocha" userId="7f9028a1bd1df426" providerId="LiveId" clId="{21C5C5CF-746F-4621-8A36-AAA00EE63BAC}" dt="2020-09-01T22:01:36.781" v="845" actId="255"/>
          <ac:spMkLst>
            <pc:docMk/>
            <pc:sldMk cId="0" sldId="285"/>
            <ac:spMk id="2" creationId="{00000000-0000-0000-0000-000000000000}"/>
          </ac:spMkLst>
        </pc:spChg>
        <pc:spChg chg="mod">
          <ac:chgData name="Milton Silva da Rocha" userId="7f9028a1bd1df426" providerId="LiveId" clId="{21C5C5CF-746F-4621-8A36-AAA00EE63BAC}" dt="2020-09-08T22:14:01.797" v="1326" actId="6549"/>
          <ac:spMkLst>
            <pc:docMk/>
            <pc:sldMk cId="0" sldId="285"/>
            <ac:spMk id="3" creationId="{00000000-0000-0000-0000-000000000000}"/>
          </ac:spMkLst>
        </pc:spChg>
      </pc:sldChg>
      <pc:sldChg chg="addSp modSp mod">
        <pc:chgData name="Milton Silva da Rocha" userId="7f9028a1bd1df426" providerId="LiveId" clId="{21C5C5CF-746F-4621-8A36-AAA00EE63BAC}" dt="2020-08-29T13:49:56.158" v="741" actId="207"/>
        <pc:sldMkLst>
          <pc:docMk/>
          <pc:sldMk cId="0" sldId="286"/>
        </pc:sldMkLst>
        <pc:spChg chg="add mod">
          <ac:chgData name="Milton Silva da Rocha" userId="7f9028a1bd1df426" providerId="LiveId" clId="{21C5C5CF-746F-4621-8A36-AAA00EE63BAC}" dt="2020-08-29T13:49:56.158" v="741" actId="207"/>
          <ac:spMkLst>
            <pc:docMk/>
            <pc:sldMk cId="0" sldId="286"/>
            <ac:spMk id="2" creationId="{824E0A6E-9F85-462C-AFB8-3B65C4AD4D9B}"/>
          </ac:spMkLst>
        </pc:spChg>
        <pc:picChg chg="mod">
          <ac:chgData name="Milton Silva da Rocha" userId="7f9028a1bd1df426" providerId="LiveId" clId="{21C5C5CF-746F-4621-8A36-AAA00EE63BAC}" dt="2020-08-29T13:49:17.639" v="717" actId="14100"/>
          <ac:picMkLst>
            <pc:docMk/>
            <pc:sldMk cId="0" sldId="286"/>
            <ac:picMk id="4098" creationId="{00000000-0000-0000-0000-000000000000}"/>
          </ac:picMkLst>
        </pc:picChg>
      </pc:sldChg>
      <pc:sldChg chg="addSp delSp modSp mod modClrScheme chgLayout">
        <pc:chgData name="Milton Silva da Rocha" userId="7f9028a1bd1df426" providerId="LiveId" clId="{21C5C5CF-746F-4621-8A36-AAA00EE63BAC}" dt="2020-08-29T13:32:54.750" v="532" actId="26606"/>
        <pc:sldMkLst>
          <pc:docMk/>
          <pc:sldMk cId="3699736364" sldId="287"/>
        </pc:sldMkLst>
        <pc:spChg chg="add del">
          <ac:chgData name="Milton Silva da Rocha" userId="7f9028a1bd1df426" providerId="LiveId" clId="{21C5C5CF-746F-4621-8A36-AAA00EE63BAC}" dt="2020-08-29T13:32:54.750" v="532" actId="26606"/>
          <ac:spMkLst>
            <pc:docMk/>
            <pc:sldMk cId="3699736364" sldId="287"/>
            <ac:spMk id="3" creationId="{00000000-0000-0000-0000-000000000000}"/>
          </ac:spMkLst>
        </pc:spChg>
        <pc:spChg chg="add del mod">
          <ac:chgData name="Milton Silva da Rocha" userId="7f9028a1bd1df426" providerId="LiveId" clId="{21C5C5CF-746F-4621-8A36-AAA00EE63BAC}" dt="2020-08-29T13:32:54.750" v="532" actId="26606"/>
          <ac:spMkLst>
            <pc:docMk/>
            <pc:sldMk cId="3699736364" sldId="287"/>
            <ac:spMk id="72" creationId="{380DECF2-242F-4BFB-AF42-6F41DED53116}"/>
          </ac:spMkLst>
        </pc:spChg>
        <pc:spChg chg="mod">
          <ac:chgData name="Milton Silva da Rocha" userId="7f9028a1bd1df426" providerId="LiveId" clId="{21C5C5CF-746F-4621-8A36-AAA00EE63BAC}" dt="2020-08-29T13:32:54.750" v="532" actId="26606"/>
          <ac:spMkLst>
            <pc:docMk/>
            <pc:sldMk cId="3699736364" sldId="287"/>
            <ac:spMk id="14338" creationId="{00000000-0000-0000-0000-000000000000}"/>
          </ac:spMkLst>
        </pc:spChg>
        <pc:graphicFrameChg chg="add del mod">
          <ac:chgData name="Milton Silva da Rocha" userId="7f9028a1bd1df426" providerId="LiveId" clId="{21C5C5CF-746F-4621-8A36-AAA00EE63BAC}" dt="2020-08-29T13:32:54.750" v="532" actId="26606"/>
          <ac:graphicFrameMkLst>
            <pc:docMk/>
            <pc:sldMk cId="3699736364" sldId="287"/>
            <ac:graphicFrameMk id="14340" creationId="{E7589551-D62B-4864-95F5-203F9779478A}"/>
          </ac:graphicFrameMkLst>
        </pc:graphicFrameChg>
      </pc:sldChg>
      <pc:sldChg chg="modSp mod">
        <pc:chgData name="Milton Silva da Rocha" userId="7f9028a1bd1df426" providerId="LiveId" clId="{21C5C5CF-746F-4621-8A36-AAA00EE63BAC}" dt="2020-08-29T13:34:56.057" v="554" actId="5793"/>
        <pc:sldMkLst>
          <pc:docMk/>
          <pc:sldMk cId="2321413968" sldId="288"/>
        </pc:sldMkLst>
        <pc:spChg chg="mod">
          <ac:chgData name="Milton Silva da Rocha" userId="7f9028a1bd1df426" providerId="LiveId" clId="{21C5C5CF-746F-4621-8A36-AAA00EE63BAC}" dt="2020-08-26T10:27:06.100" v="27" actId="255"/>
          <ac:spMkLst>
            <pc:docMk/>
            <pc:sldMk cId="2321413968" sldId="288"/>
            <ac:spMk id="18434" creationId="{00000000-0000-0000-0000-000000000000}"/>
          </ac:spMkLst>
        </pc:spChg>
        <pc:spChg chg="mod">
          <ac:chgData name="Milton Silva da Rocha" userId="7f9028a1bd1df426" providerId="LiveId" clId="{21C5C5CF-746F-4621-8A36-AAA00EE63BAC}" dt="2020-08-29T13:34:56.057" v="554" actId="5793"/>
          <ac:spMkLst>
            <pc:docMk/>
            <pc:sldMk cId="2321413968" sldId="288"/>
            <ac:spMk id="18435" creationId="{00000000-0000-0000-0000-000000000000}"/>
          </ac:spMkLst>
        </pc:spChg>
      </pc:sldChg>
      <pc:sldChg chg="modSp mod">
        <pc:chgData name="Milton Silva da Rocha" userId="7f9028a1bd1df426" providerId="LiveId" clId="{21C5C5CF-746F-4621-8A36-AAA00EE63BAC}" dt="2020-09-08T19:30:45.416" v="1300" actId="27636"/>
        <pc:sldMkLst>
          <pc:docMk/>
          <pc:sldMk cId="18632234" sldId="289"/>
        </pc:sldMkLst>
        <pc:spChg chg="mod">
          <ac:chgData name="Milton Silva da Rocha" userId="7f9028a1bd1df426" providerId="LiveId" clId="{21C5C5CF-746F-4621-8A36-AAA00EE63BAC}" dt="2020-09-08T19:30:45.416" v="1300" actId="27636"/>
          <ac:spMkLst>
            <pc:docMk/>
            <pc:sldMk cId="18632234" sldId="289"/>
            <ac:spMk id="2" creationId="{1230DD50-BE0F-4C31-B9A3-25CF6A249C9F}"/>
          </ac:spMkLst>
        </pc:spChg>
        <pc:picChg chg="mod">
          <ac:chgData name="Milton Silva da Rocha" userId="7f9028a1bd1df426" providerId="LiveId" clId="{21C5C5CF-746F-4621-8A36-AAA00EE63BAC}" dt="2020-08-26T13:03:26.829" v="249" actId="1076"/>
          <ac:picMkLst>
            <pc:docMk/>
            <pc:sldMk cId="18632234" sldId="289"/>
            <ac:picMk id="4" creationId="{B71C26C1-D41B-4B51-97A7-1493F8DCEF16}"/>
          </ac:picMkLst>
        </pc:picChg>
      </pc:sldChg>
      <pc:sldChg chg="addSp delSp modSp add mod">
        <pc:chgData name="Milton Silva da Rocha" userId="7f9028a1bd1df426" providerId="LiveId" clId="{21C5C5CF-746F-4621-8A36-AAA00EE63BAC}" dt="2020-09-08T20:53:58.800" v="1301" actId="20577"/>
        <pc:sldMkLst>
          <pc:docMk/>
          <pc:sldMk cId="3230418906" sldId="290"/>
        </pc:sldMkLst>
        <pc:spChg chg="mod">
          <ac:chgData name="Milton Silva da Rocha" userId="7f9028a1bd1df426" providerId="LiveId" clId="{21C5C5CF-746F-4621-8A36-AAA00EE63BAC}" dt="2020-09-08T20:53:58.800" v="1301" actId="20577"/>
          <ac:spMkLst>
            <pc:docMk/>
            <pc:sldMk cId="3230418906" sldId="290"/>
            <ac:spMk id="2" creationId="{00000000-0000-0000-0000-000000000000}"/>
          </ac:spMkLst>
        </pc:spChg>
        <pc:picChg chg="del">
          <ac:chgData name="Milton Silva da Rocha" userId="7f9028a1bd1df426" providerId="LiveId" clId="{21C5C5CF-746F-4621-8A36-AAA00EE63BAC}" dt="2020-08-29T13:20:53.501" v="323" actId="478"/>
          <ac:picMkLst>
            <pc:docMk/>
            <pc:sldMk cId="3230418906" sldId="290"/>
            <ac:picMk id="3" creationId="{00000000-0000-0000-0000-000000000000}"/>
          </ac:picMkLst>
        </pc:picChg>
        <pc:picChg chg="add del mod">
          <ac:chgData name="Milton Silva da Rocha" userId="7f9028a1bd1df426" providerId="LiveId" clId="{21C5C5CF-746F-4621-8A36-AAA00EE63BAC}" dt="2020-08-29T13:31:26.972" v="473" actId="478"/>
          <ac:picMkLst>
            <pc:docMk/>
            <pc:sldMk cId="3230418906" sldId="290"/>
            <ac:picMk id="5" creationId="{7B173267-3109-4185-857D-0B4D211EF531}"/>
          </ac:picMkLst>
        </pc:picChg>
        <pc:picChg chg="add mod">
          <ac:chgData name="Milton Silva da Rocha" userId="7f9028a1bd1df426" providerId="LiveId" clId="{21C5C5CF-746F-4621-8A36-AAA00EE63BAC}" dt="2020-08-29T13:32:04.999" v="530" actId="14100"/>
          <ac:picMkLst>
            <pc:docMk/>
            <pc:sldMk cId="3230418906" sldId="290"/>
            <ac:picMk id="7" creationId="{F7CA2AFC-C48E-4AB2-A73C-F00677339C3C}"/>
          </ac:picMkLst>
        </pc:picChg>
      </pc:sldChg>
      <pc:sldChg chg="add">
        <pc:chgData name="Milton Silva da Rocha" userId="7f9028a1bd1df426" providerId="LiveId" clId="{21C5C5CF-746F-4621-8A36-AAA00EE63BAC}" dt="2020-08-29T13:20:47.752" v="322" actId="2890"/>
        <pc:sldMkLst>
          <pc:docMk/>
          <pc:sldMk cId="399548515" sldId="291"/>
        </pc:sldMkLst>
      </pc:sldChg>
      <pc:sldChg chg="add">
        <pc:chgData name="Milton Silva da Rocha" userId="7f9028a1bd1df426" providerId="LiveId" clId="{21C5C5CF-746F-4621-8A36-AAA00EE63BAC}" dt="2020-08-29T13:31:19.811" v="472" actId="2890"/>
        <pc:sldMkLst>
          <pc:docMk/>
          <pc:sldMk cId="690853858" sldId="292"/>
        </pc:sldMkLst>
      </pc:sldChg>
      <pc:sldChg chg="modSp add mod">
        <pc:chgData name="Milton Silva da Rocha" userId="7f9028a1bd1df426" providerId="LiveId" clId="{21C5C5CF-746F-4621-8A36-AAA00EE63BAC}" dt="2020-08-29T13:44:42.628" v="651" actId="121"/>
        <pc:sldMkLst>
          <pc:docMk/>
          <pc:sldMk cId="3098780139" sldId="293"/>
        </pc:sldMkLst>
        <pc:spChg chg="mod">
          <ac:chgData name="Milton Silva da Rocha" userId="7f9028a1bd1df426" providerId="LiveId" clId="{21C5C5CF-746F-4621-8A36-AAA00EE63BAC}" dt="2020-08-29T13:44:42.628" v="651" actId="121"/>
          <ac:spMkLst>
            <pc:docMk/>
            <pc:sldMk cId="3098780139" sldId="293"/>
            <ac:spMk id="18435" creationId="{00000000-0000-0000-0000-000000000000}"/>
          </ac:spMkLst>
        </pc:spChg>
      </pc:sldChg>
      <pc:sldChg chg="modSp add mod">
        <pc:chgData name="Milton Silva da Rocha" userId="7f9028a1bd1df426" providerId="LiveId" clId="{21C5C5CF-746F-4621-8A36-AAA00EE63BAC}" dt="2020-08-29T13:45:29.746" v="671" actId="121"/>
        <pc:sldMkLst>
          <pc:docMk/>
          <pc:sldMk cId="2854539055" sldId="294"/>
        </pc:sldMkLst>
        <pc:spChg chg="mod">
          <ac:chgData name="Milton Silva da Rocha" userId="7f9028a1bd1df426" providerId="LiveId" clId="{21C5C5CF-746F-4621-8A36-AAA00EE63BAC}" dt="2020-08-29T13:45:29.746" v="671" actId="121"/>
          <ac:spMkLst>
            <pc:docMk/>
            <pc:sldMk cId="2854539055" sldId="294"/>
            <ac:spMk id="18435" creationId="{00000000-0000-0000-0000-000000000000}"/>
          </ac:spMkLst>
        </pc:spChg>
      </pc:sldChg>
    </pc:docChg>
  </pc:docChgLst>
  <pc:docChgLst>
    <pc:chgData name="Milton Silva da Rocha" userId="7f9028a1bd1df426" providerId="LiveId" clId="{E113EF4F-7CE8-45AD-8FD3-4BB7E34EB21A}"/>
    <pc:docChg chg="modSld">
      <pc:chgData name="Milton Silva da Rocha" userId="7f9028a1bd1df426" providerId="LiveId" clId="{E113EF4F-7CE8-45AD-8FD3-4BB7E34EB21A}" dt="2023-03-01T14:40:02.323" v="4" actId="1076"/>
      <pc:docMkLst>
        <pc:docMk/>
      </pc:docMkLst>
      <pc:sldChg chg="modSp mod">
        <pc:chgData name="Milton Silva da Rocha" userId="7f9028a1bd1df426" providerId="LiveId" clId="{E113EF4F-7CE8-45AD-8FD3-4BB7E34EB21A}" dt="2023-03-01T14:40:02.323" v="4" actId="1076"/>
        <pc:sldMkLst>
          <pc:docMk/>
          <pc:sldMk cId="3230418906" sldId="290"/>
        </pc:sldMkLst>
        <pc:picChg chg="mod">
          <ac:chgData name="Milton Silva da Rocha" userId="7f9028a1bd1df426" providerId="LiveId" clId="{E113EF4F-7CE8-45AD-8FD3-4BB7E34EB21A}" dt="2023-03-01T14:40:02.323" v="4" actId="1076"/>
          <ac:picMkLst>
            <pc:docMk/>
            <pc:sldMk cId="3230418906" sldId="290"/>
            <ac:picMk id="7" creationId="{F7CA2AFC-C48E-4AB2-A73C-F00677339C3C}"/>
          </ac:picMkLst>
        </pc:picChg>
      </pc:sldChg>
    </pc:docChg>
  </pc:docChgLst>
  <pc:docChgLst>
    <pc:chgData name="Milton Silva da Rocha" userId="7f9028a1bd1df426" providerId="LiveId" clId="{A593AEFF-7BBF-49C1-B6F6-EBB61B167299}"/>
    <pc:docChg chg="undo custSel addSld modSld sldOrd">
      <pc:chgData name="Milton Silva da Rocha" userId="7f9028a1bd1df426" providerId="LiveId" clId="{A593AEFF-7BBF-49C1-B6F6-EBB61B167299}" dt="2020-05-14T13:25:53.569" v="2364" actId="20577"/>
      <pc:docMkLst>
        <pc:docMk/>
      </pc:docMkLst>
      <pc:sldChg chg="modSp mod">
        <pc:chgData name="Milton Silva da Rocha" userId="7f9028a1bd1df426" providerId="LiveId" clId="{A593AEFF-7BBF-49C1-B6F6-EBB61B167299}" dt="2020-05-14T12:04:09.969" v="42" actId="20577"/>
        <pc:sldMkLst>
          <pc:docMk/>
          <pc:sldMk cId="0" sldId="257"/>
        </pc:sldMkLst>
        <pc:spChg chg="mod">
          <ac:chgData name="Milton Silva da Rocha" userId="7f9028a1bd1df426" providerId="LiveId" clId="{A593AEFF-7BBF-49C1-B6F6-EBB61B167299}" dt="2020-05-14T12:04:09.969" v="42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4T13:04:01.941" v="1761" actId="207"/>
        <pc:sldMkLst>
          <pc:docMk/>
          <pc:sldMk cId="0" sldId="261"/>
        </pc:sldMkLst>
        <pc:spChg chg="mod">
          <ac:chgData name="Milton Silva da Rocha" userId="7f9028a1bd1df426" providerId="LiveId" clId="{A593AEFF-7BBF-49C1-B6F6-EBB61B167299}" dt="2020-05-14T12:31:58.783" v="942" actId="113"/>
          <ac:spMkLst>
            <pc:docMk/>
            <pc:sldMk cId="0" sldId="261"/>
            <ac:spMk id="18434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3:04:01.941" v="1761" actId="207"/>
          <ac:spMkLst>
            <pc:docMk/>
            <pc:sldMk cId="0" sldId="261"/>
            <ac:spMk id="18435" creationId="{00000000-0000-0000-0000-000000000000}"/>
          </ac:spMkLst>
        </pc:spChg>
      </pc:sldChg>
      <pc:sldChg chg="ord">
        <pc:chgData name="Milton Silva da Rocha" userId="7f9028a1bd1df426" providerId="LiveId" clId="{A593AEFF-7BBF-49C1-B6F6-EBB61B167299}" dt="2020-05-14T12:59:14.662" v="1473"/>
        <pc:sldMkLst>
          <pc:docMk/>
          <pc:sldMk cId="0" sldId="270"/>
        </pc:sldMkLst>
      </pc:sldChg>
      <pc:sldChg chg="modSp mod">
        <pc:chgData name="Milton Silva da Rocha" userId="7f9028a1bd1df426" providerId="LiveId" clId="{A593AEFF-7BBF-49C1-B6F6-EBB61B167299}" dt="2020-05-14T12:07:14.279" v="149" actId="6549"/>
        <pc:sldMkLst>
          <pc:docMk/>
          <pc:sldMk cId="0" sldId="275"/>
        </pc:sldMkLst>
        <pc:spChg chg="mod">
          <ac:chgData name="Milton Silva da Rocha" userId="7f9028a1bd1df426" providerId="LiveId" clId="{A593AEFF-7BBF-49C1-B6F6-EBB61B167299}" dt="2020-05-14T12:07:14.279" v="149" actId="6549"/>
          <ac:spMkLst>
            <pc:docMk/>
            <pc:sldMk cId="0" sldId="275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1T15:04:34.422" v="16" actId="20577"/>
        <pc:sldMkLst>
          <pc:docMk/>
          <pc:sldMk cId="0" sldId="276"/>
        </pc:sldMkLst>
        <pc:spChg chg="mod">
          <ac:chgData name="Milton Silva da Rocha" userId="7f9028a1bd1df426" providerId="LiveId" clId="{A593AEFF-7BBF-49C1-B6F6-EBB61B167299}" dt="2020-05-11T15:04:34.422" v="16" actId="20577"/>
          <ac:spMkLst>
            <pc:docMk/>
            <pc:sldMk cId="0" sldId="276"/>
            <ac:spMk id="2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4T13:09:32.176" v="2048" actId="115"/>
        <pc:sldMkLst>
          <pc:docMk/>
          <pc:sldMk cId="0" sldId="277"/>
        </pc:sldMkLst>
        <pc:spChg chg="mod">
          <ac:chgData name="Milton Silva da Rocha" userId="7f9028a1bd1df426" providerId="LiveId" clId="{A593AEFF-7BBF-49C1-B6F6-EBB61B167299}" dt="2020-05-14T13:09:24.642" v="2047" actId="6549"/>
          <ac:spMkLst>
            <pc:docMk/>
            <pc:sldMk cId="0" sldId="277"/>
            <ac:spMk id="18434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3:09:32.176" v="2048" actId="115"/>
          <ac:spMkLst>
            <pc:docMk/>
            <pc:sldMk cId="0" sldId="277"/>
            <ac:spMk id="18435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4T12:12:49.094" v="302" actId="20577"/>
        <pc:sldMkLst>
          <pc:docMk/>
          <pc:sldMk cId="741663158" sldId="279"/>
        </pc:sldMkLst>
        <pc:spChg chg="mod">
          <ac:chgData name="Milton Silva da Rocha" userId="7f9028a1bd1df426" providerId="LiveId" clId="{A593AEFF-7BBF-49C1-B6F6-EBB61B167299}" dt="2020-05-14T12:09:12.546" v="209" actId="255"/>
          <ac:spMkLst>
            <pc:docMk/>
            <pc:sldMk cId="741663158" sldId="279"/>
            <ac:spMk id="2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2:12:49.094" v="302" actId="20577"/>
          <ac:spMkLst>
            <pc:docMk/>
            <pc:sldMk cId="741663158" sldId="279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4T12:23:01.328" v="606" actId="6549"/>
        <pc:sldMkLst>
          <pc:docMk/>
          <pc:sldMk cId="0" sldId="280"/>
        </pc:sldMkLst>
        <pc:spChg chg="mod">
          <ac:chgData name="Milton Silva da Rocha" userId="7f9028a1bd1df426" providerId="LiveId" clId="{A593AEFF-7BBF-49C1-B6F6-EBB61B167299}" dt="2020-05-14T12:23:01.328" v="606" actId="6549"/>
          <ac:spMkLst>
            <pc:docMk/>
            <pc:sldMk cId="0" sldId="280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A593AEFF-7BBF-49C1-B6F6-EBB61B167299}" dt="2020-05-14T13:19:58.879" v="2245" actId="120"/>
        <pc:sldMkLst>
          <pc:docMk/>
          <pc:sldMk cId="0" sldId="281"/>
        </pc:sldMkLst>
        <pc:spChg chg="mod">
          <ac:chgData name="Milton Silva da Rocha" userId="7f9028a1bd1df426" providerId="LiveId" clId="{A593AEFF-7BBF-49C1-B6F6-EBB61B167299}" dt="2020-05-14T13:19:09.488" v="2222" actId="255"/>
          <ac:spMkLst>
            <pc:docMk/>
            <pc:sldMk cId="0" sldId="281"/>
            <ac:spMk id="2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3:19:58.879" v="2245" actId="120"/>
          <ac:spMkLst>
            <pc:docMk/>
            <pc:sldMk cId="0" sldId="281"/>
            <ac:spMk id="3" creationId="{00000000-0000-0000-0000-000000000000}"/>
          </ac:spMkLst>
        </pc:spChg>
      </pc:sldChg>
      <pc:sldChg chg="addSp modSp mod">
        <pc:chgData name="Milton Silva da Rocha" userId="7f9028a1bd1df426" providerId="LiveId" clId="{A593AEFF-7BBF-49C1-B6F6-EBB61B167299}" dt="2020-05-14T12:08:40.014" v="198" actId="1076"/>
        <pc:sldMkLst>
          <pc:docMk/>
          <pc:sldMk cId="0" sldId="282"/>
        </pc:sldMkLst>
        <pc:spChg chg="add mod">
          <ac:chgData name="Milton Silva da Rocha" userId="7f9028a1bd1df426" providerId="LiveId" clId="{A593AEFF-7BBF-49C1-B6F6-EBB61B167299}" dt="2020-05-14T12:08:39.440" v="197" actId="255"/>
          <ac:spMkLst>
            <pc:docMk/>
            <pc:sldMk cId="0" sldId="282"/>
            <ac:spMk id="2" creationId="{798F71E5-884B-4126-B10C-2C238AF5E501}"/>
          </ac:spMkLst>
        </pc:spChg>
        <pc:picChg chg="mod">
          <ac:chgData name="Milton Silva da Rocha" userId="7f9028a1bd1df426" providerId="LiveId" clId="{A593AEFF-7BBF-49C1-B6F6-EBB61B167299}" dt="2020-05-14T12:08:40.014" v="198" actId="1076"/>
          <ac:picMkLst>
            <pc:docMk/>
            <pc:sldMk cId="0" sldId="282"/>
            <ac:picMk id="4" creationId="{00000000-0000-0000-0000-000000000000}"/>
          </ac:picMkLst>
        </pc:picChg>
      </pc:sldChg>
      <pc:sldChg chg="ord">
        <pc:chgData name="Milton Silva da Rocha" userId="7f9028a1bd1df426" providerId="LiveId" clId="{A593AEFF-7BBF-49C1-B6F6-EBB61B167299}" dt="2020-05-14T12:59:06.480" v="1471"/>
        <pc:sldMkLst>
          <pc:docMk/>
          <pc:sldMk cId="0" sldId="283"/>
        </pc:sldMkLst>
      </pc:sldChg>
      <pc:sldChg chg="modSp mod">
        <pc:chgData name="Milton Silva da Rocha" userId="7f9028a1bd1df426" providerId="LiveId" clId="{A593AEFF-7BBF-49C1-B6F6-EBB61B167299}" dt="2020-05-14T13:25:53.569" v="2364" actId="20577"/>
        <pc:sldMkLst>
          <pc:docMk/>
          <pc:sldMk cId="0" sldId="285"/>
        </pc:sldMkLst>
        <pc:spChg chg="mod">
          <ac:chgData name="Milton Silva da Rocha" userId="7f9028a1bd1df426" providerId="LiveId" clId="{A593AEFF-7BBF-49C1-B6F6-EBB61B167299}" dt="2020-05-14T13:20:11.868" v="2258" actId="6549"/>
          <ac:spMkLst>
            <pc:docMk/>
            <pc:sldMk cId="0" sldId="285"/>
            <ac:spMk id="2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3:25:53.569" v="2364" actId="20577"/>
          <ac:spMkLst>
            <pc:docMk/>
            <pc:sldMk cId="0" sldId="285"/>
            <ac:spMk id="3" creationId="{00000000-0000-0000-0000-000000000000}"/>
          </ac:spMkLst>
        </pc:spChg>
      </pc:sldChg>
      <pc:sldChg chg="modSp add mod">
        <pc:chgData name="Milton Silva da Rocha" userId="7f9028a1bd1df426" providerId="LiveId" clId="{A593AEFF-7BBF-49C1-B6F6-EBB61B167299}" dt="2020-05-14T12:30:06.859" v="910" actId="255"/>
        <pc:sldMkLst>
          <pc:docMk/>
          <pc:sldMk cId="3699736364" sldId="287"/>
        </pc:sldMkLst>
        <pc:spChg chg="mod">
          <ac:chgData name="Milton Silva da Rocha" userId="7f9028a1bd1df426" providerId="LiveId" clId="{A593AEFF-7BBF-49C1-B6F6-EBB61B167299}" dt="2020-05-14T12:30:06.859" v="910" actId="255"/>
          <ac:spMkLst>
            <pc:docMk/>
            <pc:sldMk cId="3699736364" sldId="287"/>
            <ac:spMk id="3" creationId="{00000000-0000-0000-0000-000000000000}"/>
          </ac:spMkLst>
        </pc:spChg>
      </pc:sldChg>
      <pc:sldChg chg="modSp add mod">
        <pc:chgData name="Milton Silva da Rocha" userId="7f9028a1bd1df426" providerId="LiveId" clId="{A593AEFF-7BBF-49C1-B6F6-EBB61B167299}" dt="2020-05-14T13:08:52.191" v="2007" actId="20577"/>
        <pc:sldMkLst>
          <pc:docMk/>
          <pc:sldMk cId="2321413968" sldId="288"/>
        </pc:sldMkLst>
        <pc:spChg chg="mod">
          <ac:chgData name="Milton Silva da Rocha" userId="7f9028a1bd1df426" providerId="LiveId" clId="{A593AEFF-7BBF-49C1-B6F6-EBB61B167299}" dt="2020-05-14T12:59:53.886" v="1494" actId="20577"/>
          <ac:spMkLst>
            <pc:docMk/>
            <pc:sldMk cId="2321413968" sldId="288"/>
            <ac:spMk id="18434" creationId="{00000000-0000-0000-0000-000000000000}"/>
          </ac:spMkLst>
        </pc:spChg>
        <pc:spChg chg="mod">
          <ac:chgData name="Milton Silva da Rocha" userId="7f9028a1bd1df426" providerId="LiveId" clId="{A593AEFF-7BBF-49C1-B6F6-EBB61B167299}" dt="2020-05-14T13:08:52.191" v="2007" actId="20577"/>
          <ac:spMkLst>
            <pc:docMk/>
            <pc:sldMk cId="2321413968" sldId="288"/>
            <ac:spMk id="18435" creationId="{00000000-0000-0000-0000-000000000000}"/>
          </ac:spMkLst>
        </pc:spChg>
      </pc:sldChg>
      <pc:sldChg chg="addSp delSp modSp new mod">
        <pc:chgData name="Milton Silva da Rocha" userId="7f9028a1bd1df426" providerId="LiveId" clId="{A593AEFF-7BBF-49C1-B6F6-EBB61B167299}" dt="2020-05-14T13:25:27.951" v="2358" actId="20577"/>
        <pc:sldMkLst>
          <pc:docMk/>
          <pc:sldMk cId="18632234" sldId="289"/>
        </pc:sldMkLst>
        <pc:spChg chg="mod">
          <ac:chgData name="Milton Silva da Rocha" userId="7f9028a1bd1df426" providerId="LiveId" clId="{A593AEFF-7BBF-49C1-B6F6-EBB61B167299}" dt="2020-05-14T13:25:27.951" v="2358" actId="20577"/>
          <ac:spMkLst>
            <pc:docMk/>
            <pc:sldMk cId="18632234" sldId="289"/>
            <ac:spMk id="2" creationId="{1230DD50-BE0F-4C31-B9A3-25CF6A249C9F}"/>
          </ac:spMkLst>
        </pc:spChg>
        <pc:spChg chg="del">
          <ac:chgData name="Milton Silva da Rocha" userId="7f9028a1bd1df426" providerId="LiveId" clId="{A593AEFF-7BBF-49C1-B6F6-EBB61B167299}" dt="2020-05-14T13:25:13.775" v="2334"/>
          <ac:spMkLst>
            <pc:docMk/>
            <pc:sldMk cId="18632234" sldId="289"/>
            <ac:spMk id="3" creationId="{4D421F96-2308-4324-86FC-A9C47F5FCC69}"/>
          </ac:spMkLst>
        </pc:spChg>
        <pc:picChg chg="add mod">
          <ac:chgData name="Milton Silva da Rocha" userId="7f9028a1bd1df426" providerId="LiveId" clId="{A593AEFF-7BBF-49C1-B6F6-EBB61B167299}" dt="2020-05-14T13:25:13.775" v="2334"/>
          <ac:picMkLst>
            <pc:docMk/>
            <pc:sldMk cId="18632234" sldId="289"/>
            <ac:picMk id="4" creationId="{B71C26C1-D41B-4B51-97A7-1493F8DCEF16}"/>
          </ac:picMkLst>
        </pc:picChg>
      </pc:sldChg>
    </pc:docChg>
  </pc:docChgLst>
  <pc:docChgLst>
    <pc:chgData name="Milton Silva da Rocha" userId="7f9028a1bd1df426" providerId="LiveId" clId="{19212868-D8C7-4625-B31B-819C35B2F99F}"/>
    <pc:docChg chg="modSld">
      <pc:chgData name="Milton Silva da Rocha" userId="7f9028a1bd1df426" providerId="LiveId" clId="{19212868-D8C7-4625-B31B-819C35B2F99F}" dt="2021-02-23T21:53:35.321" v="35" actId="14100"/>
      <pc:docMkLst>
        <pc:docMk/>
      </pc:docMkLst>
      <pc:sldChg chg="modSp mod">
        <pc:chgData name="Milton Silva da Rocha" userId="7f9028a1bd1df426" providerId="LiveId" clId="{19212868-D8C7-4625-B31B-819C35B2F99F}" dt="2021-02-23T21:53:35.321" v="35" actId="14100"/>
        <pc:sldMkLst>
          <pc:docMk/>
          <pc:sldMk cId="0" sldId="257"/>
        </pc:sldMkLst>
        <pc:spChg chg="mod">
          <ac:chgData name="Milton Silva da Rocha" userId="7f9028a1bd1df426" providerId="LiveId" clId="{19212868-D8C7-4625-B31B-819C35B2F99F}" dt="2021-02-23T21:53:35.321" v="35" actId="14100"/>
          <ac:spMkLst>
            <pc:docMk/>
            <pc:sldMk cId="0" sldId="257"/>
            <ac:spMk id="14338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12367E1-7D60-499C-9BFF-9C63BC74CD1F}" type="doc">
      <dgm:prSet loTypeId="urn:microsoft.com/office/officeart/2005/8/layout/default" loCatId="list" qsTypeId="urn:microsoft.com/office/officeart/2005/8/quickstyle/simple4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D8A7891A-4D98-4060-A736-04229D98ACCC}">
      <dgm:prSet/>
      <dgm:spPr/>
      <dgm:t>
        <a:bodyPr/>
        <a:lstStyle/>
        <a:p>
          <a:r>
            <a:rPr lang="pt-BR"/>
            <a:t>Sistema Operacional</a:t>
          </a:r>
          <a:endParaRPr lang="en-US"/>
        </a:p>
      </dgm:t>
    </dgm:pt>
    <dgm:pt modelId="{4341AB72-538B-4A64-8FDD-5AE52DD4BADA}" type="parTrans" cxnId="{6B7B6D4C-EEFA-4834-8A84-C18A77FCAD9A}">
      <dgm:prSet/>
      <dgm:spPr/>
      <dgm:t>
        <a:bodyPr/>
        <a:lstStyle/>
        <a:p>
          <a:endParaRPr lang="en-US"/>
        </a:p>
      </dgm:t>
    </dgm:pt>
    <dgm:pt modelId="{E8A4E353-3612-4D46-BDEE-AFD6D2100206}" type="sibTrans" cxnId="{6B7B6D4C-EEFA-4834-8A84-C18A77FCAD9A}">
      <dgm:prSet/>
      <dgm:spPr/>
      <dgm:t>
        <a:bodyPr/>
        <a:lstStyle/>
        <a:p>
          <a:endParaRPr lang="en-US"/>
        </a:p>
      </dgm:t>
    </dgm:pt>
    <dgm:pt modelId="{1F359322-BBE5-44FB-AFAA-13A6DEAC0B91}">
      <dgm:prSet/>
      <dgm:spPr/>
      <dgm:t>
        <a:bodyPr/>
        <a:lstStyle/>
        <a:p>
          <a:r>
            <a:rPr lang="pt-BR"/>
            <a:t>Processador: Modelo e “clock”.</a:t>
          </a:r>
          <a:endParaRPr lang="en-US"/>
        </a:p>
      </dgm:t>
    </dgm:pt>
    <dgm:pt modelId="{32AA0E07-942A-4FB0-9D6D-1CBEC5E7135F}" type="parTrans" cxnId="{895AB99C-8A10-4813-AB7D-6B7764FA1430}">
      <dgm:prSet/>
      <dgm:spPr/>
      <dgm:t>
        <a:bodyPr/>
        <a:lstStyle/>
        <a:p>
          <a:endParaRPr lang="en-US"/>
        </a:p>
      </dgm:t>
    </dgm:pt>
    <dgm:pt modelId="{49C46FF1-5C25-4D1B-BDB4-CEAEA3AD9BA4}" type="sibTrans" cxnId="{895AB99C-8A10-4813-AB7D-6B7764FA1430}">
      <dgm:prSet/>
      <dgm:spPr/>
      <dgm:t>
        <a:bodyPr/>
        <a:lstStyle/>
        <a:p>
          <a:endParaRPr lang="en-US"/>
        </a:p>
      </dgm:t>
    </dgm:pt>
    <dgm:pt modelId="{4637DAF9-E175-4111-BE83-4CA3D0281A0B}">
      <dgm:prSet/>
      <dgm:spPr/>
      <dgm:t>
        <a:bodyPr/>
        <a:lstStyle/>
        <a:p>
          <a:r>
            <a:rPr lang="pt-BR"/>
            <a:t>Caches: Tipos e quantidade;</a:t>
          </a:r>
          <a:endParaRPr lang="en-US"/>
        </a:p>
      </dgm:t>
    </dgm:pt>
    <dgm:pt modelId="{4D1DDD3E-E9FB-4499-905E-BB63F5988AB2}" type="parTrans" cxnId="{198AD4CF-FB8A-4C7F-92C1-89CFF459F484}">
      <dgm:prSet/>
      <dgm:spPr/>
      <dgm:t>
        <a:bodyPr/>
        <a:lstStyle/>
        <a:p>
          <a:endParaRPr lang="en-US"/>
        </a:p>
      </dgm:t>
    </dgm:pt>
    <dgm:pt modelId="{3E8F8791-3B42-4837-93C7-D2490835824A}" type="sibTrans" cxnId="{198AD4CF-FB8A-4C7F-92C1-89CFF459F484}">
      <dgm:prSet/>
      <dgm:spPr/>
      <dgm:t>
        <a:bodyPr/>
        <a:lstStyle/>
        <a:p>
          <a:endParaRPr lang="en-US"/>
        </a:p>
      </dgm:t>
    </dgm:pt>
    <dgm:pt modelId="{B0AD40D1-6380-4652-A49A-458B26488332}">
      <dgm:prSet/>
      <dgm:spPr/>
      <dgm:t>
        <a:bodyPr/>
        <a:lstStyle/>
        <a:p>
          <a:r>
            <a:rPr lang="pt-BR"/>
            <a:t>Memória: Quantidade; Tecnologia.</a:t>
          </a:r>
          <a:endParaRPr lang="en-US"/>
        </a:p>
      </dgm:t>
    </dgm:pt>
    <dgm:pt modelId="{00D15F26-6E6B-4197-AC2F-F2106CB3C2BA}" type="parTrans" cxnId="{D2BD1D95-EB7F-4833-B51C-35AA348081AB}">
      <dgm:prSet/>
      <dgm:spPr/>
      <dgm:t>
        <a:bodyPr/>
        <a:lstStyle/>
        <a:p>
          <a:endParaRPr lang="en-US"/>
        </a:p>
      </dgm:t>
    </dgm:pt>
    <dgm:pt modelId="{595454B8-E0E1-4F6E-B79C-6E85C0EBDBB6}" type="sibTrans" cxnId="{D2BD1D95-EB7F-4833-B51C-35AA348081AB}">
      <dgm:prSet/>
      <dgm:spPr/>
      <dgm:t>
        <a:bodyPr/>
        <a:lstStyle/>
        <a:p>
          <a:endParaRPr lang="en-US"/>
        </a:p>
      </dgm:t>
    </dgm:pt>
    <dgm:pt modelId="{9A723B8F-5EB7-454D-834C-03FC2D17C988}">
      <dgm:prSet/>
      <dgm:spPr/>
      <dgm:t>
        <a:bodyPr/>
        <a:lstStyle/>
        <a:p>
          <a:r>
            <a:rPr lang="pt-BR"/>
            <a:t>HD: Capacidade; Tecnologia (IDE, SATA,SSD).</a:t>
          </a:r>
          <a:endParaRPr lang="en-US"/>
        </a:p>
      </dgm:t>
    </dgm:pt>
    <dgm:pt modelId="{B83BFC2D-B74F-414F-8AE9-4260EEC5D5FA}" type="parTrans" cxnId="{4B319217-0579-448E-AF5A-914E2E4E87EC}">
      <dgm:prSet/>
      <dgm:spPr/>
      <dgm:t>
        <a:bodyPr/>
        <a:lstStyle/>
        <a:p>
          <a:endParaRPr lang="en-US"/>
        </a:p>
      </dgm:t>
    </dgm:pt>
    <dgm:pt modelId="{0D3BFA62-794E-4672-BC0D-E2B3A89F5157}" type="sibTrans" cxnId="{4B319217-0579-448E-AF5A-914E2E4E87EC}">
      <dgm:prSet/>
      <dgm:spPr/>
      <dgm:t>
        <a:bodyPr/>
        <a:lstStyle/>
        <a:p>
          <a:endParaRPr lang="en-US"/>
        </a:p>
      </dgm:t>
    </dgm:pt>
    <dgm:pt modelId="{0CFC3F98-8192-47B0-9A35-149DD3F979A9}">
      <dgm:prSet/>
      <dgm:spPr/>
      <dgm:t>
        <a:bodyPr/>
        <a:lstStyle/>
        <a:p>
          <a:r>
            <a:rPr lang="pt-BR"/>
            <a:t>Sistema de arquivos: NTFS,DOS, Ext,...</a:t>
          </a:r>
          <a:endParaRPr lang="en-US"/>
        </a:p>
      </dgm:t>
    </dgm:pt>
    <dgm:pt modelId="{FF9055B0-01D3-4874-87C6-2E3626C241F8}" type="parTrans" cxnId="{3E7ECC9A-E22D-44D2-99E6-F49CB2F86A58}">
      <dgm:prSet/>
      <dgm:spPr/>
      <dgm:t>
        <a:bodyPr/>
        <a:lstStyle/>
        <a:p>
          <a:endParaRPr lang="en-US"/>
        </a:p>
      </dgm:t>
    </dgm:pt>
    <dgm:pt modelId="{7F1A0B27-F15F-4961-9C14-1A801A61C69C}" type="sibTrans" cxnId="{3E7ECC9A-E22D-44D2-99E6-F49CB2F86A58}">
      <dgm:prSet/>
      <dgm:spPr/>
      <dgm:t>
        <a:bodyPr/>
        <a:lstStyle/>
        <a:p>
          <a:endParaRPr lang="en-US"/>
        </a:p>
      </dgm:t>
    </dgm:pt>
    <dgm:pt modelId="{F7E0873A-61B6-46E3-843C-C5BEB726160A}">
      <dgm:prSet/>
      <dgm:spPr/>
      <dgm:t>
        <a:bodyPr/>
        <a:lstStyle/>
        <a:p>
          <a:r>
            <a:rPr lang="pt-BR"/>
            <a:t>Periféricos. Entrada e Saída.</a:t>
          </a:r>
          <a:endParaRPr lang="en-US"/>
        </a:p>
      </dgm:t>
    </dgm:pt>
    <dgm:pt modelId="{1BAF3F30-A9FD-4C13-8BFE-5A872F6C3C03}" type="parTrans" cxnId="{F7270751-13A6-4B3C-B606-5C5ADB5B3022}">
      <dgm:prSet/>
      <dgm:spPr/>
      <dgm:t>
        <a:bodyPr/>
        <a:lstStyle/>
        <a:p>
          <a:endParaRPr lang="en-US"/>
        </a:p>
      </dgm:t>
    </dgm:pt>
    <dgm:pt modelId="{3BEC5A11-7F9A-444D-B654-DD1AED5CD52F}" type="sibTrans" cxnId="{F7270751-13A6-4B3C-B606-5C5ADB5B3022}">
      <dgm:prSet/>
      <dgm:spPr/>
      <dgm:t>
        <a:bodyPr/>
        <a:lstStyle/>
        <a:p>
          <a:endParaRPr lang="en-US"/>
        </a:p>
      </dgm:t>
    </dgm:pt>
    <dgm:pt modelId="{414CF035-92C4-42DF-87BC-EB6787EDBB04}">
      <dgm:prSet/>
      <dgm:spPr/>
      <dgm:t>
        <a:bodyPr/>
        <a:lstStyle/>
        <a:p>
          <a:r>
            <a:rPr lang="pt-BR" b="1" i="1" u="sng"/>
            <a:t>Recursos</a:t>
          </a:r>
          <a:endParaRPr lang="en-US"/>
        </a:p>
      </dgm:t>
    </dgm:pt>
    <dgm:pt modelId="{88733931-89C6-47EB-B65C-680956DAF270}" type="parTrans" cxnId="{BE54B3FB-1155-4101-879A-BDD0888BAD0D}">
      <dgm:prSet/>
      <dgm:spPr/>
      <dgm:t>
        <a:bodyPr/>
        <a:lstStyle/>
        <a:p>
          <a:endParaRPr lang="en-US"/>
        </a:p>
      </dgm:t>
    </dgm:pt>
    <dgm:pt modelId="{AAB01BFB-8F1D-44D6-B22F-BA2790E98B83}" type="sibTrans" cxnId="{BE54B3FB-1155-4101-879A-BDD0888BAD0D}">
      <dgm:prSet/>
      <dgm:spPr/>
      <dgm:t>
        <a:bodyPr/>
        <a:lstStyle/>
        <a:p>
          <a:endParaRPr lang="en-US"/>
        </a:p>
      </dgm:t>
    </dgm:pt>
    <dgm:pt modelId="{6AF2ED1C-DC3D-49C9-8468-02E8D9D7EBB5}">
      <dgm:prSet/>
      <dgm:spPr/>
      <dgm:t>
        <a:bodyPr/>
        <a:lstStyle/>
        <a:p>
          <a:r>
            <a:rPr lang="pt-BR"/>
            <a:t>Painel de Controle;  programa: CPU-Z, etc...</a:t>
          </a:r>
          <a:endParaRPr lang="en-US"/>
        </a:p>
      </dgm:t>
    </dgm:pt>
    <dgm:pt modelId="{7DD318B1-0F6A-48A2-8675-1EBCF696392E}" type="parTrans" cxnId="{1C95DEB3-C209-4ABA-9E81-D82B481ECF00}">
      <dgm:prSet/>
      <dgm:spPr/>
      <dgm:t>
        <a:bodyPr/>
        <a:lstStyle/>
        <a:p>
          <a:endParaRPr lang="en-US"/>
        </a:p>
      </dgm:t>
    </dgm:pt>
    <dgm:pt modelId="{6B204857-7F5D-4F65-8A2E-F17694D1497D}" type="sibTrans" cxnId="{1C95DEB3-C209-4ABA-9E81-D82B481ECF00}">
      <dgm:prSet/>
      <dgm:spPr/>
      <dgm:t>
        <a:bodyPr/>
        <a:lstStyle/>
        <a:p>
          <a:endParaRPr lang="en-US"/>
        </a:p>
      </dgm:t>
    </dgm:pt>
    <dgm:pt modelId="{13A589C9-EA0E-4E86-A454-4565971BA60A}" type="pres">
      <dgm:prSet presAssocID="{E12367E1-7D60-499C-9BFF-9C63BC74CD1F}" presName="diagram" presStyleCnt="0">
        <dgm:presLayoutVars>
          <dgm:dir/>
          <dgm:resizeHandles val="exact"/>
        </dgm:presLayoutVars>
      </dgm:prSet>
      <dgm:spPr/>
    </dgm:pt>
    <dgm:pt modelId="{DACFABA9-0618-4F1C-917C-87DC81BBA6C9}" type="pres">
      <dgm:prSet presAssocID="{D8A7891A-4D98-4060-A736-04229D98ACCC}" presName="node" presStyleLbl="node1" presStyleIdx="0" presStyleCnt="8">
        <dgm:presLayoutVars>
          <dgm:bulletEnabled val="1"/>
        </dgm:presLayoutVars>
      </dgm:prSet>
      <dgm:spPr/>
    </dgm:pt>
    <dgm:pt modelId="{302F9B12-0C5B-469F-98E2-D71971B79CB2}" type="pres">
      <dgm:prSet presAssocID="{E8A4E353-3612-4D46-BDEE-AFD6D2100206}" presName="sibTrans" presStyleCnt="0"/>
      <dgm:spPr/>
    </dgm:pt>
    <dgm:pt modelId="{58A64ABC-123B-4FE0-8911-678C69AAF29E}" type="pres">
      <dgm:prSet presAssocID="{1F359322-BBE5-44FB-AFAA-13A6DEAC0B91}" presName="node" presStyleLbl="node1" presStyleIdx="1" presStyleCnt="8">
        <dgm:presLayoutVars>
          <dgm:bulletEnabled val="1"/>
        </dgm:presLayoutVars>
      </dgm:prSet>
      <dgm:spPr/>
    </dgm:pt>
    <dgm:pt modelId="{9B4180F2-2F41-48A3-AF3E-6A6E8D1C8FD0}" type="pres">
      <dgm:prSet presAssocID="{49C46FF1-5C25-4D1B-BDB4-CEAEA3AD9BA4}" presName="sibTrans" presStyleCnt="0"/>
      <dgm:spPr/>
    </dgm:pt>
    <dgm:pt modelId="{9DB5DB61-0FCF-4F89-B103-A2BAEC0905F0}" type="pres">
      <dgm:prSet presAssocID="{4637DAF9-E175-4111-BE83-4CA3D0281A0B}" presName="node" presStyleLbl="node1" presStyleIdx="2" presStyleCnt="8">
        <dgm:presLayoutVars>
          <dgm:bulletEnabled val="1"/>
        </dgm:presLayoutVars>
      </dgm:prSet>
      <dgm:spPr/>
    </dgm:pt>
    <dgm:pt modelId="{62190CC4-E174-4687-8839-B65B85459E73}" type="pres">
      <dgm:prSet presAssocID="{3E8F8791-3B42-4837-93C7-D2490835824A}" presName="sibTrans" presStyleCnt="0"/>
      <dgm:spPr/>
    </dgm:pt>
    <dgm:pt modelId="{1DF1E0B9-A73A-4FA1-ACBA-46EA296379FE}" type="pres">
      <dgm:prSet presAssocID="{B0AD40D1-6380-4652-A49A-458B26488332}" presName="node" presStyleLbl="node1" presStyleIdx="3" presStyleCnt="8">
        <dgm:presLayoutVars>
          <dgm:bulletEnabled val="1"/>
        </dgm:presLayoutVars>
      </dgm:prSet>
      <dgm:spPr/>
    </dgm:pt>
    <dgm:pt modelId="{C50B0F5D-82B9-43F4-BA7A-B87280D90985}" type="pres">
      <dgm:prSet presAssocID="{595454B8-E0E1-4F6E-B79C-6E85C0EBDBB6}" presName="sibTrans" presStyleCnt="0"/>
      <dgm:spPr/>
    </dgm:pt>
    <dgm:pt modelId="{E4B5730C-DB77-4575-9999-B8208D42D62B}" type="pres">
      <dgm:prSet presAssocID="{9A723B8F-5EB7-454D-834C-03FC2D17C988}" presName="node" presStyleLbl="node1" presStyleIdx="4" presStyleCnt="8">
        <dgm:presLayoutVars>
          <dgm:bulletEnabled val="1"/>
        </dgm:presLayoutVars>
      </dgm:prSet>
      <dgm:spPr/>
    </dgm:pt>
    <dgm:pt modelId="{69DD432E-0283-4762-86BE-6E9B7023ED20}" type="pres">
      <dgm:prSet presAssocID="{0D3BFA62-794E-4672-BC0D-E2B3A89F5157}" presName="sibTrans" presStyleCnt="0"/>
      <dgm:spPr/>
    </dgm:pt>
    <dgm:pt modelId="{17C8F99C-A621-40C0-92DB-6ED4E67CC64C}" type="pres">
      <dgm:prSet presAssocID="{0CFC3F98-8192-47B0-9A35-149DD3F979A9}" presName="node" presStyleLbl="node1" presStyleIdx="5" presStyleCnt="8">
        <dgm:presLayoutVars>
          <dgm:bulletEnabled val="1"/>
        </dgm:presLayoutVars>
      </dgm:prSet>
      <dgm:spPr/>
    </dgm:pt>
    <dgm:pt modelId="{361AFF76-6C4F-449B-A0F9-6268BA3125CD}" type="pres">
      <dgm:prSet presAssocID="{7F1A0B27-F15F-4961-9C14-1A801A61C69C}" presName="sibTrans" presStyleCnt="0"/>
      <dgm:spPr/>
    </dgm:pt>
    <dgm:pt modelId="{D7B0ECAD-BDA0-4851-A46E-442C45BE0F7B}" type="pres">
      <dgm:prSet presAssocID="{F7E0873A-61B6-46E3-843C-C5BEB726160A}" presName="node" presStyleLbl="node1" presStyleIdx="6" presStyleCnt="8">
        <dgm:presLayoutVars>
          <dgm:bulletEnabled val="1"/>
        </dgm:presLayoutVars>
      </dgm:prSet>
      <dgm:spPr/>
    </dgm:pt>
    <dgm:pt modelId="{B5038466-4266-4AC5-9219-8C90998A5EA0}" type="pres">
      <dgm:prSet presAssocID="{3BEC5A11-7F9A-444D-B654-DD1AED5CD52F}" presName="sibTrans" presStyleCnt="0"/>
      <dgm:spPr/>
    </dgm:pt>
    <dgm:pt modelId="{DCDF4C7B-0E38-4423-8622-D26B97D0779D}" type="pres">
      <dgm:prSet presAssocID="{6AF2ED1C-DC3D-49C9-8468-02E8D9D7EBB5}" presName="node" presStyleLbl="node1" presStyleIdx="7" presStyleCnt="8">
        <dgm:presLayoutVars>
          <dgm:bulletEnabled val="1"/>
        </dgm:presLayoutVars>
      </dgm:prSet>
      <dgm:spPr/>
    </dgm:pt>
  </dgm:ptLst>
  <dgm:cxnLst>
    <dgm:cxn modelId="{237AF602-E68D-4AA0-9087-D707D86164EC}" type="presOf" srcId="{1F359322-BBE5-44FB-AFAA-13A6DEAC0B91}" destId="{58A64ABC-123B-4FE0-8911-678C69AAF29E}" srcOrd="0" destOrd="0" presId="urn:microsoft.com/office/officeart/2005/8/layout/default"/>
    <dgm:cxn modelId="{4B319217-0579-448E-AF5A-914E2E4E87EC}" srcId="{E12367E1-7D60-499C-9BFF-9C63BC74CD1F}" destId="{9A723B8F-5EB7-454D-834C-03FC2D17C988}" srcOrd="4" destOrd="0" parTransId="{B83BFC2D-B74F-414F-8AE9-4260EEC5D5FA}" sibTransId="{0D3BFA62-794E-4672-BC0D-E2B3A89F5157}"/>
    <dgm:cxn modelId="{23F86025-DFC4-4156-B15B-370DE220501A}" type="presOf" srcId="{B0AD40D1-6380-4652-A49A-458B26488332}" destId="{1DF1E0B9-A73A-4FA1-ACBA-46EA296379FE}" srcOrd="0" destOrd="0" presId="urn:microsoft.com/office/officeart/2005/8/layout/default"/>
    <dgm:cxn modelId="{3E40F832-1DB0-47D8-A44C-E9C0B881187F}" type="presOf" srcId="{6AF2ED1C-DC3D-49C9-8468-02E8D9D7EBB5}" destId="{DCDF4C7B-0E38-4423-8622-D26B97D0779D}" srcOrd="0" destOrd="0" presId="urn:microsoft.com/office/officeart/2005/8/layout/default"/>
    <dgm:cxn modelId="{F906A145-8E72-40D1-9373-66514DF278DB}" type="presOf" srcId="{0CFC3F98-8192-47B0-9A35-149DD3F979A9}" destId="{17C8F99C-A621-40C0-92DB-6ED4E67CC64C}" srcOrd="0" destOrd="0" presId="urn:microsoft.com/office/officeart/2005/8/layout/default"/>
    <dgm:cxn modelId="{6B7B6D4C-EEFA-4834-8A84-C18A77FCAD9A}" srcId="{E12367E1-7D60-499C-9BFF-9C63BC74CD1F}" destId="{D8A7891A-4D98-4060-A736-04229D98ACCC}" srcOrd="0" destOrd="0" parTransId="{4341AB72-538B-4A64-8FDD-5AE52DD4BADA}" sibTransId="{E8A4E353-3612-4D46-BDEE-AFD6D2100206}"/>
    <dgm:cxn modelId="{6481326E-4790-4DE9-9DB3-EC66BA99514B}" type="presOf" srcId="{9A723B8F-5EB7-454D-834C-03FC2D17C988}" destId="{E4B5730C-DB77-4575-9999-B8208D42D62B}" srcOrd="0" destOrd="0" presId="urn:microsoft.com/office/officeart/2005/8/layout/default"/>
    <dgm:cxn modelId="{F7270751-13A6-4B3C-B606-5C5ADB5B3022}" srcId="{E12367E1-7D60-499C-9BFF-9C63BC74CD1F}" destId="{F7E0873A-61B6-46E3-843C-C5BEB726160A}" srcOrd="6" destOrd="0" parTransId="{1BAF3F30-A9FD-4C13-8BFE-5A872F6C3C03}" sibTransId="{3BEC5A11-7F9A-444D-B654-DD1AED5CD52F}"/>
    <dgm:cxn modelId="{6228BB74-A6FF-4CAA-8E95-637FD5EDED9B}" type="presOf" srcId="{4637DAF9-E175-4111-BE83-4CA3D0281A0B}" destId="{9DB5DB61-0FCF-4F89-B103-A2BAEC0905F0}" srcOrd="0" destOrd="0" presId="urn:microsoft.com/office/officeart/2005/8/layout/default"/>
    <dgm:cxn modelId="{E22DD67D-50D3-47DB-8EC3-F9150AEFFB3F}" type="presOf" srcId="{414CF035-92C4-42DF-87BC-EB6787EDBB04}" destId="{D7B0ECAD-BDA0-4851-A46E-442C45BE0F7B}" srcOrd="0" destOrd="1" presId="urn:microsoft.com/office/officeart/2005/8/layout/default"/>
    <dgm:cxn modelId="{470C1F82-0B02-4858-8D39-17BA5612C7DF}" type="presOf" srcId="{D8A7891A-4D98-4060-A736-04229D98ACCC}" destId="{DACFABA9-0618-4F1C-917C-87DC81BBA6C9}" srcOrd="0" destOrd="0" presId="urn:microsoft.com/office/officeart/2005/8/layout/default"/>
    <dgm:cxn modelId="{D2BD1D95-EB7F-4833-B51C-35AA348081AB}" srcId="{E12367E1-7D60-499C-9BFF-9C63BC74CD1F}" destId="{B0AD40D1-6380-4652-A49A-458B26488332}" srcOrd="3" destOrd="0" parTransId="{00D15F26-6E6B-4197-AC2F-F2106CB3C2BA}" sibTransId="{595454B8-E0E1-4F6E-B79C-6E85C0EBDBB6}"/>
    <dgm:cxn modelId="{3E7ECC9A-E22D-44D2-99E6-F49CB2F86A58}" srcId="{E12367E1-7D60-499C-9BFF-9C63BC74CD1F}" destId="{0CFC3F98-8192-47B0-9A35-149DD3F979A9}" srcOrd="5" destOrd="0" parTransId="{FF9055B0-01D3-4874-87C6-2E3626C241F8}" sibTransId="{7F1A0B27-F15F-4961-9C14-1A801A61C69C}"/>
    <dgm:cxn modelId="{895AB99C-8A10-4813-AB7D-6B7764FA1430}" srcId="{E12367E1-7D60-499C-9BFF-9C63BC74CD1F}" destId="{1F359322-BBE5-44FB-AFAA-13A6DEAC0B91}" srcOrd="1" destOrd="0" parTransId="{32AA0E07-942A-4FB0-9D6D-1CBEC5E7135F}" sibTransId="{49C46FF1-5C25-4D1B-BDB4-CEAEA3AD9BA4}"/>
    <dgm:cxn modelId="{D0AA88AC-7087-4EF8-8977-84D34D36D2C8}" type="presOf" srcId="{F7E0873A-61B6-46E3-843C-C5BEB726160A}" destId="{D7B0ECAD-BDA0-4851-A46E-442C45BE0F7B}" srcOrd="0" destOrd="0" presId="urn:microsoft.com/office/officeart/2005/8/layout/default"/>
    <dgm:cxn modelId="{1C95DEB3-C209-4ABA-9E81-D82B481ECF00}" srcId="{E12367E1-7D60-499C-9BFF-9C63BC74CD1F}" destId="{6AF2ED1C-DC3D-49C9-8468-02E8D9D7EBB5}" srcOrd="7" destOrd="0" parTransId="{7DD318B1-0F6A-48A2-8675-1EBCF696392E}" sibTransId="{6B204857-7F5D-4F65-8A2E-F17694D1497D}"/>
    <dgm:cxn modelId="{198AD4CF-FB8A-4C7F-92C1-89CFF459F484}" srcId="{E12367E1-7D60-499C-9BFF-9C63BC74CD1F}" destId="{4637DAF9-E175-4111-BE83-4CA3D0281A0B}" srcOrd="2" destOrd="0" parTransId="{4D1DDD3E-E9FB-4499-905E-BB63F5988AB2}" sibTransId="{3E8F8791-3B42-4837-93C7-D2490835824A}"/>
    <dgm:cxn modelId="{84DB73F8-7A9F-4BE9-8E55-DD7A30E15A12}" type="presOf" srcId="{E12367E1-7D60-499C-9BFF-9C63BC74CD1F}" destId="{13A589C9-EA0E-4E86-A454-4565971BA60A}" srcOrd="0" destOrd="0" presId="urn:microsoft.com/office/officeart/2005/8/layout/default"/>
    <dgm:cxn modelId="{BE54B3FB-1155-4101-879A-BDD0888BAD0D}" srcId="{F7E0873A-61B6-46E3-843C-C5BEB726160A}" destId="{414CF035-92C4-42DF-87BC-EB6787EDBB04}" srcOrd="0" destOrd="0" parTransId="{88733931-89C6-47EB-B65C-680956DAF270}" sibTransId="{AAB01BFB-8F1D-44D6-B22F-BA2790E98B83}"/>
    <dgm:cxn modelId="{DB6E1BBC-9A21-4A58-8E47-028959DBB22A}" type="presParOf" srcId="{13A589C9-EA0E-4E86-A454-4565971BA60A}" destId="{DACFABA9-0618-4F1C-917C-87DC81BBA6C9}" srcOrd="0" destOrd="0" presId="urn:microsoft.com/office/officeart/2005/8/layout/default"/>
    <dgm:cxn modelId="{E498E91B-674D-45BB-884F-F6CC09172434}" type="presParOf" srcId="{13A589C9-EA0E-4E86-A454-4565971BA60A}" destId="{302F9B12-0C5B-469F-98E2-D71971B79CB2}" srcOrd="1" destOrd="0" presId="urn:microsoft.com/office/officeart/2005/8/layout/default"/>
    <dgm:cxn modelId="{8B39EB51-6C5F-4652-B79A-BCC78ED2E62D}" type="presParOf" srcId="{13A589C9-EA0E-4E86-A454-4565971BA60A}" destId="{58A64ABC-123B-4FE0-8911-678C69AAF29E}" srcOrd="2" destOrd="0" presId="urn:microsoft.com/office/officeart/2005/8/layout/default"/>
    <dgm:cxn modelId="{B58E10DB-0EEB-4705-A4EC-7A1AB06AF19C}" type="presParOf" srcId="{13A589C9-EA0E-4E86-A454-4565971BA60A}" destId="{9B4180F2-2F41-48A3-AF3E-6A6E8D1C8FD0}" srcOrd="3" destOrd="0" presId="urn:microsoft.com/office/officeart/2005/8/layout/default"/>
    <dgm:cxn modelId="{08CE0111-C83E-4D54-9CC5-24A081CB1E12}" type="presParOf" srcId="{13A589C9-EA0E-4E86-A454-4565971BA60A}" destId="{9DB5DB61-0FCF-4F89-B103-A2BAEC0905F0}" srcOrd="4" destOrd="0" presId="urn:microsoft.com/office/officeart/2005/8/layout/default"/>
    <dgm:cxn modelId="{97273A1E-933C-4A21-8BDD-F87FC99EBF26}" type="presParOf" srcId="{13A589C9-EA0E-4E86-A454-4565971BA60A}" destId="{62190CC4-E174-4687-8839-B65B85459E73}" srcOrd="5" destOrd="0" presId="urn:microsoft.com/office/officeart/2005/8/layout/default"/>
    <dgm:cxn modelId="{86901D81-E12C-4BFC-95FA-D2B2A9B43732}" type="presParOf" srcId="{13A589C9-EA0E-4E86-A454-4565971BA60A}" destId="{1DF1E0B9-A73A-4FA1-ACBA-46EA296379FE}" srcOrd="6" destOrd="0" presId="urn:microsoft.com/office/officeart/2005/8/layout/default"/>
    <dgm:cxn modelId="{C3242C4C-8CFC-48EF-9894-A20161EAD06A}" type="presParOf" srcId="{13A589C9-EA0E-4E86-A454-4565971BA60A}" destId="{C50B0F5D-82B9-43F4-BA7A-B87280D90985}" srcOrd="7" destOrd="0" presId="urn:microsoft.com/office/officeart/2005/8/layout/default"/>
    <dgm:cxn modelId="{1A1763EC-572D-4BBE-9AC1-992468581F06}" type="presParOf" srcId="{13A589C9-EA0E-4E86-A454-4565971BA60A}" destId="{E4B5730C-DB77-4575-9999-B8208D42D62B}" srcOrd="8" destOrd="0" presId="urn:microsoft.com/office/officeart/2005/8/layout/default"/>
    <dgm:cxn modelId="{6F8AACD9-9C63-42F2-B93F-CC04C0727A20}" type="presParOf" srcId="{13A589C9-EA0E-4E86-A454-4565971BA60A}" destId="{69DD432E-0283-4762-86BE-6E9B7023ED20}" srcOrd="9" destOrd="0" presId="urn:microsoft.com/office/officeart/2005/8/layout/default"/>
    <dgm:cxn modelId="{43FE364F-B8A6-4F39-9002-5A18F696A7E1}" type="presParOf" srcId="{13A589C9-EA0E-4E86-A454-4565971BA60A}" destId="{17C8F99C-A621-40C0-92DB-6ED4E67CC64C}" srcOrd="10" destOrd="0" presId="urn:microsoft.com/office/officeart/2005/8/layout/default"/>
    <dgm:cxn modelId="{12218BFF-D960-4096-A4E6-F90A7E8F9EB0}" type="presParOf" srcId="{13A589C9-EA0E-4E86-A454-4565971BA60A}" destId="{361AFF76-6C4F-449B-A0F9-6268BA3125CD}" srcOrd="11" destOrd="0" presId="urn:microsoft.com/office/officeart/2005/8/layout/default"/>
    <dgm:cxn modelId="{1EF764E5-F5D9-4542-9EC9-B3D738F8DC44}" type="presParOf" srcId="{13A589C9-EA0E-4E86-A454-4565971BA60A}" destId="{D7B0ECAD-BDA0-4851-A46E-442C45BE0F7B}" srcOrd="12" destOrd="0" presId="urn:microsoft.com/office/officeart/2005/8/layout/default"/>
    <dgm:cxn modelId="{E9AF20D2-A667-434F-9E77-E3B35245E87C}" type="presParOf" srcId="{13A589C9-EA0E-4E86-A454-4565971BA60A}" destId="{B5038466-4266-4AC5-9219-8C90998A5EA0}" srcOrd="13" destOrd="0" presId="urn:microsoft.com/office/officeart/2005/8/layout/default"/>
    <dgm:cxn modelId="{FB0FF6BE-AD29-4EA6-B63F-287B03A8268F}" type="presParOf" srcId="{13A589C9-EA0E-4E86-A454-4565971BA60A}" destId="{DCDF4C7B-0E38-4423-8622-D26B97D0779D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B58DE91-9011-4C49-BC63-1A8E3429D674}" type="doc">
      <dgm:prSet loTypeId="urn:microsoft.com/office/officeart/2005/8/layout/vList2" loCatId="list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D10C9C5-76E2-4C41-950C-B3DCA6BC4EA6}">
      <dgm:prSet/>
      <dgm:spPr/>
      <dgm:t>
        <a:bodyPr/>
        <a:lstStyle/>
        <a:p>
          <a:r>
            <a:rPr lang="pt-BR"/>
            <a:t>CPU. Tempo de resposta: ≈ 1 ns </a:t>
          </a:r>
          <a:endParaRPr lang="en-US"/>
        </a:p>
      </dgm:t>
    </dgm:pt>
    <dgm:pt modelId="{218A665B-8750-43B3-B7FA-B911C8DC3B5C}" type="parTrans" cxnId="{E5DC0CA0-A7BE-4130-A5F0-9D7EA59256F8}">
      <dgm:prSet/>
      <dgm:spPr/>
      <dgm:t>
        <a:bodyPr/>
        <a:lstStyle/>
        <a:p>
          <a:endParaRPr lang="en-US"/>
        </a:p>
      </dgm:t>
    </dgm:pt>
    <dgm:pt modelId="{589A8360-5918-4642-9569-69A28357886F}" type="sibTrans" cxnId="{E5DC0CA0-A7BE-4130-A5F0-9D7EA59256F8}">
      <dgm:prSet/>
      <dgm:spPr/>
      <dgm:t>
        <a:bodyPr/>
        <a:lstStyle/>
        <a:p>
          <a:endParaRPr lang="en-US"/>
        </a:p>
      </dgm:t>
    </dgm:pt>
    <dgm:pt modelId="{9A06F7B2-BC95-4735-B058-A71EDE36A3F0}">
      <dgm:prSet/>
      <dgm:spPr/>
      <dgm:t>
        <a:bodyPr/>
        <a:lstStyle/>
        <a:p>
          <a:r>
            <a:rPr lang="pt-BR"/>
            <a:t>Memória cache: &lt;5ns </a:t>
          </a:r>
          <a:endParaRPr lang="en-US"/>
        </a:p>
      </dgm:t>
    </dgm:pt>
    <dgm:pt modelId="{0660DCDE-2657-45C7-A23B-0BE8B8DBB460}" type="parTrans" cxnId="{352A1DA2-A802-4DE1-AF64-7CAEA17290AC}">
      <dgm:prSet/>
      <dgm:spPr/>
      <dgm:t>
        <a:bodyPr/>
        <a:lstStyle/>
        <a:p>
          <a:endParaRPr lang="en-US"/>
        </a:p>
      </dgm:t>
    </dgm:pt>
    <dgm:pt modelId="{379FDEEB-2F7F-4AF3-B7A2-55430DD617C2}" type="sibTrans" cxnId="{352A1DA2-A802-4DE1-AF64-7CAEA17290AC}">
      <dgm:prSet/>
      <dgm:spPr/>
      <dgm:t>
        <a:bodyPr/>
        <a:lstStyle/>
        <a:p>
          <a:endParaRPr lang="en-US"/>
        </a:p>
      </dgm:t>
    </dgm:pt>
    <dgm:pt modelId="{7A6A563B-1BFD-4B38-B1BE-D7BBBAC61352}">
      <dgm:prSet/>
      <dgm:spPr/>
      <dgm:t>
        <a:bodyPr/>
        <a:lstStyle/>
        <a:p>
          <a:r>
            <a:rPr lang="pt-BR"/>
            <a:t>Nota: Volume da L1; 50% do volume da CPU</a:t>
          </a:r>
          <a:endParaRPr lang="en-US"/>
        </a:p>
      </dgm:t>
    </dgm:pt>
    <dgm:pt modelId="{4235A4AD-8601-4FD2-AFBC-54435692D32D}" type="parTrans" cxnId="{C7AAD9D1-C1BE-4CF7-8D98-D05C6088D935}">
      <dgm:prSet/>
      <dgm:spPr/>
      <dgm:t>
        <a:bodyPr/>
        <a:lstStyle/>
        <a:p>
          <a:endParaRPr lang="en-US"/>
        </a:p>
      </dgm:t>
    </dgm:pt>
    <dgm:pt modelId="{1CED3AC3-C737-4FE0-9003-AD3B85D504DA}" type="sibTrans" cxnId="{C7AAD9D1-C1BE-4CF7-8D98-D05C6088D935}">
      <dgm:prSet/>
      <dgm:spPr/>
      <dgm:t>
        <a:bodyPr/>
        <a:lstStyle/>
        <a:p>
          <a:endParaRPr lang="en-US"/>
        </a:p>
      </dgm:t>
    </dgm:pt>
    <dgm:pt modelId="{8730213C-E89E-4425-9CEA-3CF05465C30D}">
      <dgm:prSet/>
      <dgm:spPr/>
      <dgm:t>
        <a:bodyPr/>
        <a:lstStyle/>
        <a:p>
          <a:r>
            <a:rPr lang="pt-BR"/>
            <a:t>RAM (Memória principal): ≈ 50ns </a:t>
          </a:r>
          <a:endParaRPr lang="en-US"/>
        </a:p>
      </dgm:t>
    </dgm:pt>
    <dgm:pt modelId="{43E7E0E7-98D5-4F05-B3FF-BF980CBEA1D9}" type="parTrans" cxnId="{209FD7E3-D8CE-4F11-9A3D-C708FC4AE133}">
      <dgm:prSet/>
      <dgm:spPr/>
      <dgm:t>
        <a:bodyPr/>
        <a:lstStyle/>
        <a:p>
          <a:endParaRPr lang="en-US"/>
        </a:p>
      </dgm:t>
    </dgm:pt>
    <dgm:pt modelId="{CFED9E45-BF92-4F57-B92E-5A35676FDF15}" type="sibTrans" cxnId="{209FD7E3-D8CE-4F11-9A3D-C708FC4AE133}">
      <dgm:prSet/>
      <dgm:spPr/>
      <dgm:t>
        <a:bodyPr/>
        <a:lstStyle/>
        <a:p>
          <a:endParaRPr lang="en-US"/>
        </a:p>
      </dgm:t>
    </dgm:pt>
    <dgm:pt modelId="{D3864471-DFB5-4267-8F50-71AC4BB0DA3D}">
      <dgm:prSet/>
      <dgm:spPr/>
      <dgm:t>
        <a:bodyPr/>
        <a:lstStyle/>
        <a:p>
          <a:r>
            <a:rPr lang="pt-BR"/>
            <a:t>HDs (Memória secundária): ≈ 10 ms </a:t>
          </a:r>
          <a:endParaRPr lang="en-US"/>
        </a:p>
      </dgm:t>
    </dgm:pt>
    <dgm:pt modelId="{BE4910AC-8C5C-4A91-915F-7F6AAAF11982}" type="parTrans" cxnId="{5E7D47BF-1B9D-4DFE-AE31-C0D1992C4E29}">
      <dgm:prSet/>
      <dgm:spPr/>
      <dgm:t>
        <a:bodyPr/>
        <a:lstStyle/>
        <a:p>
          <a:endParaRPr lang="en-US"/>
        </a:p>
      </dgm:t>
    </dgm:pt>
    <dgm:pt modelId="{AF0AB3B0-06FE-4BF2-B5EB-0F7D030409DF}" type="sibTrans" cxnId="{5E7D47BF-1B9D-4DFE-AE31-C0D1992C4E29}">
      <dgm:prSet/>
      <dgm:spPr/>
      <dgm:t>
        <a:bodyPr/>
        <a:lstStyle/>
        <a:p>
          <a:endParaRPr lang="en-US"/>
        </a:p>
      </dgm:t>
    </dgm:pt>
    <dgm:pt modelId="{BBC1A2E5-80B4-44FC-B92A-AD2D4ADF6E1E}">
      <dgm:prSet/>
      <dgm:spPr/>
      <dgm:t>
        <a:bodyPr/>
        <a:lstStyle/>
        <a:p>
          <a:r>
            <a:rPr lang="pt-BR"/>
            <a:t>Nota: 1 ms = 1.000.000 ns  </a:t>
          </a:r>
          <a:endParaRPr lang="en-US"/>
        </a:p>
      </dgm:t>
    </dgm:pt>
    <dgm:pt modelId="{A831792B-2DCE-4216-95DF-A15F2C04109F}" type="parTrans" cxnId="{B38A39A2-30F7-4861-A394-A69F4D2E92F9}">
      <dgm:prSet/>
      <dgm:spPr/>
      <dgm:t>
        <a:bodyPr/>
        <a:lstStyle/>
        <a:p>
          <a:endParaRPr lang="en-US"/>
        </a:p>
      </dgm:t>
    </dgm:pt>
    <dgm:pt modelId="{192EE112-E48E-4F35-9A9A-FBFD1EF92E4D}" type="sibTrans" cxnId="{B38A39A2-30F7-4861-A394-A69F4D2E92F9}">
      <dgm:prSet/>
      <dgm:spPr/>
      <dgm:t>
        <a:bodyPr/>
        <a:lstStyle/>
        <a:p>
          <a:endParaRPr lang="en-US"/>
        </a:p>
      </dgm:t>
    </dgm:pt>
    <dgm:pt modelId="{84E4AF15-AFF1-43C5-83C0-F54AC5B155A5}" type="pres">
      <dgm:prSet presAssocID="{DB58DE91-9011-4C49-BC63-1A8E3429D674}" presName="linear" presStyleCnt="0">
        <dgm:presLayoutVars>
          <dgm:animLvl val="lvl"/>
          <dgm:resizeHandles val="exact"/>
        </dgm:presLayoutVars>
      </dgm:prSet>
      <dgm:spPr/>
    </dgm:pt>
    <dgm:pt modelId="{EB3DCDD2-DB93-4DCE-A651-F60BAB3584D7}" type="pres">
      <dgm:prSet presAssocID="{ED10C9C5-76E2-4C41-950C-B3DCA6BC4EA6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2CB7E516-7717-4E86-839B-4FD560B2F341}" type="pres">
      <dgm:prSet presAssocID="{589A8360-5918-4642-9569-69A28357886F}" presName="spacer" presStyleCnt="0"/>
      <dgm:spPr/>
    </dgm:pt>
    <dgm:pt modelId="{63DBC398-D954-42C8-AECC-9E670747C1C2}" type="pres">
      <dgm:prSet presAssocID="{9A06F7B2-BC95-4735-B058-A71EDE36A3F0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A32AC5B5-EBAA-4C62-B757-B03C19B0ED82}" type="pres">
      <dgm:prSet presAssocID="{379FDEEB-2F7F-4AF3-B7A2-55430DD617C2}" presName="spacer" presStyleCnt="0"/>
      <dgm:spPr/>
    </dgm:pt>
    <dgm:pt modelId="{83CF455B-5466-4F53-9A87-0E39054168C1}" type="pres">
      <dgm:prSet presAssocID="{7A6A563B-1BFD-4B38-B1BE-D7BBBAC61352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F186FBEB-DD5A-4BE0-B25A-CE61BDE65D7B}" type="pres">
      <dgm:prSet presAssocID="{1CED3AC3-C737-4FE0-9003-AD3B85D504DA}" presName="spacer" presStyleCnt="0"/>
      <dgm:spPr/>
    </dgm:pt>
    <dgm:pt modelId="{6E134061-5D56-4DBA-8EAA-79E5F628A700}" type="pres">
      <dgm:prSet presAssocID="{8730213C-E89E-4425-9CEA-3CF05465C30D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BEE07C15-B941-439C-A39B-8DAA22506AA6}" type="pres">
      <dgm:prSet presAssocID="{CFED9E45-BF92-4F57-B92E-5A35676FDF15}" presName="spacer" presStyleCnt="0"/>
      <dgm:spPr/>
    </dgm:pt>
    <dgm:pt modelId="{3E822EA6-B1EA-4803-B5DD-693EED56E294}" type="pres">
      <dgm:prSet presAssocID="{D3864471-DFB5-4267-8F50-71AC4BB0DA3D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3B3C4392-181A-4C0C-B444-C97B2C183B94}" type="pres">
      <dgm:prSet presAssocID="{AF0AB3B0-06FE-4BF2-B5EB-0F7D030409DF}" presName="spacer" presStyleCnt="0"/>
      <dgm:spPr/>
    </dgm:pt>
    <dgm:pt modelId="{8340BFF2-2188-470B-87F6-60054CED233B}" type="pres">
      <dgm:prSet presAssocID="{BBC1A2E5-80B4-44FC-B92A-AD2D4ADF6E1E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95CBF111-9FC4-4905-889C-C237F8A6AE6B}" type="presOf" srcId="{DB58DE91-9011-4C49-BC63-1A8E3429D674}" destId="{84E4AF15-AFF1-43C5-83C0-F54AC5B155A5}" srcOrd="0" destOrd="0" presId="urn:microsoft.com/office/officeart/2005/8/layout/vList2"/>
    <dgm:cxn modelId="{AFD49E1B-2176-437B-9C7F-166902AC0994}" type="presOf" srcId="{9A06F7B2-BC95-4735-B058-A71EDE36A3F0}" destId="{63DBC398-D954-42C8-AECC-9E670747C1C2}" srcOrd="0" destOrd="0" presId="urn:microsoft.com/office/officeart/2005/8/layout/vList2"/>
    <dgm:cxn modelId="{AE3C8D68-5BC5-4AD7-BF82-94327C18CC27}" type="presOf" srcId="{8730213C-E89E-4425-9CEA-3CF05465C30D}" destId="{6E134061-5D56-4DBA-8EAA-79E5F628A700}" srcOrd="0" destOrd="0" presId="urn:microsoft.com/office/officeart/2005/8/layout/vList2"/>
    <dgm:cxn modelId="{AC44658D-DC42-45FF-AAA2-48489C58E65D}" type="presOf" srcId="{BBC1A2E5-80B4-44FC-B92A-AD2D4ADF6E1E}" destId="{8340BFF2-2188-470B-87F6-60054CED233B}" srcOrd="0" destOrd="0" presId="urn:microsoft.com/office/officeart/2005/8/layout/vList2"/>
    <dgm:cxn modelId="{F02CB193-D869-4F59-AE61-4E9961A78254}" type="presOf" srcId="{ED10C9C5-76E2-4C41-950C-B3DCA6BC4EA6}" destId="{EB3DCDD2-DB93-4DCE-A651-F60BAB3584D7}" srcOrd="0" destOrd="0" presId="urn:microsoft.com/office/officeart/2005/8/layout/vList2"/>
    <dgm:cxn modelId="{E5DC0CA0-A7BE-4130-A5F0-9D7EA59256F8}" srcId="{DB58DE91-9011-4C49-BC63-1A8E3429D674}" destId="{ED10C9C5-76E2-4C41-950C-B3DCA6BC4EA6}" srcOrd="0" destOrd="0" parTransId="{218A665B-8750-43B3-B7FA-B911C8DC3B5C}" sibTransId="{589A8360-5918-4642-9569-69A28357886F}"/>
    <dgm:cxn modelId="{352A1DA2-A802-4DE1-AF64-7CAEA17290AC}" srcId="{DB58DE91-9011-4C49-BC63-1A8E3429D674}" destId="{9A06F7B2-BC95-4735-B058-A71EDE36A3F0}" srcOrd="1" destOrd="0" parTransId="{0660DCDE-2657-45C7-A23B-0BE8B8DBB460}" sibTransId="{379FDEEB-2F7F-4AF3-B7A2-55430DD617C2}"/>
    <dgm:cxn modelId="{B38A39A2-30F7-4861-A394-A69F4D2E92F9}" srcId="{DB58DE91-9011-4C49-BC63-1A8E3429D674}" destId="{BBC1A2E5-80B4-44FC-B92A-AD2D4ADF6E1E}" srcOrd="5" destOrd="0" parTransId="{A831792B-2DCE-4216-95DF-A15F2C04109F}" sibTransId="{192EE112-E48E-4F35-9A9A-FBFD1EF92E4D}"/>
    <dgm:cxn modelId="{E710C8BB-9AEB-4CE2-834C-2AB23ABD1C8C}" type="presOf" srcId="{D3864471-DFB5-4267-8F50-71AC4BB0DA3D}" destId="{3E822EA6-B1EA-4803-B5DD-693EED56E294}" srcOrd="0" destOrd="0" presId="urn:microsoft.com/office/officeart/2005/8/layout/vList2"/>
    <dgm:cxn modelId="{5E7D47BF-1B9D-4DFE-AE31-C0D1992C4E29}" srcId="{DB58DE91-9011-4C49-BC63-1A8E3429D674}" destId="{D3864471-DFB5-4267-8F50-71AC4BB0DA3D}" srcOrd="4" destOrd="0" parTransId="{BE4910AC-8C5C-4A91-915F-7F6AAAF11982}" sibTransId="{AF0AB3B0-06FE-4BF2-B5EB-0F7D030409DF}"/>
    <dgm:cxn modelId="{353494C5-ED70-4CC8-BCCC-03BA61D17A72}" type="presOf" srcId="{7A6A563B-1BFD-4B38-B1BE-D7BBBAC61352}" destId="{83CF455B-5466-4F53-9A87-0E39054168C1}" srcOrd="0" destOrd="0" presId="urn:microsoft.com/office/officeart/2005/8/layout/vList2"/>
    <dgm:cxn modelId="{C7AAD9D1-C1BE-4CF7-8D98-D05C6088D935}" srcId="{DB58DE91-9011-4C49-BC63-1A8E3429D674}" destId="{7A6A563B-1BFD-4B38-B1BE-D7BBBAC61352}" srcOrd="2" destOrd="0" parTransId="{4235A4AD-8601-4FD2-AFBC-54435692D32D}" sibTransId="{1CED3AC3-C737-4FE0-9003-AD3B85D504DA}"/>
    <dgm:cxn modelId="{209FD7E3-D8CE-4F11-9A3D-C708FC4AE133}" srcId="{DB58DE91-9011-4C49-BC63-1A8E3429D674}" destId="{8730213C-E89E-4425-9CEA-3CF05465C30D}" srcOrd="3" destOrd="0" parTransId="{43E7E0E7-98D5-4F05-B3FF-BF980CBEA1D9}" sibTransId="{CFED9E45-BF92-4F57-B92E-5A35676FDF15}"/>
    <dgm:cxn modelId="{0A088193-AC18-4D2F-87BC-1ECD3E24AE6A}" type="presParOf" srcId="{84E4AF15-AFF1-43C5-83C0-F54AC5B155A5}" destId="{EB3DCDD2-DB93-4DCE-A651-F60BAB3584D7}" srcOrd="0" destOrd="0" presId="urn:microsoft.com/office/officeart/2005/8/layout/vList2"/>
    <dgm:cxn modelId="{6CE7ABDC-BA85-4F29-8121-243BBF4979FC}" type="presParOf" srcId="{84E4AF15-AFF1-43C5-83C0-F54AC5B155A5}" destId="{2CB7E516-7717-4E86-839B-4FD560B2F341}" srcOrd="1" destOrd="0" presId="urn:microsoft.com/office/officeart/2005/8/layout/vList2"/>
    <dgm:cxn modelId="{8D8A1626-39EA-4A65-9B86-DEA01F88B882}" type="presParOf" srcId="{84E4AF15-AFF1-43C5-83C0-F54AC5B155A5}" destId="{63DBC398-D954-42C8-AECC-9E670747C1C2}" srcOrd="2" destOrd="0" presId="urn:microsoft.com/office/officeart/2005/8/layout/vList2"/>
    <dgm:cxn modelId="{6CD6628E-26E4-494A-985C-FDA0FE1CFC40}" type="presParOf" srcId="{84E4AF15-AFF1-43C5-83C0-F54AC5B155A5}" destId="{A32AC5B5-EBAA-4C62-B757-B03C19B0ED82}" srcOrd="3" destOrd="0" presId="urn:microsoft.com/office/officeart/2005/8/layout/vList2"/>
    <dgm:cxn modelId="{8E6049F9-C160-43C4-A866-9CDBCF7FAE14}" type="presParOf" srcId="{84E4AF15-AFF1-43C5-83C0-F54AC5B155A5}" destId="{83CF455B-5466-4F53-9A87-0E39054168C1}" srcOrd="4" destOrd="0" presId="urn:microsoft.com/office/officeart/2005/8/layout/vList2"/>
    <dgm:cxn modelId="{553DB7AF-E74C-45B1-BC12-E6692FC39363}" type="presParOf" srcId="{84E4AF15-AFF1-43C5-83C0-F54AC5B155A5}" destId="{F186FBEB-DD5A-4BE0-B25A-CE61BDE65D7B}" srcOrd="5" destOrd="0" presId="urn:microsoft.com/office/officeart/2005/8/layout/vList2"/>
    <dgm:cxn modelId="{8009CF7E-A223-48D3-AD88-4C2CCE259566}" type="presParOf" srcId="{84E4AF15-AFF1-43C5-83C0-F54AC5B155A5}" destId="{6E134061-5D56-4DBA-8EAA-79E5F628A700}" srcOrd="6" destOrd="0" presId="urn:microsoft.com/office/officeart/2005/8/layout/vList2"/>
    <dgm:cxn modelId="{03838FF9-88C6-40CA-B45B-754E227F3A50}" type="presParOf" srcId="{84E4AF15-AFF1-43C5-83C0-F54AC5B155A5}" destId="{BEE07C15-B941-439C-A39B-8DAA22506AA6}" srcOrd="7" destOrd="0" presId="urn:microsoft.com/office/officeart/2005/8/layout/vList2"/>
    <dgm:cxn modelId="{BD393984-6A63-457B-9BB7-DA6FC9BDFAC4}" type="presParOf" srcId="{84E4AF15-AFF1-43C5-83C0-F54AC5B155A5}" destId="{3E822EA6-B1EA-4803-B5DD-693EED56E294}" srcOrd="8" destOrd="0" presId="urn:microsoft.com/office/officeart/2005/8/layout/vList2"/>
    <dgm:cxn modelId="{5A48E8EF-94B3-44B0-91FF-4C6E86D58B67}" type="presParOf" srcId="{84E4AF15-AFF1-43C5-83C0-F54AC5B155A5}" destId="{3B3C4392-181A-4C0C-B444-C97B2C183B94}" srcOrd="9" destOrd="0" presId="urn:microsoft.com/office/officeart/2005/8/layout/vList2"/>
    <dgm:cxn modelId="{FF20FE43-6B93-4B5A-8EE5-8DAFBF562854}" type="presParOf" srcId="{84E4AF15-AFF1-43C5-83C0-F54AC5B155A5}" destId="{8340BFF2-2188-470B-87F6-60054CED233B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CFABA9-0618-4F1C-917C-87DC81BBA6C9}">
      <dsp:nvSpPr>
        <dsp:cNvPr id="0" name=""/>
        <dsp:cNvSpPr/>
      </dsp:nvSpPr>
      <dsp:spPr>
        <a:xfrm>
          <a:off x="495061" y="645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Sistema Operacional</a:t>
          </a:r>
          <a:endParaRPr lang="en-US" sz="2100" kern="1200"/>
        </a:p>
      </dsp:txBody>
      <dsp:txXfrm>
        <a:off x="495061" y="645"/>
        <a:ext cx="2262336" cy="1357401"/>
      </dsp:txXfrm>
    </dsp:sp>
    <dsp:sp modelId="{58A64ABC-123B-4FE0-8911-678C69AAF29E}">
      <dsp:nvSpPr>
        <dsp:cNvPr id="0" name=""/>
        <dsp:cNvSpPr/>
      </dsp:nvSpPr>
      <dsp:spPr>
        <a:xfrm>
          <a:off x="2983631" y="645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Processador: Modelo e “clock”.</a:t>
          </a:r>
          <a:endParaRPr lang="en-US" sz="2100" kern="1200"/>
        </a:p>
      </dsp:txBody>
      <dsp:txXfrm>
        <a:off x="2983631" y="645"/>
        <a:ext cx="2262336" cy="1357401"/>
      </dsp:txXfrm>
    </dsp:sp>
    <dsp:sp modelId="{9DB5DB61-0FCF-4F89-B103-A2BAEC0905F0}">
      <dsp:nvSpPr>
        <dsp:cNvPr id="0" name=""/>
        <dsp:cNvSpPr/>
      </dsp:nvSpPr>
      <dsp:spPr>
        <a:xfrm>
          <a:off x="5472201" y="645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Caches: Tipos e quantidade;</a:t>
          </a:r>
          <a:endParaRPr lang="en-US" sz="2100" kern="1200"/>
        </a:p>
      </dsp:txBody>
      <dsp:txXfrm>
        <a:off x="5472201" y="645"/>
        <a:ext cx="2262336" cy="1357401"/>
      </dsp:txXfrm>
    </dsp:sp>
    <dsp:sp modelId="{1DF1E0B9-A73A-4FA1-ACBA-46EA296379FE}">
      <dsp:nvSpPr>
        <dsp:cNvPr id="0" name=""/>
        <dsp:cNvSpPr/>
      </dsp:nvSpPr>
      <dsp:spPr>
        <a:xfrm>
          <a:off x="495061" y="1584280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Memória: Quantidade; Tecnologia.</a:t>
          </a:r>
          <a:endParaRPr lang="en-US" sz="2100" kern="1200"/>
        </a:p>
      </dsp:txBody>
      <dsp:txXfrm>
        <a:off x="495061" y="1584280"/>
        <a:ext cx="2262336" cy="1357401"/>
      </dsp:txXfrm>
    </dsp:sp>
    <dsp:sp modelId="{E4B5730C-DB77-4575-9999-B8208D42D62B}">
      <dsp:nvSpPr>
        <dsp:cNvPr id="0" name=""/>
        <dsp:cNvSpPr/>
      </dsp:nvSpPr>
      <dsp:spPr>
        <a:xfrm>
          <a:off x="2983631" y="1584280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HD: Capacidade; Tecnologia (IDE, SATA,SSD).</a:t>
          </a:r>
          <a:endParaRPr lang="en-US" sz="2100" kern="1200"/>
        </a:p>
      </dsp:txBody>
      <dsp:txXfrm>
        <a:off x="2983631" y="1584280"/>
        <a:ext cx="2262336" cy="1357401"/>
      </dsp:txXfrm>
    </dsp:sp>
    <dsp:sp modelId="{17C8F99C-A621-40C0-92DB-6ED4E67CC64C}">
      <dsp:nvSpPr>
        <dsp:cNvPr id="0" name=""/>
        <dsp:cNvSpPr/>
      </dsp:nvSpPr>
      <dsp:spPr>
        <a:xfrm>
          <a:off x="5472201" y="1584280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Sistema de arquivos: NTFS,DOS, Ext,...</a:t>
          </a:r>
          <a:endParaRPr lang="en-US" sz="2100" kern="1200"/>
        </a:p>
      </dsp:txBody>
      <dsp:txXfrm>
        <a:off x="5472201" y="1584280"/>
        <a:ext cx="2262336" cy="1357401"/>
      </dsp:txXfrm>
    </dsp:sp>
    <dsp:sp modelId="{D7B0ECAD-BDA0-4851-A46E-442C45BE0F7B}">
      <dsp:nvSpPr>
        <dsp:cNvPr id="0" name=""/>
        <dsp:cNvSpPr/>
      </dsp:nvSpPr>
      <dsp:spPr>
        <a:xfrm>
          <a:off x="1739346" y="3167916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Periféricos. Entrada e Saída.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600" b="1" i="1" u="sng" kern="1200"/>
            <a:t>Recursos</a:t>
          </a:r>
          <a:endParaRPr lang="en-US" sz="1600" kern="1200"/>
        </a:p>
      </dsp:txBody>
      <dsp:txXfrm>
        <a:off x="1739346" y="3167916"/>
        <a:ext cx="2262336" cy="1357401"/>
      </dsp:txXfrm>
    </dsp:sp>
    <dsp:sp modelId="{DCDF4C7B-0E38-4423-8622-D26B97D0779D}">
      <dsp:nvSpPr>
        <dsp:cNvPr id="0" name=""/>
        <dsp:cNvSpPr/>
      </dsp:nvSpPr>
      <dsp:spPr>
        <a:xfrm>
          <a:off x="4227916" y="3167916"/>
          <a:ext cx="2262336" cy="13574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100" kern="1200"/>
            <a:t>Painel de Controle;  programa: CPU-Z, etc...</a:t>
          </a:r>
          <a:endParaRPr lang="en-US" sz="2100" kern="1200"/>
        </a:p>
      </dsp:txBody>
      <dsp:txXfrm>
        <a:off x="4227916" y="3167916"/>
        <a:ext cx="2262336" cy="13574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3DCDD2-DB93-4DCE-A651-F60BAB3584D7}">
      <dsp:nvSpPr>
        <dsp:cNvPr id="0" name=""/>
        <dsp:cNvSpPr/>
      </dsp:nvSpPr>
      <dsp:spPr>
        <a:xfrm>
          <a:off x="0" y="4664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CPU. Tempo de resposta: ≈ 1 ns </a:t>
          </a:r>
          <a:endParaRPr lang="en-US" sz="2800" kern="1200"/>
        </a:p>
      </dsp:txBody>
      <dsp:txXfrm>
        <a:off x="32784" y="79425"/>
        <a:ext cx="8164032" cy="606012"/>
      </dsp:txXfrm>
    </dsp:sp>
    <dsp:sp modelId="{63DBC398-D954-42C8-AECC-9E670747C1C2}">
      <dsp:nvSpPr>
        <dsp:cNvPr id="0" name=""/>
        <dsp:cNvSpPr/>
      </dsp:nvSpPr>
      <dsp:spPr>
        <a:xfrm>
          <a:off x="0" y="79886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Memória cache: &lt;5ns </a:t>
          </a:r>
          <a:endParaRPr lang="en-US" sz="2800" kern="1200"/>
        </a:p>
      </dsp:txBody>
      <dsp:txXfrm>
        <a:off x="32784" y="831645"/>
        <a:ext cx="8164032" cy="606012"/>
      </dsp:txXfrm>
    </dsp:sp>
    <dsp:sp modelId="{83CF455B-5466-4F53-9A87-0E39054168C1}">
      <dsp:nvSpPr>
        <dsp:cNvPr id="0" name=""/>
        <dsp:cNvSpPr/>
      </dsp:nvSpPr>
      <dsp:spPr>
        <a:xfrm>
          <a:off x="0" y="155108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Nota: Volume da L1; 50% do volume da CPU</a:t>
          </a:r>
          <a:endParaRPr lang="en-US" sz="2800" kern="1200"/>
        </a:p>
      </dsp:txBody>
      <dsp:txXfrm>
        <a:off x="32784" y="1583865"/>
        <a:ext cx="8164032" cy="606012"/>
      </dsp:txXfrm>
    </dsp:sp>
    <dsp:sp modelId="{6E134061-5D56-4DBA-8EAA-79E5F628A700}">
      <dsp:nvSpPr>
        <dsp:cNvPr id="0" name=""/>
        <dsp:cNvSpPr/>
      </dsp:nvSpPr>
      <dsp:spPr>
        <a:xfrm>
          <a:off x="0" y="230330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RAM (Memória principal): ≈ 50ns </a:t>
          </a:r>
          <a:endParaRPr lang="en-US" sz="2800" kern="1200"/>
        </a:p>
      </dsp:txBody>
      <dsp:txXfrm>
        <a:off x="32784" y="2336085"/>
        <a:ext cx="8164032" cy="606012"/>
      </dsp:txXfrm>
    </dsp:sp>
    <dsp:sp modelId="{3E822EA6-B1EA-4803-B5DD-693EED56E294}">
      <dsp:nvSpPr>
        <dsp:cNvPr id="0" name=""/>
        <dsp:cNvSpPr/>
      </dsp:nvSpPr>
      <dsp:spPr>
        <a:xfrm>
          <a:off x="0" y="305552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HDs (Memória secundária): ≈ 10 ms </a:t>
          </a:r>
          <a:endParaRPr lang="en-US" sz="2800" kern="1200"/>
        </a:p>
      </dsp:txBody>
      <dsp:txXfrm>
        <a:off x="32784" y="3088305"/>
        <a:ext cx="8164032" cy="606012"/>
      </dsp:txXfrm>
    </dsp:sp>
    <dsp:sp modelId="{8340BFF2-2188-470B-87F6-60054CED233B}">
      <dsp:nvSpPr>
        <dsp:cNvPr id="0" name=""/>
        <dsp:cNvSpPr/>
      </dsp:nvSpPr>
      <dsp:spPr>
        <a:xfrm>
          <a:off x="0" y="3807741"/>
          <a:ext cx="8229600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/>
            <a:t>Nota: 1 ms = 1.000.000 ns  </a:t>
          </a:r>
          <a:endParaRPr lang="en-US" sz="2800" kern="1200"/>
        </a:p>
      </dsp:txBody>
      <dsp:txXfrm>
        <a:off x="32784" y="3840525"/>
        <a:ext cx="8164032" cy="6060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C4A4C-5900-4712-92ED-75908DB12504}" type="datetimeFigureOut">
              <a:rPr lang="pt-BR" smtClean="0"/>
              <a:t>22/08/2023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442E64-AC23-4427-8EF9-F2D4FC85B5C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1919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u="sng"/>
            </a:lvl1pPr>
          </a:lstStyle>
          <a:p>
            <a:r>
              <a:rPr lang="pt-BR" dirty="0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F772E1-4F54-4A3E-ABB0-1FFBFD292982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A96FFB-8E3D-4183-B92F-22F79A79F1A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1551B8-AE7C-43EC-A56E-73D7F9644882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EAF312-5FF4-4714-A3FC-0089145E22C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66DE5-5DA7-43BE-83EE-7931F723695A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8E1648-75CF-4D37-9203-93CE107A139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72E5AE-E475-4FC1-8001-97BFE670E165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2AC61A-3452-4ADF-84D0-BFAAC1D174B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C489DD-45E1-408D-9397-7040D84C55A3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8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F8C632-3280-481D-9ABC-9681EF1D358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C05AF4-A960-48CD-A55B-F1EE873540FB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4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4826BF-ABD6-473A-AFCD-2C804EA2518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672D24-C48F-4B50-AEB9-A03CAF30E7ED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3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CBA294-59DE-4B60-A5C2-CA32877BD96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21E504-0D9D-4764-AB7A-168E1376E46F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A29ECA-D769-473F-A971-A8DBD62AB06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7B5F3C-8A7D-4987-A0BF-AEC5BCFC90B0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F63E70-E010-459F-A059-BEA1B1937C1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6A8300-612B-4C77-8EB9-EB8C178889DE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B8480-CB3F-43DC-809D-BC49F7B4039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3C0BE5-A7AA-49F9-A334-CD984DF94F4D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2ABA6B-D35A-4769-BE52-C93510A4663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B80104-D9BE-470F-AF88-A7499807FC0E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4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D4C70D-4063-4C00-96D7-0FA3A90726E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700DB3-DBF0-4086-B675-117E7A9610B8}" type="datetimeFigureOut">
              <a:rPr lang="pt-BR" smtClean="0"/>
              <a:pPr/>
              <a:t>22/08/2023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7" name="Retângulo 6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Espaço Reservado para Texto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4520BB51-D4EC-4027-AB32-B86080BC6DD7}" type="datetimeFigureOut">
              <a:rPr lang="pt-BR"/>
              <a:pPr>
                <a:defRPr/>
              </a:pPr>
              <a:t>22/08/2023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fld id="{EC2477C8-A3ED-43C4-9E07-40B666FC78D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7" name="Retângulo 6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k.intel.com/content/www/br/pt/ark.html#@PanelLabel122139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cpuid.com/downloads/cpu-z/cpu-z_1.93-en.exe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 anchor="ctr"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pt-BR" sz="3700" u="sng"/>
              <a:t>Caracterização do equipamento: Gerenciador de dispositivos</a:t>
            </a:r>
          </a:p>
        </p:txBody>
      </p:sp>
      <p:graphicFrame>
        <p:nvGraphicFramePr>
          <p:cNvPr id="14340" name="Espaço Reservado para Conteúdo 2">
            <a:extLst>
              <a:ext uri="{FF2B5EF4-FFF2-40B4-BE49-F238E27FC236}">
                <a16:creationId xmlns:a16="http://schemas.microsoft.com/office/drawing/2014/main" id="{DB7D422F-BAC0-CB2B-860E-73C21AB8B4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6741767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148581"/>
            <a:ext cx="8229600" cy="760139"/>
          </a:xfrm>
        </p:spPr>
        <p:txBody>
          <a:bodyPr>
            <a:normAutofit/>
          </a:bodyPr>
          <a:lstStyle/>
          <a:p>
            <a:r>
              <a:rPr lang="pt-BR" sz="3200" dirty="0"/>
              <a:t>CPU, Memória e Periféricos</a:t>
            </a:r>
          </a:p>
        </p:txBody>
      </p:sp>
      <p:pic>
        <p:nvPicPr>
          <p:cNvPr id="4" name="Imagem 6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31640" y="908720"/>
            <a:ext cx="6624736" cy="5375646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ço Reservado para Conteúdo 3"/>
          <p:cNvPicPr>
            <a:picLocks noGrp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3528" y="764704"/>
            <a:ext cx="8640960" cy="53285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98F71E5-884B-4126-B10C-2C238AF5E501}"/>
              </a:ext>
            </a:extLst>
          </p:cNvPr>
          <p:cNvSpPr txBox="1"/>
          <p:nvPr/>
        </p:nvSpPr>
        <p:spPr>
          <a:xfrm>
            <a:off x="0" y="150715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Características do equipamento: Painel de controles-&gt; Sistema</a:t>
            </a:r>
            <a:endParaRPr lang="pt-BR" sz="24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4EB9270-EABE-4B55-B8F9-8E96F821C9AE}"/>
              </a:ext>
            </a:extLst>
          </p:cNvPr>
          <p:cNvSpPr txBox="1"/>
          <p:nvPr/>
        </p:nvSpPr>
        <p:spPr>
          <a:xfrm>
            <a:off x="395536" y="6237312"/>
            <a:ext cx="8064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0" i="0" dirty="0">
                <a:effectLst/>
                <a:latin typeface="Segoe UI" panose="020B0502040204020203" pitchFamily="34" charset="0"/>
                <a:hlinkClick r:id="rId3" tooltip="https://ark.intel.com/content/www/br/pt/ark.html#@panellabel122139"/>
              </a:rPr>
              <a:t>https://ark.intel.com/content/www/br/pt/ark.html#@PanelLabel122139</a:t>
            </a:r>
            <a:endParaRPr lang="pt-BR" b="0" i="0" dirty="0">
              <a:effectLst/>
              <a:latin typeface="Segoe UI" panose="020B0502040204020203" pitchFamily="34" charset="0"/>
            </a:endParaRPr>
          </a:p>
          <a:p>
            <a:endParaRPr lang="pt-B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ítulo 1"/>
          <p:cNvSpPr>
            <a:spLocks noGrp="1"/>
          </p:cNvSpPr>
          <p:nvPr>
            <p:ph type="title"/>
          </p:nvPr>
        </p:nvSpPr>
        <p:spPr>
          <a:xfrm>
            <a:off x="827584" y="0"/>
            <a:ext cx="7560840" cy="548680"/>
          </a:xfrm>
        </p:spPr>
        <p:txBody>
          <a:bodyPr>
            <a:normAutofit/>
          </a:bodyPr>
          <a:lstStyle/>
          <a:p>
            <a:pPr eaLnBrk="1" hangingPunct="1"/>
            <a:r>
              <a:rPr lang="pt-BR" sz="2800" u="sng" dirty="0">
                <a:solidFill>
                  <a:srgbClr val="FF0000"/>
                </a:solidFill>
              </a:rPr>
              <a:t>Características obtidas via recursos do SO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620688"/>
            <a:ext cx="9036496" cy="5976664"/>
          </a:xfrm>
        </p:spPr>
        <p:txBody>
          <a:bodyPr>
            <a:normAutofit fontScale="25000" lnSpcReduction="20000"/>
          </a:bodyPr>
          <a:lstStyle/>
          <a:p>
            <a:pPr algn="just" eaLnBrk="1" hangingPunct="1">
              <a:defRPr/>
            </a:pPr>
            <a:r>
              <a:rPr lang="pt-BR" sz="8000" b="1" dirty="0"/>
              <a:t>Sistema Operacional</a:t>
            </a:r>
            <a:r>
              <a:rPr lang="pt-BR" sz="8000" dirty="0"/>
              <a:t>.</a:t>
            </a:r>
          </a:p>
          <a:p>
            <a:pPr algn="just" eaLnBrk="1" hangingPunct="1">
              <a:buNone/>
              <a:defRPr/>
            </a:pPr>
            <a:r>
              <a:rPr lang="pt-BR" sz="8000" dirty="0"/>
              <a:t>       Processador:   ________________  </a:t>
            </a:r>
            <a:r>
              <a:rPr lang="pt-BR" sz="8000" dirty="0" err="1"/>
              <a:t>Clock</a:t>
            </a:r>
            <a:r>
              <a:rPr lang="pt-BR" sz="8000" dirty="0"/>
              <a:t>:  _____________     (GHz)</a:t>
            </a:r>
          </a:p>
          <a:p>
            <a:pPr algn="just">
              <a:defRPr/>
            </a:pPr>
            <a:r>
              <a:rPr lang="pt-BR" sz="8000" dirty="0" err="1"/>
              <a:t>Caches</a:t>
            </a:r>
            <a:r>
              <a:rPr lang="pt-BR" sz="8000" dirty="0"/>
              <a:t>.:</a:t>
            </a:r>
          </a:p>
          <a:p>
            <a:pPr algn="just">
              <a:buNone/>
              <a:defRPr/>
            </a:pPr>
            <a:r>
              <a:rPr lang="pt-BR" sz="8000" dirty="0"/>
              <a:t>       L1: __________(KB)      L2:  _____________(MB)       L3: ___________ (MB) </a:t>
            </a:r>
          </a:p>
          <a:p>
            <a:pPr algn="just">
              <a:buNone/>
              <a:defRPr/>
            </a:pPr>
            <a:r>
              <a:rPr lang="pt-BR" sz="8000" dirty="0"/>
              <a:t>	</a:t>
            </a:r>
            <a:r>
              <a:rPr lang="pt-BR" sz="8000" dirty="0">
                <a:solidFill>
                  <a:srgbClr val="FF0000"/>
                </a:solidFill>
              </a:rPr>
              <a:t>Tempo de acesso em torno de 5 </a:t>
            </a:r>
            <a:r>
              <a:rPr lang="pt-BR" sz="8000" dirty="0" err="1">
                <a:solidFill>
                  <a:srgbClr val="FF0000"/>
                </a:solidFill>
              </a:rPr>
              <a:t>ns</a:t>
            </a:r>
            <a:endParaRPr lang="pt-BR" sz="8000" dirty="0">
              <a:solidFill>
                <a:srgbClr val="FF0000"/>
              </a:solidFill>
            </a:endParaRPr>
          </a:p>
          <a:p>
            <a:pPr algn="just" eaLnBrk="1" hangingPunct="1">
              <a:buNone/>
              <a:defRPr/>
            </a:pPr>
            <a:r>
              <a:rPr lang="pt-BR" sz="8000" dirty="0"/>
              <a:t>  </a:t>
            </a:r>
            <a:r>
              <a:rPr lang="pt-BR" sz="8000" b="1" dirty="0"/>
              <a:t>Notas</a:t>
            </a:r>
          </a:p>
          <a:p>
            <a:pPr algn="just" eaLnBrk="1" hangingPunct="1">
              <a:buNone/>
              <a:defRPr/>
            </a:pPr>
            <a:r>
              <a:rPr lang="pt-BR" sz="8000" dirty="0"/>
              <a:t>Memórias cache L1  (SSRAM: *</a:t>
            </a:r>
            <a:r>
              <a:rPr lang="pt-BR" sz="8000" dirty="0" err="1"/>
              <a:t>Syncronous</a:t>
            </a:r>
            <a:r>
              <a:rPr lang="pt-BR" sz="8000" dirty="0"/>
              <a:t> </a:t>
            </a:r>
            <a:r>
              <a:rPr lang="pt-BR" sz="8000" dirty="0" err="1"/>
              <a:t>Static</a:t>
            </a:r>
            <a:r>
              <a:rPr lang="pt-BR" sz="8000" dirty="0"/>
              <a:t> RAM). Internas as CPUs. Ocupam em torno de 50% da CPU; As memórias cache **L2 e L3 são externas à CPU e tem capacidade em Megabytes.</a:t>
            </a:r>
          </a:p>
          <a:p>
            <a:pPr algn="just" eaLnBrk="1" hangingPunct="1">
              <a:buNone/>
              <a:defRPr/>
            </a:pPr>
            <a:r>
              <a:rPr lang="pt-BR" sz="8000" dirty="0"/>
              <a:t>*</a:t>
            </a:r>
            <a:r>
              <a:rPr lang="pt-BR" sz="8000" dirty="0" err="1"/>
              <a:t>Syncronous</a:t>
            </a:r>
            <a:r>
              <a:rPr lang="pt-BR" sz="8000" dirty="0"/>
              <a:t>: Sincronizadas por </a:t>
            </a:r>
            <a:r>
              <a:rPr lang="pt-BR" sz="8000" dirty="0" err="1"/>
              <a:t>Clock</a:t>
            </a:r>
            <a:endParaRPr lang="pt-BR" sz="8000" dirty="0"/>
          </a:p>
          <a:p>
            <a:pPr algn="just">
              <a:buNone/>
              <a:defRPr/>
            </a:pPr>
            <a:endParaRPr lang="pt-BR" sz="8000" dirty="0"/>
          </a:p>
          <a:p>
            <a:pPr algn="just">
              <a:buNone/>
              <a:defRPr/>
            </a:pPr>
            <a:r>
              <a:rPr lang="pt-BR" sz="8000" dirty="0"/>
              <a:t>Tecnologia SDRAM </a:t>
            </a:r>
            <a:r>
              <a:rPr lang="pt-BR" sz="8000" dirty="0" err="1"/>
              <a:t>Syncronous</a:t>
            </a:r>
            <a:r>
              <a:rPr lang="pt-BR" sz="8000" dirty="0"/>
              <a:t> </a:t>
            </a:r>
            <a:r>
              <a:rPr lang="pt-BR" sz="8000" dirty="0" err="1"/>
              <a:t>Dynamic</a:t>
            </a:r>
            <a:r>
              <a:rPr lang="pt-BR" sz="8000" dirty="0"/>
              <a:t> </a:t>
            </a:r>
            <a:r>
              <a:rPr lang="pt-BR" sz="8000" dirty="0" err="1">
                <a:solidFill>
                  <a:srgbClr val="FF0000"/>
                </a:solidFill>
              </a:rPr>
              <a:t>Random</a:t>
            </a:r>
            <a:r>
              <a:rPr lang="pt-BR" sz="8000" dirty="0">
                <a:solidFill>
                  <a:srgbClr val="FF0000"/>
                </a:solidFill>
              </a:rPr>
              <a:t> </a:t>
            </a:r>
            <a:r>
              <a:rPr lang="pt-BR" sz="8000" dirty="0" err="1">
                <a:solidFill>
                  <a:srgbClr val="FF0000"/>
                </a:solidFill>
              </a:rPr>
              <a:t>Acess</a:t>
            </a:r>
            <a:r>
              <a:rPr lang="pt-BR" sz="8000" dirty="0">
                <a:solidFill>
                  <a:srgbClr val="FF0000"/>
                </a:solidFill>
              </a:rPr>
              <a:t> Memory</a:t>
            </a:r>
            <a:r>
              <a:rPr lang="pt-BR" sz="8000" dirty="0"/>
              <a:t>. Tecnologia baseada em Capacitores (elétricas, baseadas em capacitores, mais lentas). Usadas na memória principal (pente de memória)</a:t>
            </a:r>
          </a:p>
          <a:p>
            <a:pPr algn="just">
              <a:buNone/>
              <a:defRPr/>
            </a:pPr>
            <a:r>
              <a:rPr lang="pt-BR" sz="8000" dirty="0"/>
              <a:t> </a:t>
            </a:r>
          </a:p>
          <a:p>
            <a:pPr algn="just">
              <a:buNone/>
              <a:defRPr/>
            </a:pPr>
            <a:r>
              <a:rPr lang="pt-BR" sz="8000" dirty="0"/>
              <a:t>Processadores para ***</a:t>
            </a:r>
            <a:r>
              <a:rPr lang="pt-BR" sz="8000" dirty="0">
                <a:solidFill>
                  <a:srgbClr val="FF0000"/>
                </a:solidFill>
              </a:rPr>
              <a:t>servidores </a:t>
            </a:r>
            <a:r>
              <a:rPr lang="pt-BR" sz="8000" dirty="0"/>
              <a:t>possuem memórias cache de maior capacidade (maior desempenho), e necessitam de maior capacidade de resfriamento .</a:t>
            </a:r>
          </a:p>
          <a:p>
            <a:pPr algn="just">
              <a:buNone/>
              <a:defRPr/>
            </a:pPr>
            <a:endParaRPr lang="pt-BR" sz="8000" dirty="0"/>
          </a:p>
          <a:p>
            <a:pPr algn="just">
              <a:buNone/>
              <a:defRPr/>
            </a:pPr>
            <a:r>
              <a:rPr lang="pt-BR" sz="8000" dirty="0"/>
              <a:t> ** Algumas CPUs apresentam caches L2 internas às CPUs.</a:t>
            </a:r>
          </a:p>
          <a:p>
            <a:pPr algn="just">
              <a:buNone/>
              <a:defRPr/>
            </a:pPr>
            <a:r>
              <a:rPr lang="pt-BR" sz="8000" dirty="0"/>
              <a:t>***Processador para servidor </a:t>
            </a:r>
            <a:r>
              <a:rPr lang="pt-BR" sz="8000" dirty="0">
                <a:solidFill>
                  <a:srgbClr val="FF0000"/>
                </a:solidFill>
              </a:rPr>
              <a:t>XEON (INTEL)</a:t>
            </a:r>
            <a:r>
              <a:rPr lang="pt-BR" sz="8000" dirty="0"/>
              <a:t>. Custo +- 10000 reais</a:t>
            </a:r>
            <a:r>
              <a:rPr lang="pt-BR" sz="8000" dirty="0">
                <a:sym typeface="Wingdings" panose="05000000000000000000" pitchFamily="2" charset="2"/>
              </a:rPr>
              <a:t>.</a:t>
            </a:r>
            <a:endParaRPr lang="pt-BR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t-BR" sz="3400" dirty="0"/>
              <a:t>Ordem de grandeza dos tempos de resposta. </a:t>
            </a:r>
          </a:p>
        </p:txBody>
      </p:sp>
      <p:graphicFrame>
        <p:nvGraphicFramePr>
          <p:cNvPr id="7" name="Espaço Reservado para Conteúdo 2">
            <a:extLst>
              <a:ext uri="{FF2B5EF4-FFF2-40B4-BE49-F238E27FC236}">
                <a16:creationId xmlns:a16="http://schemas.microsoft.com/office/drawing/2014/main" id="{F6B6F569-7A00-398A-CD5C-668FD08F39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2007272"/>
              </p:ext>
            </p:extLst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41663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689" y="14657"/>
            <a:ext cx="9104622" cy="360040"/>
          </a:xfrm>
        </p:spPr>
        <p:txBody>
          <a:bodyPr>
            <a:normAutofit fontScale="90000"/>
          </a:bodyPr>
          <a:lstStyle/>
          <a:p>
            <a:r>
              <a:rPr lang="pt-BR" sz="2000" dirty="0"/>
              <a:t>Exemplo: Programa </a:t>
            </a:r>
            <a:r>
              <a:rPr lang="pt-BR" sz="2000" dirty="0" err="1"/>
              <a:t>CPU-z</a:t>
            </a:r>
            <a:r>
              <a:rPr lang="pt-BR" sz="2000" dirty="0"/>
              <a:t>: </a:t>
            </a:r>
            <a:r>
              <a:rPr lang="pt-BR" sz="2000" b="0" i="0" dirty="0">
                <a:effectLst/>
                <a:latin typeface="Segoe UI" panose="020B0502040204020203" pitchFamily="34" charset="0"/>
                <a:hlinkClick r:id="rId2" tooltip="https://www.cpuid.com/downloads/cpu-z/cpu-z_1.93-en.exe"/>
              </a:rPr>
              <a:t>https://www.cpuid.com/downloads/cpu-z/cpu-z_1.93-en.</a:t>
            </a:r>
            <a:r>
              <a:rPr lang="pt-BR" sz="1800" b="0" i="0" dirty="0">
                <a:effectLst/>
                <a:latin typeface="Segoe UI" panose="020B0502040204020203" pitchFamily="34" charset="0"/>
                <a:hlinkClick r:id="rId2" tooltip="https://www.cpuid.com/downloads/cpu-z/cpu-z_1.93-en.exe"/>
              </a:rPr>
              <a:t>exe</a:t>
            </a:r>
            <a:endParaRPr lang="pt-BR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7141" y="548680"/>
            <a:ext cx="8853102" cy="60786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543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Unidade de armazenamento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7CA2AFC-C48E-4AB2-A73C-F00677339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18" y="1091873"/>
            <a:ext cx="8676964" cy="576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18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Informações sobre o sistema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B173267-3109-4185-857D-0B4D211EF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4876" y="743276"/>
            <a:ext cx="9358876" cy="584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853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1"/>
            <a:ext cx="8229600" cy="602262"/>
          </a:xfrm>
        </p:spPr>
        <p:txBody>
          <a:bodyPr>
            <a:normAutofit fontScale="90000"/>
          </a:bodyPr>
          <a:lstStyle/>
          <a:p>
            <a:r>
              <a:rPr lang="pt-BR" dirty="0"/>
              <a:t>SO: Gerenciador de dispositivos</a:t>
            </a:r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7240" y="836711"/>
            <a:ext cx="8459560" cy="58979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Exemplo: Controlador de rede.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59632" y="1340768"/>
            <a:ext cx="6624736" cy="4752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99548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A749BE-B8D4-44D8-9C3E-2BC133995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Recursos de Armazenamento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1AC744-9D6B-416B-9CFB-A7680EA28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856984" cy="4525963"/>
          </a:xfrm>
        </p:spPr>
        <p:txBody>
          <a:bodyPr>
            <a:normAutofit/>
          </a:bodyPr>
          <a:lstStyle/>
          <a:p>
            <a:r>
              <a:rPr lang="pt-BR" sz="2000" dirty="0"/>
              <a:t>Intervalo de memória: </a:t>
            </a:r>
            <a:r>
              <a:rPr lang="pt-BR" sz="2000" dirty="0">
                <a:sym typeface="Wingdings" panose="05000000000000000000" pitchFamily="2" charset="2"/>
              </a:rPr>
              <a:t>B0307000  </a:t>
            </a:r>
            <a:r>
              <a:rPr lang="pt-BR" sz="2000" dirty="0"/>
              <a:t>B030707F</a:t>
            </a:r>
            <a:endParaRPr lang="pt-BR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pt-BR" sz="2000" dirty="0">
                <a:sym typeface="Wingdings" panose="05000000000000000000" pitchFamily="2" charset="2"/>
              </a:rPr>
              <a:t>Quantos bytes do programa: </a:t>
            </a:r>
            <a:r>
              <a:rPr lang="pt-BR" sz="2000" dirty="0"/>
              <a:t>B030707F  - </a:t>
            </a:r>
            <a:r>
              <a:rPr lang="pt-BR" sz="2000" dirty="0">
                <a:sym typeface="Wingdings" panose="05000000000000000000" pitchFamily="2" charset="2"/>
              </a:rPr>
              <a:t>B0307000 = 07F:   Somar 1: 80(16)=128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Intervalo de saída: 1000 </a:t>
            </a:r>
            <a:r>
              <a:rPr lang="pt-BR" sz="2000" dirty="0">
                <a:sym typeface="Wingdings" panose="05000000000000000000" pitchFamily="2" charset="2"/>
              </a:rPr>
              <a:t> 107F:  </a:t>
            </a:r>
          </a:p>
          <a:p>
            <a:pPr marL="0" indent="0">
              <a:buNone/>
            </a:pPr>
            <a:r>
              <a:rPr lang="pt-BR" sz="2000" dirty="0"/>
              <a:t>Quantas portas são usadas por esta interface?  R: 7F (16)+1= 80(16)=128(10)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Qual o IRQ:   13(16) =  19(10)</a:t>
            </a:r>
          </a:p>
        </p:txBody>
      </p:sp>
    </p:spTree>
    <p:extLst>
      <p:ext uri="{BB962C8B-B14F-4D97-AF65-F5344CB8AC3E}">
        <p14:creationId xmlns:p14="http://schemas.microsoft.com/office/powerpoint/2010/main" val="3656669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ítulo 1"/>
          <p:cNvSpPr>
            <a:spLocks noGrp="1"/>
          </p:cNvSpPr>
          <p:nvPr>
            <p:ph type="title"/>
          </p:nvPr>
        </p:nvSpPr>
        <p:spPr>
          <a:xfrm>
            <a:off x="164951" y="47963"/>
            <a:ext cx="8964488" cy="346050"/>
          </a:xfrm>
        </p:spPr>
        <p:txBody>
          <a:bodyPr>
            <a:noAutofit/>
          </a:bodyPr>
          <a:lstStyle/>
          <a:p>
            <a:r>
              <a:rPr lang="pt-BR" sz="2000" b="1" dirty="0"/>
              <a:t>Estudo dos periféricos do sistema: gerenciador de dispositivo</a:t>
            </a:r>
            <a:r>
              <a:rPr lang="pt-BR" sz="2000" dirty="0"/>
              <a:t>. </a:t>
            </a:r>
          </a:p>
        </p:txBody>
      </p:sp>
      <p:sp>
        <p:nvSpPr>
          <p:cNvPr id="18435" name="Espaço Reservado para Conteúdo 2"/>
          <p:cNvSpPr>
            <a:spLocks noGrp="1"/>
          </p:cNvSpPr>
          <p:nvPr>
            <p:ph idx="1"/>
          </p:nvPr>
        </p:nvSpPr>
        <p:spPr>
          <a:xfrm>
            <a:off x="179512" y="620688"/>
            <a:ext cx="8964488" cy="6048672"/>
          </a:xfrm>
        </p:spPr>
        <p:txBody>
          <a:bodyPr>
            <a:normAutofit lnSpcReduction="10000"/>
          </a:bodyPr>
          <a:lstStyle/>
          <a:p>
            <a:pPr algn="just">
              <a:buNone/>
            </a:pPr>
            <a:r>
              <a:rPr lang="pt-BR" dirty="0"/>
              <a:t>Recursos utilizados por dispositivos de E/S.</a:t>
            </a:r>
          </a:p>
          <a:p>
            <a:pPr algn="just"/>
            <a:r>
              <a:rPr lang="pt-BR" dirty="0">
                <a:solidFill>
                  <a:srgbClr val="002060"/>
                </a:solidFill>
              </a:rPr>
              <a:t>IRQ</a:t>
            </a:r>
          </a:p>
          <a:p>
            <a:pPr marL="0" indent="0" algn="just">
              <a:buNone/>
            </a:pPr>
            <a:r>
              <a:rPr lang="pt-BR" dirty="0"/>
              <a:t>	</a:t>
            </a:r>
            <a:r>
              <a:rPr lang="pt-BR" sz="3800" dirty="0" err="1">
                <a:solidFill>
                  <a:srgbClr val="002060"/>
                </a:solidFill>
              </a:rPr>
              <a:t>I</a:t>
            </a:r>
            <a:r>
              <a:rPr lang="pt-BR" dirty="0" err="1">
                <a:solidFill>
                  <a:srgbClr val="00B0F0"/>
                </a:solidFill>
              </a:rPr>
              <a:t>nterrupt</a:t>
            </a:r>
            <a:r>
              <a:rPr lang="pt-BR" dirty="0">
                <a:solidFill>
                  <a:srgbClr val="00B0F0"/>
                </a:solidFill>
              </a:rPr>
              <a:t> </a:t>
            </a:r>
            <a:r>
              <a:rPr lang="pt-BR" sz="3800" dirty="0">
                <a:solidFill>
                  <a:srgbClr val="002060"/>
                </a:solidFill>
              </a:rPr>
              <a:t>R</a:t>
            </a:r>
            <a:r>
              <a:rPr lang="pt-BR" dirty="0">
                <a:solidFill>
                  <a:srgbClr val="00B0F0"/>
                </a:solidFill>
              </a:rPr>
              <a:t>e</a:t>
            </a:r>
            <a:r>
              <a:rPr lang="pt-BR" sz="4200" dirty="0">
                <a:solidFill>
                  <a:srgbClr val="002060"/>
                </a:solidFill>
              </a:rPr>
              <a:t>Q</a:t>
            </a:r>
            <a:r>
              <a:rPr lang="pt-BR" dirty="0">
                <a:solidFill>
                  <a:srgbClr val="00B0F0"/>
                </a:solidFill>
              </a:rPr>
              <a:t>uest: </a:t>
            </a:r>
          </a:p>
          <a:p>
            <a:pPr algn="just"/>
            <a:r>
              <a:rPr lang="pt-BR" dirty="0">
                <a:solidFill>
                  <a:srgbClr val="00B0F0"/>
                </a:solidFill>
              </a:rPr>
              <a:t>Solicitação de atendimento para dispositivo externo; </a:t>
            </a:r>
          </a:p>
          <a:p>
            <a:pPr algn="just"/>
            <a:r>
              <a:rPr lang="pt-BR" dirty="0" err="1">
                <a:solidFill>
                  <a:srgbClr val="00B0F0"/>
                </a:solidFill>
              </a:rPr>
              <a:t>Vetorado</a:t>
            </a:r>
            <a:r>
              <a:rPr lang="pt-BR" dirty="0">
                <a:solidFill>
                  <a:srgbClr val="00B0F0"/>
                </a:solidFill>
              </a:rPr>
              <a:t> (</a:t>
            </a:r>
            <a:r>
              <a:rPr lang="pt-BR" sz="3300" dirty="0">
                <a:solidFill>
                  <a:srgbClr val="00B0F0"/>
                </a:solidFill>
              </a:rPr>
              <a:t>0 1 2 ...). Um índice identifica dispositivo;</a:t>
            </a:r>
          </a:p>
          <a:p>
            <a:pPr algn="just"/>
            <a:r>
              <a:rPr lang="pt-BR" sz="3200" dirty="0">
                <a:solidFill>
                  <a:srgbClr val="00B0F0"/>
                </a:solidFill>
                <a:sym typeface="Wingdings" panose="05000000000000000000" pitchFamily="2" charset="2"/>
              </a:rPr>
              <a:t>Dispositivos lentos tem maior prioridade de atendimento;</a:t>
            </a:r>
          </a:p>
          <a:p>
            <a:pPr algn="just"/>
            <a:r>
              <a:rPr lang="pt-BR" sz="3200" dirty="0">
                <a:solidFill>
                  <a:srgbClr val="00B0F0"/>
                </a:solidFill>
                <a:sym typeface="Wingdings" panose="05000000000000000000" pitchFamily="2" charset="2"/>
              </a:rPr>
              <a:t>Prioridade Zero é a maior prioridade.</a:t>
            </a:r>
          </a:p>
          <a:p>
            <a:pPr marL="0" indent="0" algn="r">
              <a:buNone/>
            </a:pPr>
            <a:r>
              <a:rPr lang="pt-BR" sz="4000" b="1" i="1" u="sng" dirty="0">
                <a:solidFill>
                  <a:srgbClr val="FF0000"/>
                </a:solidFill>
                <a:sym typeface="Wingdings" panose="05000000000000000000" pitchFamily="2" charset="2"/>
              </a:rPr>
              <a:t>Ox00000013(19)</a:t>
            </a:r>
            <a:endParaRPr lang="pt-BR" sz="4000" b="1" i="1" u="sng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endParaRPr lang="pt-BR" sz="1300" dirty="0"/>
          </a:p>
          <a:p>
            <a:pPr algn="just"/>
            <a:endParaRPr lang="pt-BR" dirty="0">
              <a:solidFill>
                <a:srgbClr val="00B05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ítulo 1"/>
          <p:cNvSpPr>
            <a:spLocks noGrp="1"/>
          </p:cNvSpPr>
          <p:nvPr>
            <p:ph type="title"/>
          </p:nvPr>
        </p:nvSpPr>
        <p:spPr>
          <a:xfrm>
            <a:off x="164951" y="47963"/>
            <a:ext cx="8964488" cy="346050"/>
          </a:xfrm>
        </p:spPr>
        <p:txBody>
          <a:bodyPr>
            <a:noAutofit/>
          </a:bodyPr>
          <a:lstStyle/>
          <a:p>
            <a:r>
              <a:rPr lang="pt-BR" sz="2000" b="1" dirty="0"/>
              <a:t>Estudo dos periféricos do sistema: gerenciador de dispositivo</a:t>
            </a:r>
            <a:r>
              <a:rPr lang="pt-BR" sz="2000" dirty="0"/>
              <a:t>. </a:t>
            </a:r>
          </a:p>
        </p:txBody>
      </p:sp>
      <p:sp>
        <p:nvSpPr>
          <p:cNvPr id="18435" name="Espaço Reservado para Conteúdo 2"/>
          <p:cNvSpPr>
            <a:spLocks noGrp="1"/>
          </p:cNvSpPr>
          <p:nvPr>
            <p:ph idx="1"/>
          </p:nvPr>
        </p:nvSpPr>
        <p:spPr>
          <a:xfrm>
            <a:off x="179512" y="620688"/>
            <a:ext cx="8964488" cy="6048672"/>
          </a:xfrm>
        </p:spPr>
        <p:txBody>
          <a:bodyPr>
            <a:normAutofit/>
          </a:bodyPr>
          <a:lstStyle/>
          <a:p>
            <a:pPr algn="just">
              <a:buNone/>
            </a:pPr>
            <a:r>
              <a:rPr lang="pt-BR" dirty="0"/>
              <a:t>Recursos utilizados por dispositivos de E/S.</a:t>
            </a:r>
          </a:p>
          <a:p>
            <a:pPr algn="just">
              <a:buNone/>
            </a:pPr>
            <a:endParaRPr lang="pt-BR" sz="1100" dirty="0"/>
          </a:p>
          <a:p>
            <a:pPr marL="0" indent="0" algn="just">
              <a:buNone/>
            </a:pPr>
            <a:endParaRPr lang="pt-BR" sz="1300" dirty="0"/>
          </a:p>
          <a:p>
            <a:pPr algn="just"/>
            <a:r>
              <a:rPr lang="pt-BR" dirty="0">
                <a:solidFill>
                  <a:srgbClr val="FF0000"/>
                </a:solidFill>
              </a:rPr>
              <a:t>Intervalo de Memória</a:t>
            </a:r>
          </a:p>
          <a:p>
            <a:pPr marL="457200" lvl="1" indent="0" algn="just">
              <a:buNone/>
            </a:pPr>
            <a:r>
              <a:rPr lang="pt-BR" dirty="0">
                <a:solidFill>
                  <a:srgbClr val="FF0000"/>
                </a:solidFill>
              </a:rPr>
              <a:t>	Espaço de memória reservada para instalação dos drivers do dispositivo (controle do periférico)</a:t>
            </a:r>
            <a:r>
              <a:rPr lang="pt-BR" dirty="0">
                <a:solidFill>
                  <a:srgbClr val="00B0F0"/>
                </a:solidFill>
              </a:rPr>
              <a:t>.</a:t>
            </a:r>
            <a:r>
              <a:rPr lang="pt-BR" dirty="0">
                <a:solidFill>
                  <a:srgbClr val="FF0000"/>
                </a:solidFill>
              </a:rPr>
              <a:t> </a:t>
            </a:r>
          </a:p>
          <a:p>
            <a:pPr marL="457200" lvl="1" indent="0" algn="just">
              <a:buNone/>
            </a:pPr>
            <a:r>
              <a:rPr lang="pt-BR" sz="3200" dirty="0">
                <a:solidFill>
                  <a:schemeClr val="accent1">
                    <a:lumMod val="50000"/>
                  </a:schemeClr>
                </a:solidFill>
              </a:rPr>
              <a:t>Exemplo:</a:t>
            </a:r>
          </a:p>
          <a:p>
            <a:pPr marL="457200" lvl="1" indent="0" algn="r">
              <a:buNone/>
            </a:pPr>
            <a:r>
              <a:rPr lang="pt-BR" sz="3600" dirty="0">
                <a:solidFill>
                  <a:srgbClr val="FF0000"/>
                </a:solidFill>
              </a:rPr>
              <a:t>B0307000 </a:t>
            </a:r>
            <a:r>
              <a:rPr lang="pt-BR" sz="3600" dirty="0">
                <a:solidFill>
                  <a:srgbClr val="FF0000"/>
                </a:solidFill>
                <a:sym typeface="Wingdings" panose="05000000000000000000" pitchFamily="2" charset="2"/>
              </a:rPr>
              <a:t> B030707F</a:t>
            </a:r>
          </a:p>
          <a:p>
            <a:pPr marL="457200" lvl="1" indent="0" algn="r">
              <a:buNone/>
            </a:pPr>
            <a:r>
              <a:rPr lang="pt-BR" sz="3600" dirty="0">
                <a:solidFill>
                  <a:srgbClr val="FF0000"/>
                </a:solidFill>
                <a:sym typeface="Wingdings" panose="05000000000000000000" pitchFamily="2" charset="2"/>
              </a:rPr>
              <a:t>Quantidade de memória=</a:t>
            </a:r>
            <a:r>
              <a:rPr lang="pt-BR" sz="3600" dirty="0">
                <a:solidFill>
                  <a:srgbClr val="FF0000"/>
                </a:solidFill>
              </a:rPr>
              <a:t>B0307000 -</a:t>
            </a:r>
            <a:r>
              <a:rPr lang="pt-BR" sz="3600" dirty="0">
                <a:solidFill>
                  <a:srgbClr val="FF0000"/>
                </a:solidFill>
                <a:sym typeface="Wingdings" panose="05000000000000000000" pitchFamily="2" charset="2"/>
              </a:rPr>
              <a:t> B030707F=7F</a:t>
            </a:r>
          </a:p>
          <a:p>
            <a:pPr marL="457200" lvl="1" indent="0" algn="r">
              <a:buNone/>
            </a:pPr>
            <a:r>
              <a:rPr lang="pt-BR" sz="3600" dirty="0">
                <a:solidFill>
                  <a:srgbClr val="FF0000"/>
                </a:solidFill>
                <a:sym typeface="Wingdings" panose="05000000000000000000" pitchFamily="2" charset="2"/>
              </a:rPr>
              <a:t>7F+1=80(H)=128(10)</a:t>
            </a:r>
          </a:p>
          <a:p>
            <a:pPr marL="457200" lvl="1" indent="0" algn="r">
              <a:buNone/>
            </a:pPr>
            <a:endParaRPr lang="pt-BR" sz="3600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endParaRPr lang="pt-BR" sz="1300" dirty="0">
              <a:solidFill>
                <a:srgbClr val="FF0000"/>
              </a:solidFill>
            </a:endParaRPr>
          </a:p>
          <a:p>
            <a:pPr algn="just"/>
            <a:endParaRPr lang="pt-BR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7801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ítulo 1"/>
          <p:cNvSpPr>
            <a:spLocks noGrp="1"/>
          </p:cNvSpPr>
          <p:nvPr>
            <p:ph type="title"/>
          </p:nvPr>
        </p:nvSpPr>
        <p:spPr>
          <a:xfrm>
            <a:off x="164951" y="47963"/>
            <a:ext cx="8964488" cy="346050"/>
          </a:xfrm>
        </p:spPr>
        <p:txBody>
          <a:bodyPr>
            <a:noAutofit/>
          </a:bodyPr>
          <a:lstStyle/>
          <a:p>
            <a:r>
              <a:rPr lang="pt-BR" sz="2000" b="1" dirty="0"/>
              <a:t>Estudo dos periféricos do sistema: gerenciador de dispositivo</a:t>
            </a:r>
            <a:r>
              <a:rPr lang="pt-BR" sz="2000" dirty="0"/>
              <a:t>. </a:t>
            </a:r>
          </a:p>
        </p:txBody>
      </p:sp>
      <p:sp>
        <p:nvSpPr>
          <p:cNvPr id="18435" name="Espaço Reservado para Conteúdo 2"/>
          <p:cNvSpPr>
            <a:spLocks noGrp="1"/>
          </p:cNvSpPr>
          <p:nvPr>
            <p:ph idx="1"/>
          </p:nvPr>
        </p:nvSpPr>
        <p:spPr>
          <a:xfrm>
            <a:off x="179512" y="620688"/>
            <a:ext cx="8964488" cy="6048672"/>
          </a:xfrm>
        </p:spPr>
        <p:txBody>
          <a:bodyPr>
            <a:normAutofit lnSpcReduction="10000"/>
          </a:bodyPr>
          <a:lstStyle/>
          <a:p>
            <a:pPr algn="just">
              <a:buNone/>
            </a:pPr>
            <a:r>
              <a:rPr lang="pt-BR" dirty="0"/>
              <a:t>Recursos utilizados por dispositivos de E/S.</a:t>
            </a:r>
          </a:p>
          <a:p>
            <a:pPr algn="just">
              <a:buNone/>
            </a:pPr>
            <a:endParaRPr lang="pt-BR" sz="1100" dirty="0"/>
          </a:p>
          <a:p>
            <a:pPr marL="0" indent="0" algn="just">
              <a:buNone/>
            </a:pPr>
            <a:endParaRPr lang="pt-BR" sz="1300" dirty="0">
              <a:solidFill>
                <a:srgbClr val="FF0000"/>
              </a:solidFill>
            </a:endParaRPr>
          </a:p>
          <a:p>
            <a:pPr algn="just"/>
            <a:r>
              <a:rPr lang="pt-BR" dirty="0">
                <a:solidFill>
                  <a:srgbClr val="00B050"/>
                </a:solidFill>
              </a:rPr>
              <a:t>Intervalo de E/S</a:t>
            </a:r>
          </a:p>
          <a:p>
            <a:pPr marL="0" indent="0" algn="just">
              <a:buNone/>
            </a:pPr>
            <a:r>
              <a:rPr lang="pt-BR" dirty="0">
                <a:solidFill>
                  <a:srgbClr val="00B050"/>
                </a:solidFill>
              </a:rPr>
              <a:t>	Endereço de </a:t>
            </a:r>
            <a:r>
              <a:rPr lang="pt-BR" dirty="0" err="1">
                <a:solidFill>
                  <a:srgbClr val="00B050"/>
                </a:solidFill>
              </a:rPr>
              <a:t>ports</a:t>
            </a:r>
            <a:r>
              <a:rPr lang="pt-BR" dirty="0">
                <a:solidFill>
                  <a:srgbClr val="00B050"/>
                </a:solidFill>
              </a:rPr>
              <a:t> (canais físicos para acesso, controle e transferência de dados entre dispositivos).</a:t>
            </a:r>
          </a:p>
          <a:p>
            <a:pPr marL="0" indent="0" algn="r">
              <a:buNone/>
            </a:pPr>
            <a:r>
              <a:rPr lang="pt-BR" sz="4000" dirty="0">
                <a:solidFill>
                  <a:srgbClr val="FF0000"/>
                </a:solidFill>
              </a:rPr>
              <a:t>Neste </a:t>
            </a:r>
            <a:r>
              <a:rPr lang="pt-BR" sz="4000" dirty="0" err="1">
                <a:solidFill>
                  <a:srgbClr val="FF0000"/>
                </a:solidFill>
              </a:rPr>
              <a:t>ex</a:t>
            </a:r>
            <a:r>
              <a:rPr lang="pt-BR" sz="4000" dirty="0">
                <a:solidFill>
                  <a:srgbClr val="FF0000"/>
                </a:solidFill>
              </a:rPr>
              <a:t>: 1000  </a:t>
            </a:r>
            <a:r>
              <a:rPr lang="pt-BR" sz="4000" dirty="0">
                <a:solidFill>
                  <a:srgbClr val="FF0000"/>
                </a:solidFill>
                <a:sym typeface="Wingdings" panose="05000000000000000000" pitchFamily="2" charset="2"/>
              </a:rPr>
              <a:t> 107F 7F+1 portas</a:t>
            </a:r>
          </a:p>
          <a:p>
            <a:pPr marL="0" indent="0" algn="r">
              <a:buNone/>
            </a:pPr>
            <a:endParaRPr lang="pt-BR" sz="40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pt-BR" sz="4000" dirty="0">
                <a:solidFill>
                  <a:srgbClr val="FF0000"/>
                </a:solidFill>
                <a:sym typeface="Wingdings" panose="05000000000000000000" pitchFamily="2" charset="2"/>
              </a:rPr>
              <a:t>Nota: A quantidade de portas na linha </a:t>
            </a:r>
            <a:r>
              <a:rPr lang="pt-BR" sz="4000" dirty="0" err="1">
                <a:solidFill>
                  <a:srgbClr val="FF0000"/>
                </a:solidFill>
                <a:sym typeface="Wingdings" panose="05000000000000000000" pitchFamily="2" charset="2"/>
              </a:rPr>
              <a:t>intel</a:t>
            </a:r>
            <a:r>
              <a:rPr lang="pt-BR" sz="4000" dirty="0">
                <a:solidFill>
                  <a:srgbClr val="FF0000"/>
                </a:solidFill>
                <a:sym typeface="Wingdings" panose="05000000000000000000" pitchFamily="2" charset="2"/>
              </a:rPr>
              <a:t> é 64K, enumeradas de:</a:t>
            </a:r>
          </a:p>
          <a:p>
            <a:pPr marL="0" indent="0" algn="r">
              <a:buNone/>
            </a:pPr>
            <a:r>
              <a:rPr lang="pt-BR" sz="4000" dirty="0">
                <a:solidFill>
                  <a:srgbClr val="FF0000"/>
                </a:solidFill>
                <a:sym typeface="Wingdings" panose="05000000000000000000" pitchFamily="2" charset="2"/>
              </a:rPr>
              <a:t> 0000(H) até FFFF(h)</a:t>
            </a:r>
            <a:endParaRPr lang="pt-BR" sz="4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45390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ítulo 1"/>
          <p:cNvSpPr>
            <a:spLocks noGrp="1"/>
          </p:cNvSpPr>
          <p:nvPr>
            <p:ph type="title"/>
          </p:nvPr>
        </p:nvSpPr>
        <p:spPr>
          <a:xfrm>
            <a:off x="164951" y="47963"/>
            <a:ext cx="8964488" cy="346050"/>
          </a:xfrm>
        </p:spPr>
        <p:txBody>
          <a:bodyPr>
            <a:noAutofit/>
          </a:bodyPr>
          <a:lstStyle/>
          <a:p>
            <a:r>
              <a:rPr lang="pt-BR" sz="2400" b="1" dirty="0"/>
              <a:t>Estudo dos periféricos. Gerenciador de dispositivos</a:t>
            </a:r>
            <a:r>
              <a:rPr lang="pt-BR" sz="2000" dirty="0"/>
              <a:t>. </a:t>
            </a:r>
          </a:p>
        </p:txBody>
      </p:sp>
      <p:sp>
        <p:nvSpPr>
          <p:cNvPr id="18435" name="Espaço Reservado para Conteúdo 2"/>
          <p:cNvSpPr>
            <a:spLocks noGrp="1"/>
          </p:cNvSpPr>
          <p:nvPr>
            <p:ph idx="1"/>
          </p:nvPr>
        </p:nvSpPr>
        <p:spPr>
          <a:xfrm>
            <a:off x="179512" y="620688"/>
            <a:ext cx="8964488" cy="6048672"/>
          </a:xfrm>
        </p:spPr>
        <p:txBody>
          <a:bodyPr>
            <a:normAutofit fontScale="92500" lnSpcReduction="10000"/>
          </a:bodyPr>
          <a:lstStyle/>
          <a:p>
            <a:pPr algn="just">
              <a:buNone/>
            </a:pPr>
            <a:r>
              <a:rPr lang="pt-BR" dirty="0"/>
              <a:t>Descreva os recursos utilizados pela </a:t>
            </a:r>
            <a:r>
              <a:rPr lang="pt-BR" dirty="0">
                <a:solidFill>
                  <a:srgbClr val="FF0000"/>
                </a:solidFill>
              </a:rPr>
              <a:t>placa de rede.</a:t>
            </a:r>
          </a:p>
          <a:p>
            <a:pPr marL="0" indent="0" algn="just">
              <a:buNone/>
            </a:pPr>
            <a:endParaRPr lang="pt-BR" dirty="0"/>
          </a:p>
          <a:p>
            <a:pPr marL="0" indent="0" algn="just">
              <a:buNone/>
            </a:pPr>
            <a:r>
              <a:rPr lang="pt-BR" dirty="0">
                <a:solidFill>
                  <a:srgbClr val="FF0000"/>
                </a:solidFill>
              </a:rPr>
              <a:t>IRQ</a:t>
            </a:r>
            <a:r>
              <a:rPr lang="pt-BR" dirty="0">
                <a:solidFill>
                  <a:srgbClr val="00B0F0"/>
                </a:solidFill>
              </a:rPr>
              <a:t> (</a:t>
            </a:r>
            <a:r>
              <a:rPr lang="pt-BR" dirty="0" err="1">
                <a:solidFill>
                  <a:srgbClr val="FF0000"/>
                </a:solidFill>
              </a:rPr>
              <a:t>I</a:t>
            </a:r>
            <a:r>
              <a:rPr lang="pt-BR" dirty="0" err="1"/>
              <a:t>nterrupt</a:t>
            </a:r>
            <a:r>
              <a:rPr lang="pt-BR" dirty="0"/>
              <a:t> </a:t>
            </a:r>
            <a:r>
              <a:rPr lang="pt-BR" dirty="0" err="1">
                <a:solidFill>
                  <a:srgbClr val="FF0000"/>
                </a:solidFill>
              </a:rPr>
              <a:t>R</a:t>
            </a:r>
            <a:r>
              <a:rPr lang="pt-BR" dirty="0" err="1"/>
              <a:t>e</a:t>
            </a:r>
            <a:r>
              <a:rPr lang="pt-BR" dirty="0" err="1">
                <a:solidFill>
                  <a:srgbClr val="FF0000"/>
                </a:solidFill>
              </a:rPr>
              <a:t>Q</a:t>
            </a:r>
            <a:r>
              <a:rPr lang="pt-BR" dirty="0" err="1"/>
              <a:t>uest</a:t>
            </a:r>
            <a:r>
              <a:rPr lang="pt-BR" dirty="0"/>
              <a:t>): __(13H)__________</a:t>
            </a:r>
          </a:p>
          <a:p>
            <a:pPr marL="0" indent="0" algn="just">
              <a:buNone/>
            </a:pPr>
            <a:r>
              <a:rPr lang="pt-BR" sz="3600" i="1" u="sng" dirty="0"/>
              <a:t>É uma requisição de alta prioridade? Não</a:t>
            </a:r>
          </a:p>
          <a:p>
            <a:pPr algn="just"/>
            <a:endParaRPr lang="pt-BR" sz="3600" dirty="0"/>
          </a:p>
          <a:p>
            <a:pPr marL="0" indent="0" algn="just">
              <a:buNone/>
            </a:pPr>
            <a:r>
              <a:rPr lang="pt-BR" dirty="0">
                <a:solidFill>
                  <a:srgbClr val="FF0000"/>
                </a:solidFill>
              </a:rPr>
              <a:t>Intervalo de Memória</a:t>
            </a:r>
            <a:r>
              <a:rPr lang="pt-BR" dirty="0"/>
              <a:t>: _______________</a:t>
            </a:r>
          </a:p>
          <a:p>
            <a:pPr marL="0" indent="0" algn="just">
              <a:buNone/>
            </a:pPr>
            <a:r>
              <a:rPr lang="pt-BR" sz="3600" i="1" u="sng" dirty="0"/>
              <a:t>Qual a quantidade de memória ocupada pelo driver: 128(10)</a:t>
            </a:r>
          </a:p>
          <a:p>
            <a:pPr algn="just">
              <a:buNone/>
            </a:pPr>
            <a:r>
              <a:rPr lang="pt-BR" dirty="0"/>
              <a:t> </a:t>
            </a:r>
          </a:p>
          <a:p>
            <a:pPr marL="0" indent="0" algn="just">
              <a:buNone/>
            </a:pPr>
            <a:r>
              <a:rPr lang="pt-BR" dirty="0">
                <a:solidFill>
                  <a:srgbClr val="00B050"/>
                </a:solidFill>
              </a:rPr>
              <a:t>Intervalo de E/S </a:t>
            </a:r>
            <a:r>
              <a:rPr lang="pt-BR" dirty="0"/>
              <a:t>(</a:t>
            </a:r>
            <a:r>
              <a:rPr lang="pt-BR" dirty="0" err="1"/>
              <a:t>ports</a:t>
            </a:r>
            <a:r>
              <a:rPr lang="pt-BR" dirty="0"/>
              <a:t>): _128(10)_______</a:t>
            </a:r>
          </a:p>
          <a:p>
            <a:pPr algn="just">
              <a:buNone/>
            </a:pPr>
            <a:r>
              <a:rPr lang="pt-BR" b="1" i="1" dirty="0"/>
              <a:t>Quantas portas estão destinadas ao dispositivo:128(10)</a:t>
            </a:r>
          </a:p>
          <a:p>
            <a:pPr algn="just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214139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pt-BR" u="sng" dirty="0"/>
              <a:t>Modelo para arquitetura AMD</a:t>
            </a:r>
          </a:p>
        </p:txBody>
      </p:sp>
      <p:sp>
        <p:nvSpPr>
          <p:cNvPr id="22531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259387"/>
          </a:xfrm>
        </p:spPr>
        <p:txBody>
          <a:bodyPr/>
          <a:lstStyle/>
          <a:p>
            <a:endParaRPr lang="pt-BR"/>
          </a:p>
        </p:txBody>
      </p:sp>
      <p:pic>
        <p:nvPicPr>
          <p:cNvPr id="22532" name="Imagem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520" y="836712"/>
            <a:ext cx="8496944" cy="5624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D256D5-1E8F-4DD2-B2EF-CAD627625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CCCAE3-6074-42F1-8394-0E81384B5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8820472" cy="4525963"/>
          </a:xfrm>
        </p:spPr>
        <p:txBody>
          <a:bodyPr/>
          <a:lstStyle/>
          <a:p>
            <a:r>
              <a:rPr lang="pt-BR" dirty="0"/>
              <a:t>Taxa de transferência =  Frequência * barramento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Exemplo. Barramento ISA</a:t>
            </a:r>
            <a:r>
              <a:rPr lang="pt-BR" dirty="0">
                <a:sym typeface="Wingdings" panose="05000000000000000000" pitchFamily="2" charset="2"/>
              </a:rPr>
              <a:t> </a:t>
            </a:r>
            <a:r>
              <a:rPr lang="pt-BR" dirty="0"/>
              <a:t>(8MHz) (32bits) </a:t>
            </a:r>
          </a:p>
          <a:p>
            <a:pPr marL="0" indent="0">
              <a:buNone/>
            </a:pPr>
            <a:r>
              <a:rPr lang="pt-BR" dirty="0"/>
              <a:t>Taxa de transferência=8 *4 MB/s=32 MB/s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Front </a:t>
            </a:r>
            <a:r>
              <a:rPr lang="pt-BR" dirty="0" err="1"/>
              <a:t>Side</a:t>
            </a:r>
            <a:r>
              <a:rPr lang="pt-BR" dirty="0"/>
              <a:t> Bus: 200 MHz  *   72bits=200*72Mb/s</a:t>
            </a:r>
          </a:p>
          <a:p>
            <a:pPr marL="0" indent="0">
              <a:buNone/>
            </a:pPr>
            <a:r>
              <a:rPr lang="pt-BR" dirty="0"/>
              <a:t>                             200MHz *    9B= 1800 MB/s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38324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ítulo 1"/>
          <p:cNvSpPr>
            <a:spLocks noGrp="1"/>
          </p:cNvSpPr>
          <p:nvPr>
            <p:ph type="title"/>
          </p:nvPr>
        </p:nvSpPr>
        <p:spPr>
          <a:xfrm>
            <a:off x="179388" y="115888"/>
            <a:ext cx="8507412" cy="1009650"/>
          </a:xfrm>
        </p:spPr>
        <p:txBody>
          <a:bodyPr/>
          <a:lstStyle/>
          <a:p>
            <a:r>
              <a:rPr lang="pt-BR" u="sng" dirty="0"/>
              <a:t>Modelo Athlon – 64 bits </a:t>
            </a:r>
            <a:r>
              <a:rPr lang="pt-BR" sz="2800" u="sng" dirty="0">
                <a:solidFill>
                  <a:srgbClr val="00B0F0"/>
                </a:solidFill>
              </a:rPr>
              <a:t>(exercício)</a:t>
            </a:r>
          </a:p>
        </p:txBody>
      </p:sp>
      <p:sp>
        <p:nvSpPr>
          <p:cNvPr id="23555" name="Espaço Reservado para Conteúdo 2"/>
          <p:cNvSpPr>
            <a:spLocks noGrp="1"/>
          </p:cNvSpPr>
          <p:nvPr>
            <p:ph idx="1"/>
          </p:nvPr>
        </p:nvSpPr>
        <p:spPr>
          <a:xfrm>
            <a:off x="179388" y="1268413"/>
            <a:ext cx="8507412" cy="5473700"/>
          </a:xfrm>
        </p:spPr>
        <p:txBody>
          <a:bodyPr/>
          <a:lstStyle/>
          <a:p>
            <a:endParaRPr lang="pt-BR"/>
          </a:p>
        </p:txBody>
      </p:sp>
      <p:pic>
        <p:nvPicPr>
          <p:cNvPr id="2355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9388" y="1268413"/>
            <a:ext cx="8507412" cy="547370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51520" y="274638"/>
            <a:ext cx="8892480" cy="490066"/>
          </a:xfrm>
        </p:spPr>
        <p:txBody>
          <a:bodyPr>
            <a:normAutofit fontScale="90000"/>
          </a:bodyPr>
          <a:lstStyle/>
          <a:p>
            <a:r>
              <a:rPr lang="pt-BR" sz="3200" u="sng" dirty="0"/>
              <a:t>Arquitetura AMD. </a:t>
            </a:r>
            <a:r>
              <a:rPr lang="pt-BR" sz="3200" dirty="0"/>
              <a:t>Cálculo de taxas de transferência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836712"/>
            <a:ext cx="8229600" cy="5289451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pt-BR" dirty="0">
                <a:solidFill>
                  <a:srgbClr val="FF0000"/>
                </a:solidFill>
              </a:rPr>
              <a:t>FSB</a:t>
            </a:r>
            <a:r>
              <a:rPr lang="pt-BR" dirty="0"/>
              <a:t> (</a:t>
            </a:r>
            <a:r>
              <a:rPr lang="pt-BR" dirty="0">
                <a:solidFill>
                  <a:srgbClr val="FF0000"/>
                </a:solidFill>
              </a:rPr>
              <a:t>F</a:t>
            </a:r>
            <a:r>
              <a:rPr lang="pt-BR" dirty="0"/>
              <a:t>ront </a:t>
            </a:r>
            <a:r>
              <a:rPr lang="pt-BR" dirty="0" err="1">
                <a:solidFill>
                  <a:srgbClr val="FF0000"/>
                </a:solidFill>
              </a:rPr>
              <a:t>S</a:t>
            </a:r>
            <a:r>
              <a:rPr lang="pt-BR" dirty="0" err="1"/>
              <a:t>ide</a:t>
            </a:r>
            <a:r>
              <a:rPr lang="pt-BR" dirty="0"/>
              <a:t> </a:t>
            </a:r>
            <a:r>
              <a:rPr lang="pt-BR" dirty="0">
                <a:solidFill>
                  <a:srgbClr val="FF0000"/>
                </a:solidFill>
              </a:rPr>
              <a:t>B</a:t>
            </a:r>
            <a:r>
              <a:rPr lang="pt-BR" dirty="0"/>
              <a:t>us):  </a:t>
            </a:r>
          </a:p>
          <a:p>
            <a:pPr algn="r">
              <a:buNone/>
            </a:pPr>
            <a:r>
              <a:rPr lang="pt-BR" dirty="0"/>
              <a:t>Resposta:200 *72 M</a:t>
            </a:r>
            <a:r>
              <a:rPr lang="pt-BR" dirty="0">
                <a:solidFill>
                  <a:srgbClr val="00B0F0"/>
                </a:solidFill>
              </a:rPr>
              <a:t>b</a:t>
            </a:r>
            <a:r>
              <a:rPr lang="pt-BR" dirty="0"/>
              <a:t>/s= 14400 </a:t>
            </a:r>
            <a:r>
              <a:rPr lang="pt-BR" dirty="0" err="1"/>
              <a:t>M</a:t>
            </a:r>
            <a:r>
              <a:rPr lang="pt-BR" dirty="0" err="1">
                <a:solidFill>
                  <a:srgbClr val="00B0F0"/>
                </a:solidFill>
              </a:rPr>
              <a:t>b</a:t>
            </a:r>
            <a:r>
              <a:rPr lang="pt-BR" dirty="0"/>
              <a:t>/s</a:t>
            </a:r>
          </a:p>
          <a:p>
            <a:pPr algn="ctr">
              <a:buNone/>
            </a:pPr>
            <a:r>
              <a:rPr lang="pt-BR" sz="4000" dirty="0">
                <a:solidFill>
                  <a:srgbClr val="FF0000"/>
                </a:solidFill>
              </a:rPr>
              <a:t>OU</a:t>
            </a:r>
          </a:p>
          <a:p>
            <a:pPr marL="0" indent="0" algn="r">
              <a:buNone/>
            </a:pPr>
            <a:r>
              <a:rPr lang="pt-BR" dirty="0"/>
              <a:t>       200*9M</a:t>
            </a:r>
            <a:r>
              <a:rPr lang="pt-BR" dirty="0">
                <a:solidFill>
                  <a:srgbClr val="FF0000"/>
                </a:solidFill>
              </a:rPr>
              <a:t>B</a:t>
            </a:r>
            <a:r>
              <a:rPr lang="pt-BR" dirty="0"/>
              <a:t>/s=1800M</a:t>
            </a:r>
            <a:r>
              <a:rPr lang="pt-BR" dirty="0">
                <a:solidFill>
                  <a:srgbClr val="FF0000"/>
                </a:solidFill>
              </a:rPr>
              <a:t>B</a:t>
            </a:r>
            <a:r>
              <a:rPr lang="pt-BR" dirty="0"/>
              <a:t>/s     =  1,8GB/s</a:t>
            </a:r>
          </a:p>
          <a:p>
            <a:pPr algn="ctr">
              <a:buNone/>
            </a:pPr>
            <a:r>
              <a:rPr lang="pt-BR" dirty="0"/>
              <a:t>Nota: 72/8b=9B</a:t>
            </a:r>
          </a:p>
          <a:p>
            <a:pPr algn="just"/>
            <a:r>
              <a:rPr lang="pt-BR" dirty="0"/>
              <a:t>Placa de vídeo:</a:t>
            </a:r>
          </a:p>
          <a:p>
            <a:pPr algn="r">
              <a:buNone/>
            </a:pPr>
            <a:r>
              <a:rPr lang="pt-BR" dirty="0"/>
              <a:t>Resposta: ______________________MB/s</a:t>
            </a:r>
          </a:p>
          <a:p>
            <a:pPr>
              <a:buNone/>
            </a:pPr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23528" y="274638"/>
            <a:ext cx="8229600" cy="706090"/>
          </a:xfrm>
        </p:spPr>
        <p:txBody>
          <a:bodyPr>
            <a:normAutofit/>
          </a:bodyPr>
          <a:lstStyle/>
          <a:p>
            <a:r>
              <a:rPr lang="pt-BR" sz="3200" dirty="0">
                <a:solidFill>
                  <a:srgbClr val="FF0000"/>
                </a:solidFill>
              </a:rPr>
              <a:t>Anote valores para: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b="1" i="1" u="sng" dirty="0">
                <a:solidFill>
                  <a:srgbClr val="FF0000"/>
                </a:solidFill>
              </a:rPr>
              <a:t>Ambiente Windows. Pesquise sistema</a:t>
            </a:r>
            <a:r>
              <a:rPr lang="pt-BR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/>
              <a:t>SO da máquina (Versão e bits):___________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/>
              <a:t>Modelo do Processador: ________________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 err="1"/>
              <a:t>Clock</a:t>
            </a:r>
            <a:r>
              <a:rPr lang="pt-BR" dirty="0"/>
              <a:t>: _____________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/>
              <a:t>Memória RAM:_______________________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/>
              <a:t>Caches (tipo e quantidade): 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/>
              <a:t>L1:                                L2:                         L3:</a:t>
            </a:r>
          </a:p>
          <a:p>
            <a:pPr marL="457200" indent="-457200">
              <a:buNone/>
            </a:pPr>
            <a:r>
              <a:rPr lang="pt-BR" sz="3600" dirty="0"/>
              <a:t>6. HD: </a:t>
            </a:r>
            <a:r>
              <a:rPr lang="pt-BR" sz="3200" dirty="0"/>
              <a:t>Capacidade: _Sistema de arquivos*: ______</a:t>
            </a:r>
          </a:p>
          <a:p>
            <a:pPr marL="457200" indent="-457200">
              <a:buNone/>
            </a:pPr>
            <a:r>
              <a:rPr lang="pt-BR" dirty="0"/>
              <a:t>*</a:t>
            </a:r>
            <a:r>
              <a:rPr lang="pt-BR" sz="3200" dirty="0"/>
              <a:t>O Sistema de Arquivos determina os mecanismos para o gerenciamento de dados no HD pelo SO</a:t>
            </a:r>
            <a:r>
              <a:rPr lang="pt-BR" dirty="0"/>
              <a:t>             </a:t>
            </a:r>
          </a:p>
          <a:p>
            <a:pPr marL="457200" indent="-457200">
              <a:buFont typeface="+mj-lt"/>
              <a:buAutoNum type="arabicPeriod"/>
            </a:pPr>
            <a:endParaRPr lang="pt-BR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03647" y="40737"/>
            <a:ext cx="6336705" cy="507943"/>
          </a:xfrm>
        </p:spPr>
        <p:txBody>
          <a:bodyPr>
            <a:normAutofit fontScale="90000"/>
          </a:bodyPr>
          <a:lstStyle/>
          <a:p>
            <a:r>
              <a:rPr lang="pt-BR" sz="3600" dirty="0">
                <a:solidFill>
                  <a:srgbClr val="FF0000"/>
                </a:solidFill>
              </a:rPr>
              <a:t>Responda</a:t>
            </a:r>
            <a:endParaRPr lang="pt-BR" dirty="0">
              <a:solidFill>
                <a:srgbClr val="FF0000"/>
              </a:solidFill>
            </a:endParaRP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836712"/>
            <a:ext cx="8928992" cy="5289451"/>
          </a:xfrm>
        </p:spPr>
        <p:txBody>
          <a:bodyPr>
            <a:noAutofit/>
          </a:bodyPr>
          <a:lstStyle/>
          <a:p>
            <a:pPr marL="457200" indent="-457200">
              <a:buNone/>
            </a:pPr>
            <a:r>
              <a:rPr lang="pt-BR" sz="2400" dirty="0"/>
              <a:t>7. O que são dispositivos “</a:t>
            </a:r>
            <a:r>
              <a:rPr lang="pt-BR" sz="2400" dirty="0" err="1"/>
              <a:t>on</a:t>
            </a:r>
            <a:r>
              <a:rPr lang="pt-BR" sz="2400" dirty="0"/>
              <a:t> </a:t>
            </a:r>
            <a:r>
              <a:rPr lang="pt-BR" sz="2400" dirty="0" err="1"/>
              <a:t>board</a:t>
            </a:r>
            <a:r>
              <a:rPr lang="pt-BR" sz="2400" dirty="0"/>
              <a:t>”? Dê exemplos.</a:t>
            </a:r>
          </a:p>
          <a:p>
            <a:pPr marL="457200" indent="-457200">
              <a:buNone/>
            </a:pPr>
            <a:r>
              <a:rPr lang="pt-BR" sz="2400" dirty="0"/>
              <a:t>_________________________________________________________</a:t>
            </a:r>
          </a:p>
          <a:p>
            <a:pPr marL="457200" indent="-457200">
              <a:buNone/>
            </a:pPr>
            <a:r>
              <a:rPr lang="pt-BR" sz="2400" dirty="0"/>
              <a:t>8. Mostre a configuração de operação do teclado (Slide 25)</a:t>
            </a:r>
            <a:endParaRPr lang="pt-BR" sz="2400" dirty="0">
              <a:solidFill>
                <a:srgbClr val="FF0000"/>
              </a:solidFill>
            </a:endParaRPr>
          </a:p>
          <a:p>
            <a:pPr marL="457200" indent="-457200">
              <a:buNone/>
            </a:pPr>
            <a:r>
              <a:rPr lang="pt-BR" sz="2400" dirty="0"/>
              <a:t>IRQ: _____ Intervalo de Memória: ________ Intervalo de E/S. _____</a:t>
            </a:r>
          </a:p>
          <a:p>
            <a:pPr marL="457200" indent="-457200">
              <a:buNone/>
            </a:pPr>
            <a:endParaRPr lang="pt-BR" sz="800" dirty="0"/>
          </a:p>
          <a:p>
            <a:pPr marL="457200" indent="-457200">
              <a:buNone/>
            </a:pPr>
            <a:r>
              <a:rPr lang="pt-BR" sz="2400" dirty="0"/>
              <a:t>9. Estime a Taxa de Transferência aproximada de um dispositivo que transfere 10MB em 1 minuto e 12 segundos.: ____0,14MB/s_</a:t>
            </a:r>
          </a:p>
          <a:p>
            <a:pPr marL="457200" indent="-457200">
              <a:buNone/>
            </a:pPr>
            <a:r>
              <a:rPr lang="pt-BR" sz="2400" dirty="0"/>
              <a:t>10. Calcule a Taxa de transferência do barramento ISA. (Slides). </a:t>
            </a:r>
          </a:p>
          <a:p>
            <a:pPr marL="457200" indent="-457200">
              <a:buNone/>
            </a:pPr>
            <a:r>
              <a:rPr lang="pt-BR" sz="2400" dirty="0"/>
              <a:t>____8 * 32 MB/s_______________________________</a:t>
            </a:r>
          </a:p>
          <a:p>
            <a:pPr marL="457200" indent="-457200">
              <a:buNone/>
            </a:pPr>
            <a:endParaRPr lang="pt-BR" sz="900" dirty="0"/>
          </a:p>
          <a:p>
            <a:pPr marL="457200" indent="-457200">
              <a:buNone/>
            </a:pPr>
            <a:r>
              <a:rPr lang="pt-BR" sz="2400" dirty="0"/>
              <a:t>*A taxa de transferência é o produto do tamanho do barramento em bits (ou bytes) multiplicado pela frequência de operação do barramento.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7544" y="764704"/>
            <a:ext cx="7901014" cy="49580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24E0A6E-9F85-462C-AFB8-3B65C4AD4D9B}"/>
              </a:ext>
            </a:extLst>
          </p:cNvPr>
          <p:cNvSpPr txBox="1"/>
          <p:nvPr/>
        </p:nvSpPr>
        <p:spPr>
          <a:xfrm>
            <a:off x="1979712" y="116632"/>
            <a:ext cx="47525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</a:rPr>
              <a:t>Apoio aos exercícios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30DD50-BE0F-4C31-B9A3-25CF6A249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Recursos para operação do teclado.</a:t>
            </a:r>
          </a:p>
        </p:txBody>
      </p:sp>
      <p:pic>
        <p:nvPicPr>
          <p:cNvPr id="4" name="Espaço Reservado para Conteúdo 3">
            <a:extLst>
              <a:ext uri="{FF2B5EF4-FFF2-40B4-BE49-F238E27FC236}">
                <a16:creationId xmlns:a16="http://schemas.microsoft.com/office/drawing/2014/main" id="{B71C26C1-D41B-4B51-97A7-1493F8DCEF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9375" y="1484778"/>
            <a:ext cx="3905250" cy="4429125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186322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Ápice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E83151F2361684BA5780C0C225DBA4E" ma:contentTypeVersion="4" ma:contentTypeDescription="Crie um novo documento." ma:contentTypeScope="" ma:versionID="8c06d3feaca91d5d7766b3a8c447aeba">
  <xsd:schema xmlns:xsd="http://www.w3.org/2001/XMLSchema" xmlns:xs="http://www.w3.org/2001/XMLSchema" xmlns:p="http://schemas.microsoft.com/office/2006/metadata/properties" xmlns:ns2="1584da31-70ed-4cbd-995e-5750d4360d51" targetNamespace="http://schemas.microsoft.com/office/2006/metadata/properties" ma:root="true" ma:fieldsID="889637c484d20f7cd1f6a1f01701008c" ns2:_="">
    <xsd:import namespace="1584da31-70ed-4cbd-995e-5750d4360d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84da31-70ed-4cbd-995e-5750d4360d5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16F4175-6662-49B7-ABF2-095BA8495F43}"/>
</file>

<file path=customXml/itemProps2.xml><?xml version="1.0" encoding="utf-8"?>
<ds:datastoreItem xmlns:ds="http://schemas.openxmlformats.org/officeDocument/2006/customXml" ds:itemID="{A1488C08-51DF-493B-8715-EE877B1929DD}"/>
</file>

<file path=customXml/itemProps3.xml><?xml version="1.0" encoding="utf-8"?>
<ds:datastoreItem xmlns:ds="http://schemas.openxmlformats.org/officeDocument/2006/customXml" ds:itemID="{4DA04B68-380A-4B4D-B9A8-0C3FEF3A6E3D}"/>
</file>

<file path=docProps/app.xml><?xml version="1.0" encoding="utf-8"?>
<Properties xmlns="http://schemas.openxmlformats.org/officeDocument/2006/extended-properties" xmlns:vt="http://schemas.openxmlformats.org/officeDocument/2006/docPropsVTypes">
  <TotalTime>2909</TotalTime>
  <Words>1020</Words>
  <Application>Microsoft Office PowerPoint</Application>
  <PresentationFormat>Apresentação na tela (4:3)</PresentationFormat>
  <Paragraphs>131</Paragraphs>
  <Slides>23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23</vt:i4>
      </vt:variant>
    </vt:vector>
  </HeadingPairs>
  <TitlesOfParts>
    <vt:vector size="28" baseType="lpstr">
      <vt:lpstr>Arial</vt:lpstr>
      <vt:lpstr>Calibri</vt:lpstr>
      <vt:lpstr>Segoe UI</vt:lpstr>
      <vt:lpstr>Tema do Office</vt:lpstr>
      <vt:lpstr>1_Tema do Office</vt:lpstr>
      <vt:lpstr>Caracterização do equipamento: Gerenciador de dispositivos</vt:lpstr>
      <vt:lpstr>CPU, Memória e Periféricos</vt:lpstr>
      <vt:lpstr>Apresentação do PowerPoint</vt:lpstr>
      <vt:lpstr>Características obtidas via recursos do SO</vt:lpstr>
      <vt:lpstr>Ordem de grandeza dos tempos de resposta. </vt:lpstr>
      <vt:lpstr>Exemplo: Programa CPU-z: https://www.cpuid.com/downloads/cpu-z/cpu-z_1.93-en.exe</vt:lpstr>
      <vt:lpstr>Unidade de armazenamento</vt:lpstr>
      <vt:lpstr>Informações sobre o sistema</vt:lpstr>
      <vt:lpstr>SO: Gerenciador de dispositivos</vt:lpstr>
      <vt:lpstr>Exemplo: Controlador de rede.</vt:lpstr>
      <vt:lpstr>Recursos de Armazenamento</vt:lpstr>
      <vt:lpstr>Estudo dos periféricos do sistema: gerenciador de dispositivo. </vt:lpstr>
      <vt:lpstr>Estudo dos periféricos do sistema: gerenciador de dispositivo. </vt:lpstr>
      <vt:lpstr>Estudo dos periféricos do sistema: gerenciador de dispositivo. </vt:lpstr>
      <vt:lpstr>Estudo dos periféricos. Gerenciador de dispositivos. </vt:lpstr>
      <vt:lpstr>Modelo para arquitetura AMD</vt:lpstr>
      <vt:lpstr>Apresentação do PowerPoint</vt:lpstr>
      <vt:lpstr>Modelo Athlon – 64 bits (exercício)</vt:lpstr>
      <vt:lpstr>Arquitetura AMD. Cálculo de taxas de transferência</vt:lpstr>
      <vt:lpstr>Anote valores para:</vt:lpstr>
      <vt:lpstr>Responda</vt:lpstr>
      <vt:lpstr>Apresentação do PowerPoint</vt:lpstr>
      <vt:lpstr>Recursos para operação do teclado.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em sala (2)</dc:title>
  <cp:lastModifiedBy>MILTON ROCHA</cp:lastModifiedBy>
  <cp:revision>80</cp:revision>
  <dcterms:modified xsi:type="dcterms:W3CDTF">2023-08-22T14:24:01Z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0x010100CE83151F2361684BA5780C0C225DBA4E</vt:lpwstr>
  </property>
</Properties>
</file>