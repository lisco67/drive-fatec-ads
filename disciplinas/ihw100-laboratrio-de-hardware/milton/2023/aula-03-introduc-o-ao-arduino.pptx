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63" r:id="rId4"/>
    <p:sldId id="302" r:id="rId5"/>
    <p:sldId id="266" r:id="rId6"/>
    <p:sldId id="284" r:id="rId7"/>
    <p:sldId id="282" r:id="rId8"/>
    <p:sldId id="267" r:id="rId9"/>
    <p:sldId id="286" r:id="rId10"/>
    <p:sldId id="285" r:id="rId11"/>
    <p:sldId id="288" r:id="rId12"/>
    <p:sldId id="269" r:id="rId13"/>
    <p:sldId id="280" r:id="rId14"/>
    <p:sldId id="281" r:id="rId15"/>
    <p:sldId id="260" r:id="rId16"/>
    <p:sldId id="271" r:id="rId17"/>
    <p:sldId id="283" r:id="rId18"/>
    <p:sldId id="275" r:id="rId19"/>
    <p:sldId id="289" r:id="rId20"/>
    <p:sldId id="272" r:id="rId21"/>
    <p:sldId id="276" r:id="rId22"/>
    <p:sldId id="290" r:id="rId23"/>
    <p:sldId id="273" r:id="rId24"/>
    <p:sldId id="277" r:id="rId25"/>
    <p:sldId id="297" r:id="rId26"/>
    <p:sldId id="300" r:id="rId27"/>
    <p:sldId id="296" r:id="rId28"/>
    <p:sldId id="261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ton Silva da Rocha" initials="MSdR" lastIdx="1" clrIdx="0">
    <p:extLst>
      <p:ext uri="{19B8F6BF-5375-455C-9EA6-DF929625EA0E}">
        <p15:presenceInfo xmlns:p15="http://schemas.microsoft.com/office/powerpoint/2012/main" userId="7f9028a1bd1df42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E31B0A-1EBC-430B-80BF-4E9113796262}" v="1" dt="2023-03-02T14:03:44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ton Silva da Rocha" userId="7f9028a1bd1df426" providerId="LiveId" clId="{BCAFC4F7-5557-407E-8768-23BA1F21D36D}"/>
    <pc:docChg chg="undo custSel modSld">
      <pc:chgData name="Milton Silva da Rocha" userId="7f9028a1bd1df426" providerId="LiveId" clId="{BCAFC4F7-5557-407E-8768-23BA1F21D36D}" dt="2020-11-05T16:46:58.751" v="1138" actId="20577"/>
      <pc:docMkLst>
        <pc:docMk/>
      </pc:docMkLst>
      <pc:sldChg chg="modSp mod">
        <pc:chgData name="Milton Silva da Rocha" userId="7f9028a1bd1df426" providerId="LiveId" clId="{BCAFC4F7-5557-407E-8768-23BA1F21D36D}" dt="2020-11-04T14:28:53.001" v="28" actId="20577"/>
        <pc:sldMkLst>
          <pc:docMk/>
          <pc:sldMk cId="0" sldId="267"/>
        </pc:sldMkLst>
        <pc:spChg chg="mod">
          <ac:chgData name="Milton Silva da Rocha" userId="7f9028a1bd1df426" providerId="LiveId" clId="{BCAFC4F7-5557-407E-8768-23BA1F21D36D}" dt="2020-11-04T14:28:53.001" v="28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4T22:28:01.133" v="844" actId="6549"/>
        <pc:sldMkLst>
          <pc:docMk/>
          <pc:sldMk cId="0" sldId="269"/>
        </pc:sldMkLst>
        <pc:spChg chg="mod">
          <ac:chgData name="Milton Silva da Rocha" userId="7f9028a1bd1df426" providerId="LiveId" clId="{BCAFC4F7-5557-407E-8768-23BA1F21D36D}" dt="2020-11-04T22:28:01.133" v="844" actId="6549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4T22:32:58.163" v="873" actId="6549"/>
        <pc:sldMkLst>
          <pc:docMk/>
          <pc:sldMk cId="0" sldId="271"/>
        </pc:sldMkLst>
        <pc:spChg chg="mod">
          <ac:chgData name="Milton Silva da Rocha" userId="7f9028a1bd1df426" providerId="LiveId" clId="{BCAFC4F7-5557-407E-8768-23BA1F21D36D}" dt="2020-11-04T22:32:58.163" v="873" actId="6549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4T22:49:41.594" v="904" actId="20577"/>
        <pc:sldMkLst>
          <pc:docMk/>
          <pc:sldMk cId="0" sldId="272"/>
        </pc:sldMkLst>
        <pc:spChg chg="mod">
          <ac:chgData name="Milton Silva da Rocha" userId="7f9028a1bd1df426" providerId="LiveId" clId="{BCAFC4F7-5557-407E-8768-23BA1F21D36D}" dt="2020-11-04T22:49:41.594" v="904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4T22:47:00.124" v="898" actId="20577"/>
        <pc:sldMkLst>
          <pc:docMk/>
          <pc:sldMk cId="0" sldId="276"/>
        </pc:sldMkLst>
        <pc:spChg chg="mod">
          <ac:chgData name="Milton Silva da Rocha" userId="7f9028a1bd1df426" providerId="LiveId" clId="{BCAFC4F7-5557-407E-8768-23BA1F21D36D}" dt="2020-11-04T22:47:00.124" v="898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5T16:46:58.751" v="1138" actId="20577"/>
        <pc:sldMkLst>
          <pc:docMk/>
          <pc:sldMk cId="4174672326" sldId="290"/>
        </pc:sldMkLst>
        <pc:spChg chg="mod">
          <ac:chgData name="Milton Silva da Rocha" userId="7f9028a1bd1df426" providerId="LiveId" clId="{BCAFC4F7-5557-407E-8768-23BA1F21D36D}" dt="2020-11-05T16:46:58.751" v="1138" actId="20577"/>
          <ac:spMkLst>
            <pc:docMk/>
            <pc:sldMk cId="4174672326" sldId="290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4T23:03:36.237" v="1135" actId="20577"/>
        <pc:sldMkLst>
          <pc:docMk/>
          <pc:sldMk cId="4034182763" sldId="297"/>
        </pc:sldMkLst>
        <pc:spChg chg="mod">
          <ac:chgData name="Milton Silva da Rocha" userId="7f9028a1bd1df426" providerId="LiveId" clId="{BCAFC4F7-5557-407E-8768-23BA1F21D36D}" dt="2020-11-04T23:03:36.237" v="1135" actId="20577"/>
          <ac:spMkLst>
            <pc:docMk/>
            <pc:sldMk cId="4034182763" sldId="297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BCAFC4F7-5557-407E-8768-23BA1F21D36D}" dt="2020-11-04T15:11:44.138" v="402"/>
        <pc:sldMkLst>
          <pc:docMk/>
          <pc:sldMk cId="1041252292" sldId="302"/>
        </pc:sldMkLst>
        <pc:spChg chg="mod">
          <ac:chgData name="Milton Silva da Rocha" userId="7f9028a1bd1df426" providerId="LiveId" clId="{BCAFC4F7-5557-407E-8768-23BA1F21D36D}" dt="2020-11-04T15:11:44.138" v="402"/>
          <ac:spMkLst>
            <pc:docMk/>
            <pc:sldMk cId="1041252292" sldId="302"/>
            <ac:spMk id="4" creationId="{5577316E-73B7-435C-BE9B-D9267FF3111E}"/>
          </ac:spMkLst>
        </pc:spChg>
      </pc:sldChg>
    </pc:docChg>
  </pc:docChgLst>
  <pc:docChgLst>
    <pc:chgData name="Milton Silva da Rocha" userId="7f9028a1bd1df426" providerId="LiveId" clId="{6BAD8D6B-E31C-4B88-BD44-1FE36C7C8B27}"/>
    <pc:docChg chg="undo custSel delSld modSld sldOrd">
      <pc:chgData name="Milton Silva da Rocha" userId="7f9028a1bd1df426" providerId="LiveId" clId="{6BAD8D6B-E31C-4B88-BD44-1FE36C7C8B27}" dt="2021-04-13T22:42:00.120" v="656" actId="20577"/>
      <pc:docMkLst>
        <pc:docMk/>
      </pc:docMkLst>
      <pc:sldChg chg="modSp mod">
        <pc:chgData name="Milton Silva da Rocha" userId="7f9028a1bd1df426" providerId="LiveId" clId="{6BAD8D6B-E31C-4B88-BD44-1FE36C7C8B27}" dt="2021-04-13T19:10:23.686" v="165" actId="120"/>
        <pc:sldMkLst>
          <pc:docMk/>
          <pc:sldMk cId="0" sldId="266"/>
        </pc:sldMkLst>
        <pc:spChg chg="mod">
          <ac:chgData name="Milton Silva da Rocha" userId="7f9028a1bd1df426" providerId="LiveId" clId="{6BAD8D6B-E31C-4B88-BD44-1FE36C7C8B27}" dt="2021-04-13T19:10:23.686" v="165" actId="120"/>
          <ac:spMkLst>
            <pc:docMk/>
            <pc:sldMk cId="0" sldId="266"/>
            <ac:spMk id="3" creationId="{00000000-0000-0000-0000-000000000000}"/>
          </ac:spMkLst>
        </pc:spChg>
      </pc:sldChg>
      <pc:sldChg chg="modSp mod ord">
        <pc:chgData name="Milton Silva da Rocha" userId="7f9028a1bd1df426" providerId="LiveId" clId="{6BAD8D6B-E31C-4B88-BD44-1FE36C7C8B27}" dt="2021-04-13T22:24:00.366" v="218" actId="20577"/>
        <pc:sldMkLst>
          <pc:docMk/>
          <pc:sldMk cId="1506320740" sldId="292"/>
        </pc:sldMkLst>
        <pc:spChg chg="mod">
          <ac:chgData name="Milton Silva da Rocha" userId="7f9028a1bd1df426" providerId="LiveId" clId="{6BAD8D6B-E31C-4B88-BD44-1FE36C7C8B27}" dt="2021-04-13T22:24:00.366" v="218" actId="20577"/>
          <ac:spMkLst>
            <pc:docMk/>
            <pc:sldMk cId="1506320740" sldId="292"/>
            <ac:spMk id="2" creationId="{00000000-0000-0000-0000-000000000000}"/>
          </ac:spMkLst>
        </pc:spChg>
      </pc:sldChg>
      <pc:sldChg chg="modSp mod">
        <pc:chgData name="Milton Silva da Rocha" userId="7f9028a1bd1df426" providerId="LiveId" clId="{6BAD8D6B-E31C-4B88-BD44-1FE36C7C8B27}" dt="2021-04-13T19:08:40.009" v="150" actId="20577"/>
        <pc:sldMkLst>
          <pc:docMk/>
          <pc:sldMk cId="1252433108" sldId="296"/>
        </pc:sldMkLst>
        <pc:spChg chg="mod">
          <ac:chgData name="Milton Silva da Rocha" userId="7f9028a1bd1df426" providerId="LiveId" clId="{6BAD8D6B-E31C-4B88-BD44-1FE36C7C8B27}" dt="2021-04-13T19:08:40.009" v="150" actId="20577"/>
          <ac:spMkLst>
            <pc:docMk/>
            <pc:sldMk cId="1252433108" sldId="296"/>
            <ac:spMk id="3" creationId="{00000000-0000-0000-0000-000000000000}"/>
          </ac:spMkLst>
        </pc:spChg>
      </pc:sldChg>
      <pc:sldChg chg="del">
        <pc:chgData name="Milton Silva da Rocha" userId="7f9028a1bd1df426" providerId="LiveId" clId="{6BAD8D6B-E31C-4B88-BD44-1FE36C7C8B27}" dt="2021-04-13T22:26:09.234" v="219" actId="47"/>
        <pc:sldMkLst>
          <pc:docMk/>
          <pc:sldMk cId="545706024" sldId="301"/>
        </pc:sldMkLst>
      </pc:sldChg>
      <pc:sldChg chg="modSp mod">
        <pc:chgData name="Milton Silva da Rocha" userId="7f9028a1bd1df426" providerId="LiveId" clId="{6BAD8D6B-E31C-4B88-BD44-1FE36C7C8B27}" dt="2021-04-13T22:42:00.120" v="656" actId="20577"/>
        <pc:sldMkLst>
          <pc:docMk/>
          <pc:sldMk cId="1041252292" sldId="302"/>
        </pc:sldMkLst>
        <pc:spChg chg="mod">
          <ac:chgData name="Milton Silva da Rocha" userId="7f9028a1bd1df426" providerId="LiveId" clId="{6BAD8D6B-E31C-4B88-BD44-1FE36C7C8B27}" dt="2021-04-13T22:42:00.120" v="656" actId="20577"/>
          <ac:spMkLst>
            <pc:docMk/>
            <pc:sldMk cId="1041252292" sldId="302"/>
            <ac:spMk id="4" creationId="{5577316E-73B7-435C-BE9B-D9267FF3111E}"/>
          </ac:spMkLst>
        </pc:spChg>
      </pc:sldChg>
    </pc:docChg>
  </pc:docChgLst>
  <pc:docChgLst>
    <pc:chgData name="Milton Silva da Rocha" userId="7f9028a1bd1df426" providerId="LiveId" clId="{3F1E1B2D-BB7F-4122-A93D-43BA866F3C13}"/>
    <pc:docChg chg="undo custSel addSld delSld modSld">
      <pc:chgData name="Milton Silva da Rocha" userId="7f9028a1bd1df426" providerId="LiveId" clId="{3F1E1B2D-BB7F-4122-A93D-43BA866F3C13}" dt="2020-11-04T09:18:38.914" v="1722"/>
      <pc:docMkLst>
        <pc:docMk/>
      </pc:docMkLst>
      <pc:sldChg chg="modSp mod">
        <pc:chgData name="Milton Silva da Rocha" userId="7f9028a1bd1df426" providerId="LiveId" clId="{3F1E1B2D-BB7F-4122-A93D-43BA866F3C13}" dt="2020-10-28T22:16:51.201" v="1313" actId="20577"/>
        <pc:sldMkLst>
          <pc:docMk/>
          <pc:sldMk cId="0" sldId="256"/>
        </pc:sldMkLst>
        <pc:spChg chg="mod">
          <ac:chgData name="Milton Silva da Rocha" userId="7f9028a1bd1df426" providerId="LiveId" clId="{3F1E1B2D-BB7F-4122-A93D-43BA866F3C13}" dt="2020-10-28T22:16:51.201" v="1313" actId="20577"/>
          <ac:spMkLst>
            <pc:docMk/>
            <pc:sldMk cId="0" sldId="256"/>
            <ac:spMk id="48131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09:10:55.729" v="1065" actId="6549"/>
        <pc:sldMkLst>
          <pc:docMk/>
          <pc:sldMk cId="0" sldId="260"/>
        </pc:sldMkLst>
        <pc:spChg chg="mod">
          <ac:chgData name="Milton Silva da Rocha" userId="7f9028a1bd1df426" providerId="LiveId" clId="{3F1E1B2D-BB7F-4122-A93D-43BA866F3C13}" dt="2020-10-28T09:10:55.729" v="1065" actId="6549"/>
          <ac:spMkLst>
            <pc:docMk/>
            <pc:sldMk cId="0" sldId="260"/>
            <ac:spMk id="50179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22:25:01.593" v="1384" actId="20577"/>
        <pc:sldMkLst>
          <pc:docMk/>
          <pc:sldMk cId="0" sldId="261"/>
        </pc:sldMkLst>
        <pc:spChg chg="mod">
          <ac:chgData name="Milton Silva da Rocha" userId="7f9028a1bd1df426" providerId="LiveId" clId="{3F1E1B2D-BB7F-4122-A93D-43BA866F3C13}" dt="2020-10-28T22:21:36.010" v="1335" actId="65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Milton Silva da Rocha" userId="7f9028a1bd1df426" providerId="LiveId" clId="{3F1E1B2D-BB7F-4122-A93D-43BA866F3C13}" dt="2020-10-28T22:25:01.593" v="1384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08:59:31.200" v="656" actId="6549"/>
        <pc:sldMkLst>
          <pc:docMk/>
          <pc:sldMk cId="0" sldId="263"/>
        </pc:sldMkLst>
        <pc:spChg chg="mod">
          <ac:chgData name="Milton Silva da Rocha" userId="7f9028a1bd1df426" providerId="LiveId" clId="{3F1E1B2D-BB7F-4122-A93D-43BA866F3C13}" dt="2020-10-28T08:59:31.200" v="656" actId="6549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14:57:23.524" v="1238" actId="20577"/>
        <pc:sldMkLst>
          <pc:docMk/>
          <pc:sldMk cId="0" sldId="265"/>
        </pc:sldMkLst>
        <pc:spChg chg="mod">
          <ac:chgData name="Milton Silva da Rocha" userId="7f9028a1bd1df426" providerId="LiveId" clId="{3F1E1B2D-BB7F-4122-A93D-43BA866F3C13}" dt="2020-10-28T14:57:23.524" v="1238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15:00:20.038" v="1279" actId="207"/>
        <pc:sldMkLst>
          <pc:docMk/>
          <pc:sldMk cId="0" sldId="266"/>
        </pc:sldMkLst>
        <pc:spChg chg="mod">
          <ac:chgData name="Milton Silva da Rocha" userId="7f9028a1bd1df426" providerId="LiveId" clId="{3F1E1B2D-BB7F-4122-A93D-43BA866F3C13}" dt="2020-10-28T15:00:20.038" v="1279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23:02:49.263" v="1483" actId="20577"/>
        <pc:sldMkLst>
          <pc:docMk/>
          <pc:sldMk cId="0" sldId="267"/>
        </pc:sldMkLst>
        <pc:spChg chg="mod">
          <ac:chgData name="Milton Silva da Rocha" userId="7f9028a1bd1df426" providerId="LiveId" clId="{3F1E1B2D-BB7F-4122-A93D-43BA866F3C13}" dt="2020-10-28T23:02:49.263" v="1483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09:08:52.383" v="952" actId="113"/>
        <pc:sldMkLst>
          <pc:docMk/>
          <pc:sldMk cId="0" sldId="269"/>
        </pc:sldMkLst>
        <pc:spChg chg="mod">
          <ac:chgData name="Milton Silva da Rocha" userId="7f9028a1bd1df426" providerId="LiveId" clId="{3F1E1B2D-BB7F-4122-A93D-43BA866F3C13}" dt="2020-10-28T09:08:52.383" v="952" actId="113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1-04T08:45:47.653" v="1556" actId="20577"/>
        <pc:sldMkLst>
          <pc:docMk/>
          <pc:sldMk cId="0" sldId="276"/>
        </pc:sldMkLst>
        <pc:spChg chg="mod">
          <ac:chgData name="Milton Silva da Rocha" userId="7f9028a1bd1df426" providerId="LiveId" clId="{3F1E1B2D-BB7F-4122-A93D-43BA866F3C13}" dt="2020-11-04T08:45:47.653" v="1556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 addCm">
        <pc:chgData name="Milton Silva da Rocha" userId="7f9028a1bd1df426" providerId="LiveId" clId="{3F1E1B2D-BB7F-4122-A93D-43BA866F3C13}" dt="2020-10-28T09:16:30.865" v="1067" actId="1589"/>
        <pc:sldMkLst>
          <pc:docMk/>
          <pc:sldMk cId="0" sldId="277"/>
        </pc:sldMkLst>
        <pc:spChg chg="mod">
          <ac:chgData name="Milton Silva da Rocha" userId="7f9028a1bd1df426" providerId="LiveId" clId="{3F1E1B2D-BB7F-4122-A93D-43BA866F3C13}" dt="2020-10-28T09:14:26.627" v="1066" actId="368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09:09:49.046" v="972" actId="20577"/>
        <pc:sldMkLst>
          <pc:docMk/>
          <pc:sldMk cId="0" sldId="281"/>
        </pc:sldMkLst>
        <pc:spChg chg="mod">
          <ac:chgData name="Milton Silva da Rocha" userId="7f9028a1bd1df426" providerId="LiveId" clId="{3F1E1B2D-BB7F-4122-A93D-43BA866F3C13}" dt="2020-10-28T09:09:49.046" v="972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22:58:22.146" v="1477" actId="20577"/>
        <pc:sldMkLst>
          <pc:docMk/>
          <pc:sldMk cId="3552645187" sldId="282"/>
        </pc:sldMkLst>
        <pc:spChg chg="mod">
          <ac:chgData name="Milton Silva da Rocha" userId="7f9028a1bd1df426" providerId="LiveId" clId="{3F1E1B2D-BB7F-4122-A93D-43BA866F3C13}" dt="2020-10-28T22:58:22.146" v="1477" actId="20577"/>
          <ac:spMkLst>
            <pc:docMk/>
            <pc:sldMk cId="3552645187" sldId="282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09:08:13.391" v="951" actId="6549"/>
        <pc:sldMkLst>
          <pc:docMk/>
          <pc:sldMk cId="2828311344" sldId="286"/>
        </pc:sldMkLst>
        <pc:spChg chg="mod">
          <ac:chgData name="Milton Silva da Rocha" userId="7f9028a1bd1df426" providerId="LiveId" clId="{3F1E1B2D-BB7F-4122-A93D-43BA866F3C13}" dt="2020-10-28T09:08:13.391" v="951" actId="6549"/>
          <ac:spMkLst>
            <pc:docMk/>
            <pc:sldMk cId="2828311344" sldId="286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09:03:11.065" v="725" actId="255"/>
        <pc:sldMkLst>
          <pc:docMk/>
          <pc:sldMk cId="1506320740" sldId="292"/>
        </pc:sldMkLst>
        <pc:spChg chg="mod">
          <ac:chgData name="Milton Silva da Rocha" userId="7f9028a1bd1df426" providerId="LiveId" clId="{3F1E1B2D-BB7F-4122-A93D-43BA866F3C13}" dt="2020-10-28T09:03:11.065" v="725" actId="255"/>
          <ac:spMkLst>
            <pc:docMk/>
            <pc:sldMk cId="1506320740" sldId="292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0-28T22:27:23.714" v="1403" actId="207"/>
        <pc:sldMkLst>
          <pc:docMk/>
          <pc:sldMk cId="1252433108" sldId="296"/>
        </pc:sldMkLst>
        <pc:spChg chg="mod">
          <ac:chgData name="Milton Silva da Rocha" userId="7f9028a1bd1df426" providerId="LiveId" clId="{3F1E1B2D-BB7F-4122-A93D-43BA866F3C13}" dt="2020-10-28T22:27:23.714" v="1403" actId="207"/>
          <ac:spMkLst>
            <pc:docMk/>
            <pc:sldMk cId="1252433108" sldId="296"/>
            <ac:spMk id="2" creationId="{00000000-0000-0000-0000-000000000000}"/>
          </ac:spMkLst>
        </pc:spChg>
        <pc:spChg chg="mod">
          <ac:chgData name="Milton Silva da Rocha" userId="7f9028a1bd1df426" providerId="LiveId" clId="{3F1E1B2D-BB7F-4122-A93D-43BA866F3C13}" dt="2020-10-28T22:26:38.827" v="1402" actId="20577"/>
          <ac:spMkLst>
            <pc:docMk/>
            <pc:sldMk cId="1252433108" sldId="296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3F1E1B2D-BB7F-4122-A93D-43BA866F3C13}" dt="2020-11-04T09:18:38.914" v="1722"/>
        <pc:sldMkLst>
          <pc:docMk/>
          <pc:sldMk cId="4034182763" sldId="297"/>
        </pc:sldMkLst>
        <pc:spChg chg="mod">
          <ac:chgData name="Milton Silva da Rocha" userId="7f9028a1bd1df426" providerId="LiveId" clId="{3F1E1B2D-BB7F-4122-A93D-43BA866F3C13}" dt="2020-11-04T09:18:38.914" v="1722"/>
          <ac:spMkLst>
            <pc:docMk/>
            <pc:sldMk cId="4034182763" sldId="297"/>
            <ac:spMk id="3" creationId="{00000000-0000-0000-0000-000000000000}"/>
          </ac:spMkLst>
        </pc:spChg>
      </pc:sldChg>
      <pc:sldChg chg="modSp add mod">
        <pc:chgData name="Milton Silva da Rocha" userId="7f9028a1bd1df426" providerId="LiveId" clId="{3F1E1B2D-BB7F-4122-A93D-43BA866F3C13}" dt="2020-10-28T22:30:15.417" v="1476" actId="20577"/>
        <pc:sldMkLst>
          <pc:docMk/>
          <pc:sldMk cId="759991900" sldId="298"/>
        </pc:sldMkLst>
        <pc:spChg chg="mod">
          <ac:chgData name="Milton Silva da Rocha" userId="7f9028a1bd1df426" providerId="LiveId" clId="{3F1E1B2D-BB7F-4122-A93D-43BA866F3C13}" dt="2020-10-28T22:28:36.149" v="1425" actId="6549"/>
          <ac:spMkLst>
            <pc:docMk/>
            <pc:sldMk cId="759991900" sldId="298"/>
            <ac:spMk id="2" creationId="{00000000-0000-0000-0000-000000000000}"/>
          </ac:spMkLst>
        </pc:spChg>
        <pc:spChg chg="mod">
          <ac:chgData name="Milton Silva da Rocha" userId="7f9028a1bd1df426" providerId="LiveId" clId="{3F1E1B2D-BB7F-4122-A93D-43BA866F3C13}" dt="2020-10-28T22:30:15.417" v="1476" actId="20577"/>
          <ac:spMkLst>
            <pc:docMk/>
            <pc:sldMk cId="759991900" sldId="298"/>
            <ac:spMk id="3" creationId="{00000000-0000-0000-0000-000000000000}"/>
          </ac:spMkLst>
        </pc:spChg>
      </pc:sldChg>
      <pc:sldChg chg="modSp add mod">
        <pc:chgData name="Milton Silva da Rocha" userId="7f9028a1bd1df426" providerId="LiveId" clId="{3F1E1B2D-BB7F-4122-A93D-43BA866F3C13}" dt="2020-10-28T09:00:55.480" v="687" actId="6549"/>
        <pc:sldMkLst>
          <pc:docMk/>
          <pc:sldMk cId="3322270011" sldId="299"/>
        </pc:sldMkLst>
        <pc:spChg chg="mod">
          <ac:chgData name="Milton Silva da Rocha" userId="7f9028a1bd1df426" providerId="LiveId" clId="{3F1E1B2D-BB7F-4122-A93D-43BA866F3C13}" dt="2020-10-28T09:00:55.480" v="687" actId="6549"/>
          <ac:spMkLst>
            <pc:docMk/>
            <pc:sldMk cId="3322270011" sldId="299"/>
            <ac:spMk id="3" creationId="{00000000-0000-0000-0000-000000000000}"/>
          </ac:spMkLst>
        </pc:spChg>
      </pc:sldChg>
      <pc:sldChg chg="addSp delSp modSp add mod">
        <pc:chgData name="Milton Silva da Rocha" userId="7f9028a1bd1df426" providerId="LiveId" clId="{3F1E1B2D-BB7F-4122-A93D-43BA866F3C13}" dt="2020-11-04T08:54:07.812" v="1601" actId="14100"/>
        <pc:sldMkLst>
          <pc:docMk/>
          <pc:sldMk cId="2201919492" sldId="300"/>
        </pc:sldMkLst>
        <pc:spChg chg="del">
          <ac:chgData name="Milton Silva da Rocha" userId="7f9028a1bd1df426" providerId="LiveId" clId="{3F1E1B2D-BB7F-4122-A93D-43BA866F3C13}" dt="2020-11-04T08:48:55.968" v="1558" actId="478"/>
          <ac:spMkLst>
            <pc:docMk/>
            <pc:sldMk cId="2201919492" sldId="300"/>
            <ac:spMk id="2" creationId="{00000000-0000-0000-0000-000000000000}"/>
          </ac:spMkLst>
        </pc:spChg>
        <pc:spChg chg="del">
          <ac:chgData name="Milton Silva da Rocha" userId="7f9028a1bd1df426" providerId="LiveId" clId="{3F1E1B2D-BB7F-4122-A93D-43BA866F3C13}" dt="2020-11-04T08:49:05.011" v="1560" actId="478"/>
          <ac:spMkLst>
            <pc:docMk/>
            <pc:sldMk cId="2201919492" sldId="300"/>
            <ac:spMk id="3" creationId="{00000000-0000-0000-0000-000000000000}"/>
          </ac:spMkLst>
        </pc:spChg>
        <pc:spChg chg="add del mod">
          <ac:chgData name="Milton Silva da Rocha" userId="7f9028a1bd1df426" providerId="LiveId" clId="{3F1E1B2D-BB7F-4122-A93D-43BA866F3C13}" dt="2020-11-04T08:48:59.428" v="1559" actId="478"/>
          <ac:spMkLst>
            <pc:docMk/>
            <pc:sldMk cId="2201919492" sldId="300"/>
            <ac:spMk id="5" creationId="{1C0161EA-8D19-4BF0-AEA5-AABA9B917BED}"/>
          </ac:spMkLst>
        </pc:spChg>
        <pc:spChg chg="add del mod">
          <ac:chgData name="Milton Silva da Rocha" userId="7f9028a1bd1df426" providerId="LiveId" clId="{3F1E1B2D-BB7F-4122-A93D-43BA866F3C13}" dt="2020-11-04T08:49:10.396" v="1561" actId="478"/>
          <ac:spMkLst>
            <pc:docMk/>
            <pc:sldMk cId="2201919492" sldId="300"/>
            <ac:spMk id="7" creationId="{41571897-4648-403D-9EA8-C2BDE1F26820}"/>
          </ac:spMkLst>
        </pc:spChg>
        <pc:spChg chg="add mod">
          <ac:chgData name="Milton Silva da Rocha" userId="7f9028a1bd1df426" providerId="LiveId" clId="{3F1E1B2D-BB7F-4122-A93D-43BA866F3C13}" dt="2020-11-04T08:54:07.812" v="1601" actId="14100"/>
          <ac:spMkLst>
            <pc:docMk/>
            <pc:sldMk cId="2201919492" sldId="300"/>
            <ac:spMk id="9" creationId="{BE4FA1BC-DB35-4841-B8C5-4F8D0BEC31FB}"/>
          </ac:spMkLst>
        </pc:spChg>
        <pc:spChg chg="add mod">
          <ac:chgData name="Milton Silva da Rocha" userId="7f9028a1bd1df426" providerId="LiveId" clId="{3F1E1B2D-BB7F-4122-A93D-43BA866F3C13}" dt="2020-11-04T08:53:49.408" v="1597" actId="1076"/>
          <ac:spMkLst>
            <pc:docMk/>
            <pc:sldMk cId="2201919492" sldId="300"/>
            <ac:spMk id="10" creationId="{834174B7-D199-497A-B814-518A82403C92}"/>
          </ac:spMkLst>
        </pc:spChg>
      </pc:sldChg>
      <pc:sldChg chg="addSp modSp add mod">
        <pc:chgData name="Milton Silva da Rocha" userId="7f9028a1bd1df426" providerId="LiveId" clId="{3F1E1B2D-BB7F-4122-A93D-43BA866F3C13}" dt="2020-11-04T08:56:35.146" v="1643" actId="20577"/>
        <pc:sldMkLst>
          <pc:docMk/>
          <pc:sldMk cId="545706024" sldId="301"/>
        </pc:sldMkLst>
        <pc:spChg chg="add mod">
          <ac:chgData name="Milton Silva da Rocha" userId="7f9028a1bd1df426" providerId="LiveId" clId="{3F1E1B2D-BB7F-4122-A93D-43BA866F3C13}" dt="2020-11-04T08:56:35.146" v="1643" actId="20577"/>
          <ac:spMkLst>
            <pc:docMk/>
            <pc:sldMk cId="545706024" sldId="301"/>
            <ac:spMk id="3" creationId="{61FC2220-D50F-4B68-BB13-4F74AADFF5BB}"/>
          </ac:spMkLst>
        </pc:spChg>
        <pc:spChg chg="add">
          <ac:chgData name="Milton Silva da Rocha" userId="7f9028a1bd1df426" providerId="LiveId" clId="{3F1E1B2D-BB7F-4122-A93D-43BA866F3C13}" dt="2020-11-04T08:55:33.059" v="1603" actId="22"/>
          <ac:spMkLst>
            <pc:docMk/>
            <pc:sldMk cId="545706024" sldId="301"/>
            <ac:spMk id="5" creationId="{424A8EF4-6C71-4B02-887E-62BC6DD22703}"/>
          </ac:spMkLst>
        </pc:spChg>
      </pc:sldChg>
      <pc:sldChg chg="addSp modSp add mod">
        <pc:chgData name="Milton Silva da Rocha" userId="7f9028a1bd1df426" providerId="LiveId" clId="{3F1E1B2D-BB7F-4122-A93D-43BA866F3C13}" dt="2020-11-04T09:00:37.461" v="1719" actId="20577"/>
        <pc:sldMkLst>
          <pc:docMk/>
          <pc:sldMk cId="1041252292" sldId="302"/>
        </pc:sldMkLst>
        <pc:spChg chg="add mod">
          <ac:chgData name="Milton Silva da Rocha" userId="7f9028a1bd1df426" providerId="LiveId" clId="{3F1E1B2D-BB7F-4122-A93D-43BA866F3C13}" dt="2020-11-04T08:57:37.374" v="1660" actId="14100"/>
          <ac:spMkLst>
            <pc:docMk/>
            <pc:sldMk cId="1041252292" sldId="302"/>
            <ac:spMk id="2" creationId="{0613D4E0-D287-4146-AADA-DDC3687B42FE}"/>
          </ac:spMkLst>
        </pc:spChg>
        <pc:spChg chg="add mod">
          <ac:chgData name="Milton Silva da Rocha" userId="7f9028a1bd1df426" providerId="LiveId" clId="{3F1E1B2D-BB7F-4122-A93D-43BA866F3C13}" dt="2020-11-04T09:00:37.461" v="1719" actId="20577"/>
          <ac:spMkLst>
            <pc:docMk/>
            <pc:sldMk cId="1041252292" sldId="302"/>
            <ac:spMk id="4" creationId="{5577316E-73B7-435C-BE9B-D9267FF3111E}"/>
          </ac:spMkLst>
        </pc:spChg>
      </pc:sldChg>
      <pc:sldChg chg="add del replId">
        <pc:chgData name="Milton Silva da Rocha" userId="7f9028a1bd1df426" providerId="LiveId" clId="{3F1E1B2D-BB7F-4122-A93D-43BA866F3C13}" dt="2020-11-04T09:01:49.477" v="1720" actId="47"/>
        <pc:sldMkLst>
          <pc:docMk/>
          <pc:sldMk cId="551708421" sldId="303"/>
        </pc:sldMkLst>
      </pc:sldChg>
    </pc:docChg>
  </pc:docChgLst>
  <pc:docChgLst>
    <pc:chgData name="Milton Silva da Rocha" userId="7f9028a1bd1df426" providerId="LiveId" clId="{79E31B0A-1EBC-430B-80BF-4E9113796262}"/>
    <pc:docChg chg="delSld modSld">
      <pc:chgData name="Milton Silva da Rocha" userId="7f9028a1bd1df426" providerId="LiveId" clId="{79E31B0A-1EBC-430B-80BF-4E9113796262}" dt="2023-03-02T14:08:29.436" v="3" actId="47"/>
      <pc:docMkLst>
        <pc:docMk/>
      </pc:docMkLst>
      <pc:sldChg chg="modSp mod">
        <pc:chgData name="Milton Silva da Rocha" userId="7f9028a1bd1df426" providerId="LiveId" clId="{79E31B0A-1EBC-430B-80BF-4E9113796262}" dt="2023-03-02T14:07:38.976" v="2" actId="6549"/>
        <pc:sldMkLst>
          <pc:docMk/>
          <pc:sldMk cId="0" sldId="276"/>
        </pc:sldMkLst>
        <pc:spChg chg="mod">
          <ac:chgData name="Milton Silva da Rocha" userId="7f9028a1bd1df426" providerId="LiveId" clId="{79E31B0A-1EBC-430B-80BF-4E9113796262}" dt="2023-03-02T14:07:38.976" v="2" actId="6549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Milton Silva da Rocha" userId="7f9028a1bd1df426" providerId="LiveId" clId="{79E31B0A-1EBC-430B-80BF-4E9113796262}" dt="2023-03-02T14:05:42.264" v="1" actId="20577"/>
        <pc:sldMkLst>
          <pc:docMk/>
          <pc:sldMk cId="759991900" sldId="298"/>
        </pc:sldMkLst>
        <pc:spChg chg="mod">
          <ac:chgData name="Milton Silva da Rocha" userId="7f9028a1bd1df426" providerId="LiveId" clId="{79E31B0A-1EBC-430B-80BF-4E9113796262}" dt="2023-03-02T14:05:42.264" v="1" actId="20577"/>
          <ac:spMkLst>
            <pc:docMk/>
            <pc:sldMk cId="759991900" sldId="298"/>
            <ac:spMk id="3" creationId="{00000000-0000-0000-0000-000000000000}"/>
          </ac:spMkLst>
        </pc:spChg>
      </pc:sldChg>
      <pc:sldChg chg="del">
        <pc:chgData name="Milton Silva da Rocha" userId="7f9028a1bd1df426" providerId="LiveId" clId="{79E31B0A-1EBC-430B-80BF-4E9113796262}" dt="2023-03-02T14:08:29.436" v="3" actId="47"/>
        <pc:sldMkLst>
          <pc:docMk/>
          <pc:sldMk cId="3228827396" sldId="301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0-28T06:16:30.786" idx="1">
    <p:pos x="5273" y="2721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24/08/2023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sz="3100" u="sng" dirty="0">
                <a:solidFill>
                  <a:srgbClr val="FF0000"/>
                </a:solidFill>
              </a:rPr>
              <a:t>Atividades 3: Configuração de HW/SW</a:t>
            </a:r>
            <a:r>
              <a:rPr lang="pt-BR" u="sng" dirty="0">
                <a:solidFill>
                  <a:srgbClr val="FF0000"/>
                </a:solidFill>
              </a:rPr>
              <a:t/>
            </a:r>
            <a:br>
              <a:rPr lang="pt-BR" u="sng" dirty="0">
                <a:solidFill>
                  <a:srgbClr val="FF0000"/>
                </a:solidFill>
              </a:rPr>
            </a:br>
            <a:endParaRPr lang="pt-BR" sz="3200" dirty="0"/>
          </a:p>
        </p:txBody>
      </p:sp>
      <p:sp>
        <p:nvSpPr>
          <p:cNvPr id="48131" name="Espaço Reservado para Conteúdo 2"/>
          <p:cNvSpPr>
            <a:spLocks noGrp="1"/>
          </p:cNvSpPr>
          <p:nvPr>
            <p:ph idx="1"/>
          </p:nvPr>
        </p:nvSpPr>
        <p:spPr>
          <a:xfrm>
            <a:off x="35496" y="836712"/>
            <a:ext cx="9001000" cy="5616624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pt-BR" sz="3000" b="1" dirty="0" err="1"/>
              <a:t>Integrated</a:t>
            </a:r>
            <a:r>
              <a:rPr lang="pt-BR" sz="3000" b="1" dirty="0"/>
              <a:t> </a:t>
            </a:r>
            <a:r>
              <a:rPr lang="pt-BR" sz="3000" b="1" dirty="0" err="1"/>
              <a:t>Development</a:t>
            </a:r>
            <a:r>
              <a:rPr lang="pt-BR" sz="3000" b="1" dirty="0"/>
              <a:t> </a:t>
            </a:r>
            <a:r>
              <a:rPr lang="pt-BR" sz="3000" b="1" dirty="0" err="1"/>
              <a:t>Envirement</a:t>
            </a:r>
            <a:r>
              <a:rPr lang="pt-BR" sz="3000" b="1" dirty="0"/>
              <a:t> (IDE Arduino)</a:t>
            </a:r>
          </a:p>
          <a:p>
            <a:pPr algn="just"/>
            <a:r>
              <a:rPr lang="pt-BR" dirty="0"/>
              <a:t>   Recursos HW/SW</a:t>
            </a:r>
          </a:p>
          <a:p>
            <a:pPr algn="just"/>
            <a:r>
              <a:rPr lang="pt-BR" dirty="0"/>
              <a:t>   Linguagem de programação: Dialeto “C”.</a:t>
            </a:r>
          </a:p>
          <a:p>
            <a:pPr algn="just"/>
            <a:r>
              <a:rPr lang="pt-BR" dirty="0"/>
              <a:t>   Funções principais: setup e loop;</a:t>
            </a:r>
          </a:p>
          <a:p>
            <a:pPr algn="just"/>
            <a:r>
              <a:rPr lang="pt-BR" dirty="0"/>
              <a:t>   Recursos disponíveis:</a:t>
            </a:r>
          </a:p>
          <a:p>
            <a:pPr algn="just">
              <a:buFont typeface="Arial" charset="0"/>
              <a:buNone/>
            </a:pPr>
            <a:r>
              <a:rPr lang="pt-BR" dirty="0"/>
              <a:t>	     “</a:t>
            </a:r>
            <a:r>
              <a:rPr lang="pt-BR" dirty="0" err="1"/>
              <a:t>Ports</a:t>
            </a:r>
            <a:r>
              <a:rPr lang="pt-BR" dirty="0"/>
              <a:t>”. Entrada/saída analógica e digital;</a:t>
            </a:r>
          </a:p>
          <a:p>
            <a:pPr algn="just">
              <a:buFont typeface="Arial" charset="0"/>
              <a:buNone/>
            </a:pPr>
            <a:r>
              <a:rPr lang="pt-BR" dirty="0"/>
              <a:t>          Monitor serial. </a:t>
            </a:r>
          </a:p>
          <a:p>
            <a:pPr algn="just">
              <a:buFont typeface="Arial" charset="0"/>
              <a:buNone/>
            </a:pPr>
            <a:r>
              <a:rPr lang="pt-BR" dirty="0"/>
              <a:t>	</a:t>
            </a:r>
            <a:r>
              <a:rPr lang="pt-BR" b="1" u="sng" dirty="0"/>
              <a:t>Tarefa. </a:t>
            </a:r>
          </a:p>
          <a:p>
            <a:pPr algn="just">
              <a:buFont typeface="Arial" charset="0"/>
              <a:buNone/>
            </a:pPr>
            <a:r>
              <a:rPr lang="pt-BR" u="sng" dirty="0"/>
              <a:t>1.  Uso do Pino 13. Programação de intervalos de tempo;</a:t>
            </a:r>
          </a:p>
          <a:p>
            <a:pPr algn="just">
              <a:buFont typeface="Arial" charset="0"/>
              <a:buNone/>
            </a:pPr>
            <a:r>
              <a:rPr lang="pt-BR" dirty="0"/>
              <a:t>2. Monitor serial. Entrada/Saída de Dados. </a:t>
            </a:r>
          </a:p>
          <a:p>
            <a:pPr>
              <a:buFont typeface="Arial" charset="0"/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0593" y="116632"/>
            <a:ext cx="8640960" cy="634082"/>
          </a:xfrm>
        </p:spPr>
        <p:txBody>
          <a:bodyPr>
            <a:normAutofit fontScale="90000"/>
          </a:bodyPr>
          <a:lstStyle/>
          <a:p>
            <a:r>
              <a:rPr lang="pt-BR" dirty="0"/>
              <a:t>Microcontrolador  X Microcomputador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750714"/>
            <a:ext cx="8712968" cy="5774630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Microcontrolador</a:t>
            </a:r>
          </a:p>
          <a:p>
            <a:pPr marL="0" indent="0">
              <a:buNone/>
            </a:pPr>
            <a:r>
              <a:rPr lang="pt-BR" dirty="0"/>
              <a:t>Sistema de processamento em um </a:t>
            </a:r>
            <a:r>
              <a:rPr lang="pt-BR" sz="4800" b="1" i="1" u="sng" dirty="0">
                <a:solidFill>
                  <a:srgbClr val="FF0000"/>
                </a:solidFill>
              </a:rPr>
              <a:t>chip</a:t>
            </a:r>
            <a:r>
              <a:rPr lang="pt-BR" dirty="0"/>
              <a:t> que integra: </a:t>
            </a:r>
          </a:p>
          <a:p>
            <a:pPr marL="0" indent="0">
              <a:buNone/>
            </a:pPr>
            <a:r>
              <a:rPr lang="pt-BR" dirty="0" err="1"/>
              <a:t>CPU+Memória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Mecanismos de comunicação com outras unidades;</a:t>
            </a:r>
          </a:p>
          <a:p>
            <a:pPr marL="0" indent="0">
              <a:buNone/>
            </a:pPr>
            <a:r>
              <a:rPr lang="pt-BR" dirty="0"/>
              <a:t>Unidades de aquisição de dados;</a:t>
            </a:r>
          </a:p>
          <a:p>
            <a:pPr marL="0" indent="0">
              <a:buNone/>
            </a:pPr>
            <a:r>
              <a:rPr lang="pt-BR" dirty="0"/>
              <a:t>Pode acoplar sensores e interfaces </a:t>
            </a:r>
            <a:r>
              <a:rPr lang="pt-BR" dirty="0" smtClean="0"/>
              <a:t>diversificados;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Alguns recursos para armazenamento de massa;</a:t>
            </a:r>
          </a:p>
          <a:p>
            <a:pPr marL="0" indent="0">
              <a:buNone/>
            </a:pPr>
            <a:r>
              <a:rPr lang="pt-BR" dirty="0"/>
              <a:t>Memória insuficiente para instalação de SO.</a:t>
            </a:r>
          </a:p>
          <a:p>
            <a:pPr marL="0" indent="0">
              <a:buNone/>
            </a:pPr>
            <a:r>
              <a:rPr lang="pt-BR" dirty="0"/>
              <a:t>Programas desenvolvidos com apoio de  microcomputador e transferidos para memória do microcontrolador;</a:t>
            </a:r>
          </a:p>
          <a:p>
            <a:pPr marL="0" indent="0">
              <a:buNone/>
            </a:pPr>
            <a:r>
              <a:rPr lang="pt-BR" dirty="0"/>
              <a:t>Aplicações dedicadas: Controle de micro-ondas, retroprojetor, aquisição de dados, ... </a:t>
            </a:r>
          </a:p>
        </p:txBody>
      </p:sp>
    </p:spTree>
    <p:extLst>
      <p:ext uri="{BB962C8B-B14F-4D97-AF65-F5344CB8AC3E}">
        <p14:creationId xmlns:p14="http://schemas.microsoft.com/office/powerpoint/2010/main" val="75999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856984" cy="562074"/>
          </a:xfrm>
        </p:spPr>
        <p:txBody>
          <a:bodyPr>
            <a:normAutofit fontScale="90000"/>
          </a:bodyPr>
          <a:lstStyle/>
          <a:p>
            <a:r>
              <a:rPr lang="pt-BR" dirty="0"/>
              <a:t>Microcomputador X Microcontrolador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08720"/>
            <a:ext cx="8856984" cy="521744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3600" b="1" dirty="0"/>
              <a:t>Microcomputador.</a:t>
            </a:r>
          </a:p>
          <a:p>
            <a:pPr>
              <a:buNone/>
            </a:pPr>
            <a:r>
              <a:rPr lang="pt-BR" sz="3600" dirty="0"/>
              <a:t>CPU + unidades de memória principal;</a:t>
            </a:r>
          </a:p>
          <a:p>
            <a:pPr>
              <a:buNone/>
            </a:pPr>
            <a:r>
              <a:rPr lang="pt-BR" sz="3600" dirty="0"/>
              <a:t>Unidades de armazenamento secundário;</a:t>
            </a:r>
          </a:p>
          <a:p>
            <a:pPr>
              <a:buNone/>
            </a:pPr>
            <a:r>
              <a:rPr lang="pt-BR" sz="3600" dirty="0"/>
              <a:t>Interfaces e periféricos (Teclado, mouse,... </a:t>
            </a:r>
          </a:p>
          <a:p>
            <a:pPr>
              <a:buNone/>
            </a:pPr>
            <a:r>
              <a:rPr lang="pt-BR" sz="3600" dirty="0"/>
              <a:t>Permite instalação de Sistema Operacional;</a:t>
            </a:r>
          </a:p>
          <a:p>
            <a:pPr>
              <a:buNone/>
            </a:pPr>
            <a:r>
              <a:rPr lang="pt-BR" sz="3600" dirty="0"/>
              <a:t>Recursos gráficos;</a:t>
            </a:r>
          </a:p>
          <a:p>
            <a:pPr>
              <a:buNone/>
            </a:pPr>
            <a:r>
              <a:rPr lang="pt-BR" sz="3600" dirty="0"/>
              <a:t>Comunicação de dados...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856984" cy="562074"/>
          </a:xfrm>
        </p:spPr>
        <p:txBody>
          <a:bodyPr>
            <a:normAutofit fontScale="90000"/>
          </a:bodyPr>
          <a:lstStyle/>
          <a:p>
            <a:r>
              <a:rPr lang="pt-BR" dirty="0"/>
              <a:t>Microcomputador X Microcontrolador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08720"/>
            <a:ext cx="8856984" cy="521744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3600" b="1" dirty="0"/>
              <a:t>Microcomputador. </a:t>
            </a:r>
            <a:r>
              <a:rPr lang="pt-BR" sz="3600" dirty="0"/>
              <a:t>CPU + unidades de memória e armazenamento secundário + interfaces e periféricos. Sistema operacional. </a:t>
            </a:r>
          </a:p>
          <a:p>
            <a:pPr>
              <a:buNone/>
            </a:pPr>
            <a:r>
              <a:rPr lang="pt-BR" sz="3500" b="1" dirty="0"/>
              <a:t>Microcontrolador. </a:t>
            </a:r>
            <a:r>
              <a:rPr lang="pt-BR" dirty="0">
                <a:solidFill>
                  <a:srgbClr val="FF0000"/>
                </a:solidFill>
              </a:rPr>
              <a:t>Um único chip </a:t>
            </a:r>
            <a:r>
              <a:rPr lang="pt-BR" dirty="0"/>
              <a:t>incorpora CPU, memórias (pequena capacidade, unidades de apoio à comunicação e recursos para aquisição e saída de dados analógicos e digitais</a:t>
            </a:r>
          </a:p>
          <a:p>
            <a:r>
              <a:rPr lang="pt-BR" dirty="0"/>
              <a:t>Memórias: RAM, EPROM, flash.</a:t>
            </a:r>
          </a:p>
          <a:p>
            <a:r>
              <a:rPr lang="pt-BR" dirty="0"/>
              <a:t>Interfaces seriais: USB,...</a:t>
            </a:r>
          </a:p>
          <a:p>
            <a:r>
              <a:rPr lang="pt-BR" dirty="0"/>
              <a:t>Dispositivos de apoio: Temporizadores (</a:t>
            </a:r>
            <a:r>
              <a:rPr lang="pt-BR" dirty="0" err="1"/>
              <a:t>clock</a:t>
            </a:r>
            <a:r>
              <a:rPr lang="pt-BR" dirty="0"/>
              <a:t>), contadores, 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59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IDE</a:t>
            </a:r>
            <a:r>
              <a:rPr lang="en-US" dirty="0"/>
              <a:t> Arduino: Componentes de HW/SW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80728"/>
            <a:ext cx="8856984" cy="5688632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sz="2000" dirty="0">
                <a:solidFill>
                  <a:srgbClr val="FF0000"/>
                </a:solidFill>
              </a:rPr>
              <a:t>(I</a:t>
            </a:r>
            <a:r>
              <a:rPr lang="en-US" sz="2000" dirty="0"/>
              <a:t>ntegrated </a:t>
            </a:r>
            <a:r>
              <a:rPr lang="en-US" sz="2000" dirty="0">
                <a:solidFill>
                  <a:srgbClr val="FF0000"/>
                </a:solidFill>
              </a:rPr>
              <a:t>D</a:t>
            </a:r>
            <a:r>
              <a:rPr lang="en-US" sz="2000" dirty="0"/>
              <a:t>evelopment </a:t>
            </a:r>
            <a:r>
              <a:rPr lang="en-US" sz="2000" dirty="0">
                <a:solidFill>
                  <a:srgbClr val="FF0000"/>
                </a:solidFill>
              </a:rPr>
              <a:t>E</a:t>
            </a:r>
            <a:r>
              <a:rPr lang="en-US" sz="2000" dirty="0"/>
              <a:t>nvironment: </a:t>
            </a:r>
            <a:r>
              <a:rPr lang="pt-BR" sz="2000" dirty="0"/>
              <a:t>Ambiente de Desenvolvimento Integrado.</a:t>
            </a:r>
          </a:p>
          <a:p>
            <a:pPr>
              <a:buNone/>
            </a:pPr>
            <a:r>
              <a:rPr lang="pt-BR" sz="2400" dirty="0">
                <a:solidFill>
                  <a:srgbClr val="FF0000"/>
                </a:solidFill>
              </a:rPr>
              <a:t>A</a:t>
            </a:r>
            <a:r>
              <a:rPr lang="pt-BR" sz="2400" dirty="0" smtClean="0">
                <a:solidFill>
                  <a:srgbClr val="FF0000"/>
                </a:solidFill>
              </a:rPr>
              <a:t>rquitetura aberta; </a:t>
            </a:r>
            <a:r>
              <a:rPr lang="pt-BR" sz="2400" dirty="0" err="1" smtClean="0">
                <a:solidFill>
                  <a:srgbClr val="FF0000"/>
                </a:solidFill>
              </a:rPr>
              <a:t>Embedded</a:t>
            </a:r>
            <a:r>
              <a:rPr lang="pt-BR" sz="2400" dirty="0" smtClean="0">
                <a:solidFill>
                  <a:srgbClr val="FF0000"/>
                </a:solidFill>
              </a:rPr>
              <a:t> </a:t>
            </a:r>
            <a:r>
              <a:rPr lang="pt-BR" sz="2400" dirty="0" smtClean="0">
                <a:solidFill>
                  <a:srgbClr val="FF0000"/>
                </a:solidFill>
              </a:rPr>
              <a:t>Systems (Sistemas embarcados).</a:t>
            </a:r>
            <a:endParaRPr lang="pt-BR" sz="2400" dirty="0">
              <a:solidFill>
                <a:srgbClr val="FF0000"/>
              </a:solidFill>
            </a:endParaRPr>
          </a:p>
          <a:p>
            <a:r>
              <a:rPr lang="pt-BR" sz="2400" dirty="0"/>
              <a:t>Placa com microprocessador e circuitos de apoio</a:t>
            </a:r>
          </a:p>
          <a:p>
            <a:r>
              <a:rPr lang="pt-BR" sz="2400" dirty="0"/>
              <a:t>Recursos para conexão serial (USB);</a:t>
            </a:r>
          </a:p>
          <a:p>
            <a:r>
              <a:rPr lang="pt-BR" sz="2400" dirty="0"/>
              <a:t>Pinos de alimentação:  5V /3,3Vs. 40 </a:t>
            </a:r>
            <a:r>
              <a:rPr lang="pt-BR" sz="2400" dirty="0" err="1"/>
              <a:t>mA</a:t>
            </a:r>
            <a:r>
              <a:rPr lang="pt-BR" sz="2400" dirty="0"/>
              <a:t> de corrente elétrica.</a:t>
            </a:r>
          </a:p>
          <a:p>
            <a:pPr marL="0" indent="0" algn="r">
              <a:buNone/>
            </a:pPr>
            <a:r>
              <a:rPr lang="pt-BR" sz="2400" dirty="0"/>
              <a:t>`</a:t>
            </a:r>
            <a:r>
              <a:rPr lang="pt-BR" sz="2400" dirty="0">
                <a:solidFill>
                  <a:srgbClr val="FF0000"/>
                </a:solidFill>
              </a:rPr>
              <a:t>P=V * I = 5V * 0,040 A=0,20W</a:t>
            </a:r>
          </a:p>
          <a:p>
            <a:r>
              <a:rPr lang="pt-BR" sz="2400" dirty="0"/>
              <a:t>Placas de apoio (Shields) para extensão de funções (rede, WIFI</a:t>
            </a:r>
            <a:r>
              <a:rPr lang="pt-BR" sz="2400" dirty="0" smtClean="0"/>
              <a:t>,..).</a:t>
            </a:r>
          </a:p>
          <a:p>
            <a:pPr marL="0" indent="0" algn="r">
              <a:buNone/>
            </a:pPr>
            <a:r>
              <a:rPr lang="pt-BR" sz="2400" dirty="0"/>
              <a:t> </a:t>
            </a:r>
            <a:r>
              <a:rPr lang="pt-BR" sz="2400" dirty="0" smtClean="0"/>
              <a:t>    </a:t>
            </a:r>
            <a:r>
              <a:rPr lang="pt-BR" sz="2400" dirty="0" smtClean="0">
                <a:solidFill>
                  <a:srgbClr val="FF0000"/>
                </a:solidFill>
              </a:rPr>
              <a:t>Software </a:t>
            </a:r>
            <a:r>
              <a:rPr lang="pt-BR" sz="2400" dirty="0" smtClean="0">
                <a:solidFill>
                  <a:srgbClr val="FF0000"/>
                </a:solidFill>
              </a:rPr>
              <a:t>de </a:t>
            </a:r>
            <a:r>
              <a:rPr lang="pt-BR" sz="2400" dirty="0" smtClean="0"/>
              <a:t>domínio </a:t>
            </a:r>
            <a:r>
              <a:rPr lang="pt-BR" sz="2400" dirty="0"/>
              <a:t>público (open </a:t>
            </a:r>
            <a:r>
              <a:rPr lang="pt-BR" sz="2400" dirty="0" err="1"/>
              <a:t>source</a:t>
            </a:r>
            <a:r>
              <a:rPr lang="pt-BR" sz="2400" dirty="0"/>
              <a:t>)</a:t>
            </a:r>
          </a:p>
          <a:p>
            <a:r>
              <a:rPr lang="pt-BR" sz="2400" dirty="0"/>
              <a:t>Dialeto da linguagem C.</a:t>
            </a:r>
          </a:p>
          <a:p>
            <a:r>
              <a:rPr lang="pt-BR" sz="2400" dirty="0"/>
              <a:t>Bibliotecas de apoio</a:t>
            </a:r>
          </a:p>
          <a:p>
            <a:r>
              <a:rPr lang="pt-BR" sz="2400" dirty="0"/>
              <a:t>Programas exemplo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1196" y="54868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sz="3200" dirty="0"/>
              <a:t>O</a:t>
            </a:r>
            <a:r>
              <a:rPr lang="pt-BR" sz="3200" dirty="0" smtClean="0"/>
              <a:t> </a:t>
            </a:r>
            <a:r>
              <a:rPr lang="pt-BR" sz="3200" dirty="0"/>
              <a:t>programa </a:t>
            </a:r>
            <a:r>
              <a:rPr lang="pt-BR" sz="3200" dirty="0" err="1"/>
              <a:t>Blink</a:t>
            </a:r>
            <a:r>
              <a:rPr lang="pt-BR" sz="3200" dirty="0"/>
              <a:t>. </a:t>
            </a:r>
            <a:br>
              <a:rPr lang="pt-BR" sz="3200" dirty="0"/>
            </a:br>
            <a:endParaRPr lang="pt-BR" sz="3200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75656" y="1628800"/>
            <a:ext cx="6120680" cy="505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0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dirty="0"/>
              <a:t>IDE Arduino: </a:t>
            </a:r>
            <a:r>
              <a:rPr lang="en-US" dirty="0" err="1"/>
              <a:t>Recursos</a:t>
            </a:r>
            <a:r>
              <a:rPr lang="en-US" dirty="0"/>
              <a:t> de Programação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5145435"/>
          </a:xfrm>
        </p:spPr>
        <p:txBody>
          <a:bodyPr>
            <a:normAutofit lnSpcReduction="10000"/>
          </a:bodyPr>
          <a:lstStyle/>
          <a:p>
            <a:pPr marL="114300" indent="-457200"/>
            <a:r>
              <a:rPr lang="en-US" dirty="0" err="1"/>
              <a:t>Linhas</a:t>
            </a:r>
            <a:r>
              <a:rPr lang="en-US" dirty="0"/>
              <a:t> de </a:t>
            </a:r>
            <a:r>
              <a:rPr lang="en-US" dirty="0" err="1"/>
              <a:t>comentários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 err="1" smtClean="0"/>
              <a:t>Comentário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várias</a:t>
            </a:r>
            <a:r>
              <a:rPr lang="en-US" dirty="0" smtClean="0"/>
              <a:t> </a:t>
            </a:r>
            <a:r>
              <a:rPr lang="en-US" dirty="0" err="1" smtClean="0"/>
              <a:t>linhas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/*  </a:t>
            </a:r>
            <a:r>
              <a:rPr lang="en-US" dirty="0" err="1" smtClean="0"/>
              <a:t>Comentários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 </a:t>
            </a:r>
            <a:r>
              <a:rPr lang="en-US" dirty="0" err="1" smtClean="0"/>
              <a:t>várias</a:t>
            </a:r>
            <a:r>
              <a:rPr lang="en-US" dirty="0" smtClean="0"/>
              <a:t> </a:t>
            </a:r>
            <a:r>
              <a:rPr lang="en-US" dirty="0" err="1" smtClean="0"/>
              <a:t>linhas</a:t>
            </a:r>
            <a:r>
              <a:rPr lang="en-US" dirty="0" smtClean="0"/>
              <a:t>   */</a:t>
            </a:r>
            <a:endParaRPr lang="en-US" dirty="0"/>
          </a:p>
          <a:p>
            <a:pPr marL="114300" indent="-457200"/>
            <a:r>
              <a:rPr lang="en-US" dirty="0"/>
              <a:t>Pinos para entrada e </a:t>
            </a:r>
            <a:r>
              <a:rPr lang="en-US" dirty="0" err="1"/>
              <a:t>saída</a:t>
            </a:r>
            <a:r>
              <a:rPr lang="en-US" dirty="0"/>
              <a:t> de dados </a:t>
            </a:r>
            <a:r>
              <a:rPr lang="en-US" dirty="0" err="1" smtClean="0"/>
              <a:t>analógicos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e </a:t>
            </a:r>
            <a:r>
              <a:rPr lang="en-US" dirty="0" err="1"/>
              <a:t>digitais</a:t>
            </a:r>
            <a:r>
              <a:rPr lang="en-US" dirty="0"/>
              <a:t>. </a:t>
            </a:r>
            <a:r>
              <a:rPr lang="en-US" dirty="0" err="1"/>
              <a:t>Instruções</a:t>
            </a:r>
            <a:r>
              <a:rPr lang="en-US" dirty="0"/>
              <a:t> de entrada e </a:t>
            </a:r>
            <a:r>
              <a:rPr lang="en-US" dirty="0" err="1"/>
              <a:t>saída</a:t>
            </a:r>
            <a:r>
              <a:rPr lang="en-US" dirty="0"/>
              <a:t>.</a:t>
            </a:r>
          </a:p>
          <a:p>
            <a:pPr marL="114300" indent="-457200"/>
            <a:r>
              <a:rPr lang="en-US" dirty="0" err="1"/>
              <a:t>Funções</a:t>
            </a:r>
            <a:r>
              <a:rPr lang="en-US" dirty="0"/>
              <a:t> para </a:t>
            </a:r>
            <a:r>
              <a:rPr lang="en-US" dirty="0" err="1" smtClean="0"/>
              <a:t>programação</a:t>
            </a:r>
            <a:r>
              <a:rPr lang="en-US" dirty="0" smtClean="0"/>
              <a:t> das </a:t>
            </a:r>
            <a:r>
              <a:rPr lang="en-US" dirty="0" err="1" smtClean="0"/>
              <a:t>portas</a:t>
            </a:r>
            <a:r>
              <a:rPr lang="en-US" dirty="0" smtClean="0"/>
              <a:t>. </a:t>
            </a:r>
            <a:endParaRPr lang="en-US" dirty="0"/>
          </a:p>
          <a:p>
            <a:pPr marL="114300" indent="-457200"/>
            <a:r>
              <a:rPr lang="en-US" dirty="0" err="1"/>
              <a:t>Funções</a:t>
            </a:r>
            <a:r>
              <a:rPr lang="en-US" dirty="0"/>
              <a:t> para </a:t>
            </a:r>
            <a:r>
              <a:rPr lang="en-US" dirty="0" err="1"/>
              <a:t>comunicação</a:t>
            </a:r>
            <a:r>
              <a:rPr lang="en-US" dirty="0"/>
              <a:t> serial</a:t>
            </a:r>
          </a:p>
          <a:p>
            <a:pPr marL="114300" indent="-457200"/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2645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562074"/>
          </a:xfrm>
        </p:spPr>
        <p:txBody>
          <a:bodyPr>
            <a:normAutofit fontScale="90000"/>
          </a:bodyPr>
          <a:lstStyle/>
          <a:p>
            <a:r>
              <a:rPr lang="pt-BR" dirty="0"/>
              <a:t>Programa exemplo. Intervalo de tempo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54461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// </a:t>
            </a:r>
            <a:r>
              <a:rPr lang="en-US" dirty="0" err="1"/>
              <a:t>Pino</a:t>
            </a:r>
            <a:r>
              <a:rPr lang="en-US" dirty="0"/>
              <a:t> 13 tem um LED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placa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//</a:t>
            </a:r>
            <a:r>
              <a:rPr lang="pt-BR" dirty="0"/>
              <a:t>Variável </a:t>
            </a:r>
            <a:r>
              <a:rPr lang="pt-BR" dirty="0" err="1"/>
              <a:t>led</a:t>
            </a:r>
            <a:r>
              <a:rPr lang="pt-BR" dirty="0"/>
              <a:t> identifica o pino </a:t>
            </a:r>
          </a:p>
          <a:p>
            <a:pPr>
              <a:buNone/>
            </a:pPr>
            <a:r>
              <a:rPr lang="en-US" dirty="0"/>
              <a:t>int led = 13;   // </a:t>
            </a:r>
            <a:r>
              <a:rPr lang="en-US" dirty="0" err="1"/>
              <a:t>Variável</a:t>
            </a:r>
            <a:r>
              <a:rPr lang="en-US" dirty="0"/>
              <a:t> GLOBAL</a:t>
            </a:r>
            <a:endParaRPr lang="pt-BR" dirty="0"/>
          </a:p>
          <a:p>
            <a:pPr>
              <a:buNone/>
            </a:pPr>
            <a:r>
              <a:rPr lang="en-US" sz="3600" dirty="0"/>
              <a:t>/* </a:t>
            </a:r>
            <a:r>
              <a:rPr lang="en-US" sz="3600" dirty="0" err="1"/>
              <a:t>Função</a:t>
            </a:r>
            <a:r>
              <a:rPr lang="en-US" sz="3600" dirty="0"/>
              <a:t> </a:t>
            </a:r>
            <a:r>
              <a:rPr lang="en-US" sz="3600" dirty="0" err="1"/>
              <a:t>pinMode</a:t>
            </a:r>
            <a:r>
              <a:rPr lang="en-US" sz="3600" dirty="0"/>
              <a:t> </a:t>
            </a:r>
            <a:r>
              <a:rPr lang="en-US" sz="3600" dirty="0" err="1"/>
              <a:t>inicializa</a:t>
            </a:r>
            <a:r>
              <a:rPr lang="en-US" sz="3600" dirty="0"/>
              <a:t> o </a:t>
            </a:r>
            <a:r>
              <a:rPr lang="en-US" sz="3600" dirty="0" err="1"/>
              <a:t>pino</a:t>
            </a:r>
            <a:r>
              <a:rPr lang="en-US" sz="3600" dirty="0"/>
              <a:t> 13 </a:t>
            </a:r>
            <a:r>
              <a:rPr lang="en-US" sz="3600" dirty="0" err="1"/>
              <a:t>como</a:t>
            </a:r>
            <a:r>
              <a:rPr lang="en-US" sz="3600" dirty="0"/>
              <a:t> </a:t>
            </a:r>
            <a:r>
              <a:rPr lang="en-US" sz="3600" dirty="0" err="1"/>
              <a:t>saída</a:t>
            </a:r>
            <a:r>
              <a:rPr lang="en-US" sz="3600" dirty="0"/>
              <a:t> digital. */</a:t>
            </a:r>
            <a:endParaRPr lang="pt-BR" sz="3600" dirty="0"/>
          </a:p>
          <a:p>
            <a:pPr>
              <a:buNone/>
            </a:pPr>
            <a:r>
              <a:rPr lang="en-US" sz="2300" dirty="0" smtClean="0">
                <a:solidFill>
                  <a:srgbClr val="FF0000"/>
                </a:solidFill>
              </a:rPr>
              <a:t>// A principal </a:t>
            </a:r>
            <a:r>
              <a:rPr lang="en-US" sz="2300" dirty="0" err="1" smtClean="0">
                <a:solidFill>
                  <a:srgbClr val="FF0000"/>
                </a:solidFill>
              </a:rPr>
              <a:t>característica</a:t>
            </a:r>
            <a:r>
              <a:rPr lang="en-US" sz="2300" dirty="0" smtClean="0">
                <a:solidFill>
                  <a:srgbClr val="FF0000"/>
                </a:solidFill>
              </a:rPr>
              <a:t> da </a:t>
            </a:r>
            <a:r>
              <a:rPr lang="en-US" sz="2300" dirty="0" err="1" smtClean="0">
                <a:solidFill>
                  <a:srgbClr val="FF0000"/>
                </a:solidFill>
              </a:rPr>
              <a:t>função</a:t>
            </a:r>
            <a:r>
              <a:rPr lang="en-US" sz="2300" dirty="0" smtClean="0">
                <a:solidFill>
                  <a:srgbClr val="FF0000"/>
                </a:solidFill>
              </a:rPr>
              <a:t> void setup() é que é </a:t>
            </a:r>
            <a:r>
              <a:rPr lang="en-US" sz="2300" dirty="0" err="1" smtClean="0">
                <a:solidFill>
                  <a:srgbClr val="FF0000"/>
                </a:solidFill>
              </a:rPr>
              <a:t>executada</a:t>
            </a:r>
            <a:r>
              <a:rPr lang="en-US" sz="2300" dirty="0" smtClean="0">
                <a:solidFill>
                  <a:srgbClr val="FF0000"/>
                </a:solidFill>
              </a:rPr>
              <a:t> </a:t>
            </a:r>
            <a:r>
              <a:rPr lang="en-US" sz="2300" dirty="0" err="1" smtClean="0">
                <a:solidFill>
                  <a:srgbClr val="FF0000"/>
                </a:solidFill>
              </a:rPr>
              <a:t>apenas</a:t>
            </a:r>
            <a:r>
              <a:rPr lang="en-US" sz="2300" dirty="0" smtClean="0">
                <a:solidFill>
                  <a:srgbClr val="FF0000"/>
                </a:solidFill>
              </a:rPr>
              <a:t> </a:t>
            </a:r>
            <a:r>
              <a:rPr lang="en-US" sz="5700" dirty="0" smtClean="0">
                <a:solidFill>
                  <a:srgbClr val="FF0000"/>
                </a:solidFill>
              </a:rPr>
              <a:t>UMA</a:t>
            </a:r>
            <a:r>
              <a:rPr lang="en-US" sz="38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vez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endParaRPr lang="en-US" sz="2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void setup() {     </a:t>
            </a:r>
            <a:r>
              <a:rPr lang="en-US" dirty="0" err="1"/>
              <a:t>pinMode</a:t>
            </a:r>
            <a:r>
              <a:rPr lang="en-US" dirty="0"/>
              <a:t>(led, OUTPUT);     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sz="2200" dirty="0">
                <a:solidFill>
                  <a:srgbClr val="FF0000"/>
                </a:solidFill>
              </a:rPr>
              <a:t>// A </a:t>
            </a:r>
            <a:r>
              <a:rPr lang="en-US" sz="2200" dirty="0" smtClean="0">
                <a:solidFill>
                  <a:srgbClr val="FF0000"/>
                </a:solidFill>
              </a:rPr>
              <a:t>principal </a:t>
            </a:r>
            <a:r>
              <a:rPr lang="en-US" sz="2200" dirty="0" err="1">
                <a:solidFill>
                  <a:srgbClr val="FF0000"/>
                </a:solidFill>
              </a:rPr>
              <a:t>característica</a:t>
            </a:r>
            <a:r>
              <a:rPr lang="en-US" sz="2200" dirty="0">
                <a:solidFill>
                  <a:srgbClr val="FF0000"/>
                </a:solidFill>
              </a:rPr>
              <a:t> da </a:t>
            </a:r>
            <a:r>
              <a:rPr lang="en-US" sz="2200" dirty="0" err="1">
                <a:solidFill>
                  <a:srgbClr val="FF0000"/>
                </a:solidFill>
              </a:rPr>
              <a:t>função</a:t>
            </a:r>
            <a:r>
              <a:rPr lang="en-US" sz="2200" dirty="0">
                <a:solidFill>
                  <a:srgbClr val="FF0000"/>
                </a:solidFill>
              </a:rPr>
              <a:t> void setup() é que é </a:t>
            </a:r>
            <a:r>
              <a:rPr lang="en-US" sz="2200" dirty="0" err="1">
                <a:solidFill>
                  <a:srgbClr val="FF0000"/>
                </a:solidFill>
              </a:rPr>
              <a:t>executada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5700" dirty="0" smtClean="0">
                <a:solidFill>
                  <a:srgbClr val="FF0000"/>
                </a:solidFill>
              </a:rPr>
              <a:t>EM LOOP</a:t>
            </a:r>
            <a:endParaRPr lang="en-US" sz="57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 smtClean="0"/>
              <a:t>void </a:t>
            </a:r>
            <a:r>
              <a:rPr lang="en-US" b="1" dirty="0"/>
              <a:t>loop()    </a:t>
            </a:r>
            <a:r>
              <a:rPr lang="en-US" sz="3500" dirty="0">
                <a:solidFill>
                  <a:srgbClr val="FF0000"/>
                </a:solidFill>
              </a:rPr>
              <a:t>{ </a:t>
            </a:r>
            <a:endParaRPr lang="pt-BR" sz="35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digitalWrite</a:t>
            </a:r>
            <a:r>
              <a:rPr lang="en-US" dirty="0"/>
              <a:t>(led, HIGH);   // </a:t>
            </a:r>
            <a:r>
              <a:rPr lang="en-US" dirty="0" err="1"/>
              <a:t>Liga</a:t>
            </a:r>
            <a:r>
              <a:rPr lang="en-US" dirty="0"/>
              <a:t> o </a:t>
            </a:r>
            <a:r>
              <a:rPr lang="en-US" dirty="0" err="1"/>
              <a:t>pino</a:t>
            </a:r>
            <a:r>
              <a:rPr lang="en-US" dirty="0"/>
              <a:t> 13 (HIGH)</a:t>
            </a:r>
            <a:endParaRPr lang="pt-BR" dirty="0"/>
          </a:p>
          <a:p>
            <a:pPr>
              <a:buNone/>
            </a:pPr>
            <a:r>
              <a:rPr lang="en-US" dirty="0"/>
              <a:t>  delay(100);                       // </a:t>
            </a:r>
            <a:r>
              <a:rPr lang="en-US" dirty="0" err="1"/>
              <a:t>Pára</a:t>
            </a:r>
            <a:r>
              <a:rPr lang="en-US" dirty="0"/>
              <a:t> a CPU por um </a:t>
            </a:r>
            <a:r>
              <a:rPr lang="en-US" dirty="0" err="1"/>
              <a:t>segundo</a:t>
            </a:r>
            <a:endParaRPr lang="pt-BR" dirty="0"/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digitalWrite</a:t>
            </a:r>
            <a:r>
              <a:rPr lang="en-US" dirty="0"/>
              <a:t>(led, LOW);    // </a:t>
            </a:r>
            <a:r>
              <a:rPr lang="en-US" dirty="0" err="1"/>
              <a:t>Desliga</a:t>
            </a:r>
            <a:r>
              <a:rPr lang="en-US" dirty="0"/>
              <a:t> o LED  (LOW)</a:t>
            </a:r>
            <a:endParaRPr lang="pt-BR" dirty="0"/>
          </a:p>
          <a:p>
            <a:pPr>
              <a:buNone/>
            </a:pPr>
            <a:r>
              <a:rPr lang="en-US" dirty="0"/>
              <a:t>  delay(100);                       // </a:t>
            </a:r>
            <a:r>
              <a:rPr lang="en-US" dirty="0" err="1"/>
              <a:t>Pára</a:t>
            </a:r>
            <a:r>
              <a:rPr lang="en-US" dirty="0"/>
              <a:t> a CPU por um </a:t>
            </a:r>
            <a:r>
              <a:rPr lang="en-US" dirty="0" err="1"/>
              <a:t>segundo</a:t>
            </a:r>
            <a:endParaRPr lang="en-US" dirty="0"/>
          </a:p>
          <a:p>
            <a:pPr>
              <a:buNone/>
            </a:pPr>
            <a:r>
              <a:rPr lang="pt-BR" sz="3500" dirty="0">
                <a:solidFill>
                  <a:srgbClr val="FF0000"/>
                </a:solidFill>
              </a:rPr>
              <a:t>                       }            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dirty="0"/>
              <a:t>Operação do </a:t>
            </a:r>
            <a:r>
              <a:rPr lang="pt-BR" dirty="0" err="1"/>
              <a:t>Arduino</a:t>
            </a:r>
            <a:r>
              <a:rPr lang="pt-BR" dirty="0"/>
              <a:t>. Programa BLINK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5256584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Ativação do programa Arduino.exe.</a:t>
            </a:r>
          </a:p>
          <a:p>
            <a:r>
              <a:rPr lang="pt-BR" dirty="0"/>
              <a:t>Carga de programa: Blink</a:t>
            </a:r>
          </a:p>
          <a:p>
            <a:pPr marL="0" indent="0">
              <a:buNone/>
            </a:pPr>
            <a:r>
              <a:rPr lang="pt-BR" dirty="0"/>
              <a:t>     File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 err="1">
                <a:sym typeface="Wingdings" pitchFamily="2" charset="2"/>
              </a:rPr>
              <a:t>Examples</a:t>
            </a:r>
            <a:r>
              <a:rPr lang="pt-BR" dirty="0">
                <a:sym typeface="Wingdings" pitchFamily="2" charset="2"/>
              </a:rPr>
              <a:t>  Basic   </a:t>
            </a:r>
            <a:r>
              <a:rPr lang="pt-BR" dirty="0" err="1">
                <a:sym typeface="Wingdings" pitchFamily="2" charset="2"/>
              </a:rPr>
              <a:t>Blink</a:t>
            </a:r>
            <a:endParaRPr lang="pt-BR" dirty="0">
              <a:sym typeface="Wingdings" pitchFamily="2" charset="2"/>
            </a:endParaRPr>
          </a:p>
          <a:p>
            <a:r>
              <a:rPr lang="pt-BR" dirty="0">
                <a:sym typeface="Wingdings" pitchFamily="2" charset="2"/>
              </a:rPr>
              <a:t>Compilação do programa:  </a:t>
            </a:r>
            <a:r>
              <a:rPr lang="pt-BR" dirty="0" err="1">
                <a:sym typeface="Wingdings" pitchFamily="2" charset="2"/>
              </a:rPr>
              <a:t>Verify</a:t>
            </a:r>
            <a:r>
              <a:rPr lang="pt-BR" dirty="0">
                <a:sym typeface="Wingdings" pitchFamily="2" charset="2"/>
              </a:rPr>
              <a:t> (barra de opções);</a:t>
            </a:r>
          </a:p>
          <a:p>
            <a:r>
              <a:rPr lang="pt-BR" dirty="0">
                <a:sym typeface="Wingdings" pitchFamily="2" charset="2"/>
              </a:rPr>
              <a:t>Transferência do programa compilado via USB</a:t>
            </a:r>
          </a:p>
          <a:p>
            <a:pPr>
              <a:buNone/>
            </a:pPr>
            <a:r>
              <a:rPr lang="pt-BR" dirty="0">
                <a:sym typeface="Wingdings" pitchFamily="2" charset="2"/>
              </a:rPr>
              <a:t>     *A placa Arduino DEVE estar conectada ao PC.</a:t>
            </a:r>
          </a:p>
          <a:p>
            <a:pPr>
              <a:buNone/>
            </a:pPr>
            <a:r>
              <a:rPr lang="pt-BR" dirty="0">
                <a:sym typeface="Wingdings" pitchFamily="2" charset="2"/>
              </a:rPr>
              <a:t>Notas importantes</a:t>
            </a:r>
          </a:p>
          <a:p>
            <a:pPr algn="r"/>
            <a:r>
              <a:rPr lang="pt-BR" dirty="0">
                <a:sym typeface="Wingdings" pitchFamily="2" charset="2"/>
              </a:rPr>
              <a:t>Conectar a placa Arduino via USB ao PC APÓS carregar o programa Arduino.</a:t>
            </a:r>
          </a:p>
          <a:p>
            <a:pPr algn="r"/>
            <a:r>
              <a:rPr lang="pt-BR" dirty="0">
                <a:sym typeface="Wingdings" pitchFamily="2" charset="2"/>
              </a:rPr>
              <a:t>Instalação do DRIVE para comunicação com a placa </a:t>
            </a:r>
          </a:p>
          <a:p>
            <a:pPr algn="r"/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A placa deve estar configurada para Arduino UNO;</a:t>
            </a:r>
          </a:p>
          <a:p>
            <a:pPr algn="r"/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A porta de comunicação </a:t>
            </a:r>
            <a:r>
              <a:rPr lang="pt-BR" dirty="0" smtClean="0">
                <a:solidFill>
                  <a:srgbClr val="FF0000"/>
                </a:solidFill>
                <a:sym typeface="Wingdings" panose="05000000000000000000" pitchFamily="2" charset="2"/>
              </a:rPr>
              <a:t>é configurada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pelo programa Arduino</a:t>
            </a:r>
            <a:r>
              <a:rPr lang="pt-BR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pt-BR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endParaRPr lang="pt-BR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2831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Ajuda. Referencia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33562" y="1910556"/>
            <a:ext cx="54768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63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(</a:t>
            </a:r>
            <a:r>
              <a:rPr lang="pt-BR" dirty="0" err="1"/>
              <a:t>Verify</a:t>
            </a:r>
            <a:r>
              <a:rPr lang="pt-BR" dirty="0"/>
              <a:t>)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09762" y="2153444"/>
            <a:ext cx="53244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9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sz="3200" b="1" dirty="0"/>
              <a:t>Sintaxe</a:t>
            </a:r>
            <a:r>
              <a:rPr lang="pt-BR" sz="3200" dirty="0"/>
              <a:t> para configuração dos </a:t>
            </a:r>
            <a:r>
              <a:rPr lang="pt-BR" sz="3200" dirty="0" err="1"/>
              <a:t>ports</a:t>
            </a:r>
            <a:r>
              <a:rPr lang="pt-BR" sz="3200" dirty="0"/>
              <a:t> (pinos)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68863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CONFIGURAÇÃO DE PORTA COMO INPUT/OUTPUT</a:t>
            </a:r>
          </a:p>
          <a:p>
            <a:r>
              <a:rPr lang="en-US" dirty="0" err="1"/>
              <a:t>pinMode</a:t>
            </a:r>
            <a:r>
              <a:rPr lang="en-US" dirty="0"/>
              <a:t>(</a:t>
            </a:r>
            <a:r>
              <a:rPr lang="en-US" dirty="0" err="1"/>
              <a:t>pino</a:t>
            </a:r>
            <a:r>
              <a:rPr lang="en-US" dirty="0"/>
              <a:t>, </a:t>
            </a:r>
            <a:r>
              <a:rPr lang="en-US" dirty="0" err="1"/>
              <a:t>modo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Parâmetros</a:t>
            </a:r>
            <a:r>
              <a:rPr lang="en-US" dirty="0"/>
              <a:t>		</a:t>
            </a:r>
            <a:r>
              <a:rPr lang="en-US" dirty="0" err="1"/>
              <a:t>pino</a:t>
            </a:r>
            <a:r>
              <a:rPr lang="en-US" dirty="0"/>
              <a:t>: (0 a 13); </a:t>
            </a:r>
          </a:p>
          <a:p>
            <a:pPr>
              <a:buNone/>
            </a:pPr>
            <a:r>
              <a:rPr lang="en-US" dirty="0"/>
              <a:t>     				</a:t>
            </a:r>
            <a:r>
              <a:rPr lang="en-US" dirty="0" err="1"/>
              <a:t>modo</a:t>
            </a:r>
            <a:r>
              <a:rPr lang="en-US" dirty="0"/>
              <a:t>: OUTPUT/INPUT</a:t>
            </a:r>
          </a:p>
          <a:p>
            <a:pPr>
              <a:buNone/>
            </a:pPr>
            <a:r>
              <a:rPr lang="en-US" dirty="0" err="1"/>
              <a:t>Exemplos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pinMode</a:t>
            </a:r>
            <a:r>
              <a:rPr lang="en-US" dirty="0"/>
              <a:t>(11,OUTPUT); </a:t>
            </a:r>
          </a:p>
          <a:p>
            <a:pPr>
              <a:buNone/>
            </a:pPr>
            <a:r>
              <a:rPr lang="en-US" dirty="0"/>
              <a:t>// </a:t>
            </a:r>
            <a:r>
              <a:rPr lang="en-US" dirty="0" err="1"/>
              <a:t>Pino</a:t>
            </a:r>
            <a:r>
              <a:rPr lang="en-US" dirty="0"/>
              <a:t> 11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configurado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saída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pinMode</a:t>
            </a:r>
            <a:r>
              <a:rPr lang="en-US" dirty="0"/>
              <a:t>(13,INPUT); </a:t>
            </a:r>
          </a:p>
          <a:p>
            <a:pPr>
              <a:buNone/>
            </a:pPr>
            <a:r>
              <a:rPr lang="en-US" dirty="0"/>
              <a:t>// Pino 13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configurado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entrada.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dirty="0"/>
              <a:t>Programação do </a:t>
            </a:r>
            <a:r>
              <a:rPr lang="pt-BR" dirty="0" err="1"/>
              <a:t>Arduino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4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4000" dirty="0">
                <a:sym typeface="Wingdings" pitchFamily="2" charset="2"/>
              </a:rPr>
              <a:t>Função </a:t>
            </a:r>
            <a:r>
              <a:rPr lang="pt-BR" sz="4000" dirty="0" err="1">
                <a:sym typeface="Wingdings" pitchFamily="2" charset="2"/>
              </a:rPr>
              <a:t>delay</a:t>
            </a:r>
            <a:r>
              <a:rPr lang="pt-BR" sz="4000" dirty="0">
                <a:sym typeface="Wingdings" pitchFamily="2" charset="2"/>
              </a:rPr>
              <a:t> (valor). </a:t>
            </a:r>
            <a:r>
              <a:rPr lang="pt-BR" sz="4000" dirty="0" smtClean="0">
                <a:sym typeface="Wingdings" pitchFamily="2" charset="2"/>
              </a:rPr>
              <a:t>OBS.: </a:t>
            </a:r>
          </a:p>
          <a:p>
            <a:pPr algn="r">
              <a:buNone/>
            </a:pPr>
            <a:r>
              <a:rPr lang="pt-BR" sz="4000" dirty="0" smtClean="0">
                <a:solidFill>
                  <a:srgbClr val="FF0000"/>
                </a:solidFill>
                <a:sym typeface="Wingdings" pitchFamily="2" charset="2"/>
              </a:rPr>
              <a:t>valor </a:t>
            </a:r>
            <a:r>
              <a:rPr lang="pt-BR" sz="4000" dirty="0">
                <a:solidFill>
                  <a:srgbClr val="FF0000"/>
                </a:solidFill>
                <a:sym typeface="Wingdings" pitchFamily="2" charset="2"/>
              </a:rPr>
              <a:t>em milissegundos.</a:t>
            </a:r>
          </a:p>
          <a:p>
            <a:pPr>
              <a:buNone/>
            </a:pPr>
            <a:endParaRPr lang="pt-BR" sz="4000" dirty="0" smtClean="0">
              <a:sym typeface="Wingdings" pitchFamily="2" charset="2"/>
            </a:endParaRPr>
          </a:p>
          <a:p>
            <a:pPr>
              <a:buNone/>
            </a:pPr>
            <a:r>
              <a:rPr lang="pt-BR" sz="4000" dirty="0" err="1" smtClean="0">
                <a:sym typeface="Wingdings" pitchFamily="2" charset="2"/>
              </a:rPr>
              <a:t>delay</a:t>
            </a:r>
            <a:r>
              <a:rPr lang="pt-BR" sz="4000" dirty="0" smtClean="0">
                <a:sym typeface="Wingdings" pitchFamily="2" charset="2"/>
              </a:rPr>
              <a:t> (valor) - </a:t>
            </a:r>
            <a:r>
              <a:rPr lang="pt-BR" sz="4000" dirty="0" err="1" smtClean="0">
                <a:sym typeface="Wingdings" pitchFamily="2" charset="2"/>
              </a:rPr>
              <a:t>Pára</a:t>
            </a:r>
            <a:r>
              <a:rPr lang="pt-BR" sz="4000" dirty="0" smtClean="0">
                <a:sym typeface="Wingdings" pitchFamily="2" charset="2"/>
              </a:rPr>
              <a:t> </a:t>
            </a:r>
            <a:r>
              <a:rPr lang="pt-BR" sz="4000" dirty="0">
                <a:sym typeface="Wingdings" pitchFamily="2" charset="2"/>
              </a:rPr>
              <a:t>o processamento em intervalos de </a:t>
            </a:r>
            <a:r>
              <a:rPr lang="pt-BR" sz="4000" dirty="0" smtClean="0">
                <a:sym typeface="Wingdings" pitchFamily="2" charset="2"/>
              </a:rPr>
              <a:t>valor MILISSEGUNDOS</a:t>
            </a:r>
            <a:r>
              <a:rPr lang="pt-BR" dirty="0">
                <a:sym typeface="Wingdings" pitchFamily="2" charset="2"/>
              </a:rPr>
              <a:t>.</a:t>
            </a:r>
          </a:p>
          <a:p>
            <a:pPr>
              <a:buNone/>
            </a:pPr>
            <a:r>
              <a:rPr lang="pt-BR" dirty="0">
                <a:sym typeface="Wingdings" pitchFamily="2" charset="2"/>
              </a:rPr>
              <a:t>     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pt-BR" dirty="0"/>
              <a:t>Testes do programa </a:t>
            </a:r>
            <a:r>
              <a:rPr lang="pt-BR" dirty="0" err="1"/>
              <a:t>blink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pt-BR" dirty="0"/>
              <a:t>Alteração dos intervalos de tempo:</a:t>
            </a:r>
          </a:p>
          <a:p>
            <a:r>
              <a:rPr lang="pt-BR" dirty="0"/>
              <a:t>10 segundos</a:t>
            </a:r>
          </a:p>
          <a:p>
            <a:r>
              <a:rPr lang="pt-BR" dirty="0"/>
              <a:t>100 milissegundos:</a:t>
            </a:r>
          </a:p>
          <a:p>
            <a:r>
              <a:rPr lang="pt-BR" dirty="0"/>
              <a:t>10 milissegundos ligado e 2  segundos desligados;</a:t>
            </a:r>
          </a:p>
          <a:p>
            <a:pPr marL="0" indent="0">
              <a:buNone/>
            </a:pPr>
            <a:r>
              <a:rPr lang="pt-BR" dirty="0"/>
              <a:t>Qual o intervalo de tempo que você consegue perceber o LED piscando.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19137"/>
          </a:xfrm>
        </p:spPr>
        <p:txBody>
          <a:bodyPr/>
          <a:lstStyle/>
          <a:p>
            <a:r>
              <a:rPr lang="pt-BR" sz="3200" b="1" u="sng" dirty="0"/>
              <a:t>Programa: </a:t>
            </a:r>
            <a:r>
              <a:rPr lang="pt-BR" sz="3200" b="1" u="sng" dirty="0" err="1"/>
              <a:t>Blinkwithoutdelay</a:t>
            </a:r>
            <a:r>
              <a:rPr lang="pt-BR" sz="3200" b="1" u="sng" dirty="0"/>
              <a:t> </a:t>
            </a:r>
          </a:p>
        </p:txBody>
      </p:sp>
      <p:sp>
        <p:nvSpPr>
          <p:cNvPr id="50179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908050"/>
            <a:ext cx="8435975" cy="52181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/>
              <a:t>  </a:t>
            </a:r>
          </a:p>
          <a:p>
            <a:pPr>
              <a:buNone/>
            </a:pPr>
            <a:r>
              <a:rPr lang="pt-BR" sz="2800" dirty="0"/>
              <a:t>Arquivos </a:t>
            </a:r>
            <a:r>
              <a:rPr lang="pt-BR" sz="2800" dirty="0">
                <a:sym typeface="Wingdings" panose="05000000000000000000" pitchFamily="2" charset="2"/>
              </a:rPr>
              <a:t> </a:t>
            </a:r>
            <a:r>
              <a:rPr lang="pt-BR" sz="2800" dirty="0"/>
              <a:t>Exemplos </a:t>
            </a:r>
            <a:r>
              <a:rPr lang="pt-BR" sz="2800" dirty="0">
                <a:sym typeface="Wingdings" pitchFamily="2" charset="2"/>
              </a:rPr>
              <a:t> Digital  </a:t>
            </a:r>
            <a:r>
              <a:rPr lang="pt-BR" sz="2800" dirty="0" err="1">
                <a:sym typeface="Wingdings" pitchFamily="2" charset="2"/>
              </a:rPr>
              <a:t>BlinkWithoutDelay</a:t>
            </a:r>
            <a:r>
              <a:rPr lang="pt-BR" sz="2800" dirty="0">
                <a:sym typeface="Wingdings" pitchFamily="2" charset="2"/>
              </a:rPr>
              <a:t>.</a:t>
            </a:r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  <a:sym typeface="Wingdings" pitchFamily="2" charset="2"/>
              </a:rPr>
              <a:t>Estude o programa. </a:t>
            </a:r>
          </a:p>
          <a:p>
            <a:pPr algn="r">
              <a:buNone/>
            </a:pPr>
            <a:r>
              <a:rPr lang="pt-BR" sz="2800" dirty="0">
                <a:sym typeface="Wingdings" pitchFamily="2" charset="2"/>
              </a:rPr>
              <a:t>Altere a função para operar 5 segundos em nível HIGH e 5 segundos em nível LOW; </a:t>
            </a:r>
            <a:endParaRPr lang="pt-BR" sz="2800" b="1" i="1" u="sng" dirty="0">
              <a:solidFill>
                <a:srgbClr val="FF0000"/>
              </a:solidFill>
              <a:sym typeface="Wingdings" pitchFamily="2" charset="2"/>
            </a:endParaRPr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  <a:sym typeface="Wingdings" pitchFamily="2" charset="2"/>
              </a:rPr>
              <a:t>Diferença: </a:t>
            </a:r>
          </a:p>
          <a:p>
            <a:pPr>
              <a:buNone/>
            </a:pPr>
            <a:r>
              <a:rPr lang="pt-BR" sz="2800" b="1" i="1" u="sng" dirty="0" err="1">
                <a:solidFill>
                  <a:srgbClr val="00B050"/>
                </a:solidFill>
                <a:sym typeface="Wingdings" pitchFamily="2" charset="2"/>
              </a:rPr>
              <a:t>Blink</a:t>
            </a:r>
            <a:r>
              <a:rPr lang="pt-BR" sz="2800" b="1" i="1" u="sng" dirty="0">
                <a:solidFill>
                  <a:srgbClr val="FF0000"/>
                </a:solidFill>
                <a:sym typeface="Wingdings" pitchFamily="2" charset="2"/>
              </a:rPr>
              <a:t>:</a:t>
            </a:r>
          </a:p>
          <a:p>
            <a:pPr algn="r">
              <a:buNone/>
            </a:pPr>
            <a:r>
              <a:rPr lang="pt-BR" sz="2800" b="1" i="1" u="sng" dirty="0">
                <a:solidFill>
                  <a:srgbClr val="FF0000"/>
                </a:solidFill>
                <a:sym typeface="Wingdings" pitchFamily="2" charset="2"/>
              </a:rPr>
              <a:t>Controle de tempo via </a:t>
            </a:r>
            <a:r>
              <a:rPr lang="pt-BR" sz="2800" b="1" i="1" u="sng" dirty="0" err="1">
                <a:solidFill>
                  <a:srgbClr val="FF0000"/>
                </a:solidFill>
                <a:sym typeface="Wingdings" pitchFamily="2" charset="2"/>
              </a:rPr>
              <a:t>delay</a:t>
            </a:r>
            <a:r>
              <a:rPr lang="pt-BR" sz="2800" b="1" i="1" u="sng" dirty="0">
                <a:solidFill>
                  <a:srgbClr val="FF0000"/>
                </a:solidFill>
                <a:sym typeface="Wingdings" pitchFamily="2" charset="2"/>
              </a:rPr>
              <a:t> (tempo em milissegundos)</a:t>
            </a:r>
          </a:p>
          <a:p>
            <a:pPr>
              <a:buNone/>
            </a:pPr>
            <a:r>
              <a:rPr lang="pt-BR" sz="2800" i="1" dirty="0" err="1">
                <a:solidFill>
                  <a:srgbClr val="00B0F0"/>
                </a:solidFill>
                <a:sym typeface="Wingdings" pitchFamily="2" charset="2"/>
              </a:rPr>
              <a:t>BlinkWithoutDelay</a:t>
            </a:r>
            <a:r>
              <a:rPr lang="pt-BR" sz="2800" i="1" dirty="0">
                <a:solidFill>
                  <a:srgbClr val="00B0F0"/>
                </a:solidFill>
                <a:sym typeface="Wingdings" pitchFamily="2" charset="2"/>
              </a:rPr>
              <a:t>:</a:t>
            </a:r>
          </a:p>
          <a:p>
            <a:pPr algn="r">
              <a:buNone/>
            </a:pPr>
            <a:r>
              <a:rPr lang="pt-BR" sz="2800" i="1" dirty="0">
                <a:solidFill>
                  <a:srgbClr val="00B0F0"/>
                </a:solidFill>
                <a:sym typeface="Wingdings" pitchFamily="2" charset="2"/>
              </a:rPr>
              <a:t> Controle de tempo via lógica de programação</a:t>
            </a:r>
            <a:r>
              <a:rPr lang="pt-BR" sz="2800" dirty="0"/>
              <a:t> </a:t>
            </a:r>
          </a:p>
          <a:p>
            <a:endParaRPr lang="pt-BR" dirty="0"/>
          </a:p>
          <a:p>
            <a:pPr>
              <a:buFont typeface="Arial" charset="0"/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pt-BR" dirty="0"/>
              <a:t>Estudo: </a:t>
            </a:r>
            <a:r>
              <a:rPr lang="pt-BR" dirty="0" err="1"/>
              <a:t>BlinkWithoutDelay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4360" y="908720"/>
            <a:ext cx="8538120" cy="576064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int </a:t>
            </a:r>
            <a:r>
              <a:rPr lang="en-US" dirty="0" err="1"/>
              <a:t>ledState</a:t>
            </a:r>
            <a:r>
              <a:rPr lang="en-US" dirty="0"/>
              <a:t> = LOW;     long </a:t>
            </a:r>
            <a:r>
              <a:rPr lang="en-US" dirty="0" err="1"/>
              <a:t>previousMillis</a:t>
            </a:r>
            <a:r>
              <a:rPr lang="en-US" dirty="0"/>
              <a:t> = 0;</a:t>
            </a:r>
          </a:p>
          <a:p>
            <a:pPr>
              <a:buNone/>
            </a:pPr>
            <a:r>
              <a:rPr lang="en-US" dirty="0"/>
              <a:t>//</a:t>
            </a:r>
            <a:r>
              <a:rPr lang="en-US" dirty="0" err="1"/>
              <a:t>Contagem</a:t>
            </a:r>
            <a:r>
              <a:rPr lang="en-US" dirty="0"/>
              <a:t> </a:t>
            </a:r>
            <a:r>
              <a:rPr lang="en-US" dirty="0" err="1"/>
              <a:t>absoluta</a:t>
            </a:r>
            <a:r>
              <a:rPr lang="en-US" dirty="0"/>
              <a:t> do tempo  long?? 32 bits</a:t>
            </a:r>
            <a:r>
              <a:rPr lang="en-US" dirty="0">
                <a:sym typeface="Wingdings" panose="05000000000000000000" pitchFamily="2" charset="2"/>
              </a:rPr>
              <a:t> 2^32=4G</a:t>
            </a:r>
            <a:endParaRPr lang="en-US" dirty="0"/>
          </a:p>
          <a:p>
            <a:pPr>
              <a:buNone/>
            </a:pPr>
            <a:r>
              <a:rPr lang="en-US" dirty="0"/>
              <a:t> // </a:t>
            </a:r>
            <a:r>
              <a:rPr lang="en-US" dirty="0" err="1"/>
              <a:t>ledState</a:t>
            </a:r>
            <a:r>
              <a:rPr lang="en-US" dirty="0"/>
              <a:t> store last time LED was updated</a:t>
            </a:r>
          </a:p>
          <a:p>
            <a:pPr>
              <a:buNone/>
            </a:pPr>
            <a:r>
              <a:rPr lang="en-US" dirty="0"/>
              <a:t>long interval = 1000;           // interval at which to blink (milliseconds). </a:t>
            </a:r>
          </a:p>
          <a:p>
            <a:pPr>
              <a:buNone/>
            </a:pPr>
            <a:r>
              <a:rPr lang="en-US" dirty="0"/>
              <a:t>void setup() {        </a:t>
            </a:r>
            <a:r>
              <a:rPr lang="en-US" dirty="0" err="1"/>
              <a:t>pinMode</a:t>
            </a:r>
            <a:r>
              <a:rPr lang="en-US" dirty="0"/>
              <a:t>(13, OUTPUT);     }</a:t>
            </a:r>
          </a:p>
          <a:p>
            <a:pPr>
              <a:buNone/>
            </a:pPr>
            <a:r>
              <a:rPr lang="en-US" dirty="0"/>
              <a:t>void loop()  {</a:t>
            </a:r>
          </a:p>
          <a:p>
            <a:pPr>
              <a:buNone/>
            </a:pPr>
            <a:r>
              <a:rPr lang="en-US" dirty="0"/>
              <a:t>/*check to see if it's time to blink the LED; that is, if the difference between</a:t>
            </a:r>
          </a:p>
          <a:p>
            <a:pPr>
              <a:buNone/>
            </a:pPr>
            <a:r>
              <a:rPr lang="en-US" dirty="0"/>
              <a:t>  the current time and last time you blinked the LED is bigger than the interval at which you want to blink the LED. */</a:t>
            </a:r>
          </a:p>
          <a:p>
            <a:pPr>
              <a:buNone/>
            </a:pPr>
            <a:r>
              <a:rPr lang="en-US" dirty="0"/>
              <a:t>  unsigned long </a:t>
            </a:r>
            <a:r>
              <a:rPr lang="en-US" dirty="0" err="1"/>
              <a:t>currentMillis</a:t>
            </a:r>
            <a:r>
              <a:rPr lang="en-US" dirty="0"/>
              <a:t> = </a:t>
            </a:r>
            <a:r>
              <a:rPr lang="en-US" dirty="0" err="1"/>
              <a:t>millis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  if(</a:t>
            </a:r>
            <a:r>
              <a:rPr lang="en-US" dirty="0" err="1"/>
              <a:t>currentMillis</a:t>
            </a:r>
            <a:r>
              <a:rPr lang="en-US" dirty="0"/>
              <a:t> - </a:t>
            </a:r>
            <a:r>
              <a:rPr lang="en-US" dirty="0" err="1"/>
              <a:t>previousMillis</a:t>
            </a:r>
            <a:r>
              <a:rPr lang="en-US" dirty="0"/>
              <a:t> &gt; interval) { </a:t>
            </a:r>
          </a:p>
          <a:p>
            <a:pPr>
              <a:buNone/>
            </a:pPr>
            <a:r>
              <a:rPr lang="en-US" dirty="0"/>
              <a:t>                 </a:t>
            </a:r>
            <a:r>
              <a:rPr lang="en-US" dirty="0" err="1"/>
              <a:t>previousMillis</a:t>
            </a:r>
            <a:r>
              <a:rPr lang="en-US" dirty="0"/>
              <a:t> = </a:t>
            </a:r>
            <a:r>
              <a:rPr lang="en-US" dirty="0" err="1"/>
              <a:t>currentMillis</a:t>
            </a:r>
            <a:r>
              <a:rPr lang="en-US" dirty="0"/>
              <a:t>;   </a:t>
            </a:r>
          </a:p>
          <a:p>
            <a:pPr>
              <a:buNone/>
            </a:pPr>
            <a:r>
              <a:rPr lang="en-US" dirty="0"/>
              <a:t>                     if (</a:t>
            </a:r>
            <a:r>
              <a:rPr lang="en-US" dirty="0" err="1"/>
              <a:t>ledState</a:t>
            </a:r>
            <a:r>
              <a:rPr lang="en-US" dirty="0"/>
              <a:t> == LOW)   { </a:t>
            </a:r>
            <a:r>
              <a:rPr lang="en-US" dirty="0" err="1"/>
              <a:t>ledState</a:t>
            </a:r>
            <a:r>
              <a:rPr lang="en-US" dirty="0"/>
              <a:t> = HIGH;}</a:t>
            </a:r>
          </a:p>
          <a:p>
            <a:pPr>
              <a:buNone/>
            </a:pPr>
            <a:r>
              <a:rPr lang="en-US" dirty="0"/>
              <a:t>                     else  </a:t>
            </a:r>
            <a:r>
              <a:rPr lang="en-US" dirty="0" err="1"/>
              <a:t>ledState</a:t>
            </a:r>
            <a:r>
              <a:rPr lang="en-US" dirty="0"/>
              <a:t> = LOW;</a:t>
            </a:r>
          </a:p>
          <a:p>
            <a:pPr>
              <a:buNone/>
            </a:pPr>
            <a:r>
              <a:rPr lang="en-US" dirty="0"/>
              <a:t>                 // set the LED with the </a:t>
            </a:r>
            <a:r>
              <a:rPr lang="en-US" dirty="0" err="1"/>
              <a:t>ledState</a:t>
            </a:r>
            <a:r>
              <a:rPr lang="en-US" dirty="0"/>
              <a:t> of the variable:</a:t>
            </a:r>
          </a:p>
          <a:p>
            <a:pPr>
              <a:buNone/>
            </a:pPr>
            <a:r>
              <a:rPr lang="en-US" dirty="0"/>
              <a:t>                 </a:t>
            </a:r>
            <a:r>
              <a:rPr lang="en-US" dirty="0" err="1"/>
              <a:t>digitalWrite</a:t>
            </a:r>
            <a:r>
              <a:rPr lang="en-US" dirty="0"/>
              <a:t>(13, </a:t>
            </a:r>
            <a:r>
              <a:rPr lang="en-US" dirty="0" err="1"/>
              <a:t>ledState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                                               }</a:t>
            </a:r>
          </a:p>
          <a:p>
            <a:pPr>
              <a:buNone/>
            </a:pPr>
            <a:r>
              <a:rPr lang="en-US" dirty="0"/>
              <a:t>//</a:t>
            </a:r>
            <a:r>
              <a:rPr lang="en-US" dirty="0" err="1"/>
              <a:t>faça</a:t>
            </a:r>
            <a:r>
              <a:rPr lang="en-US" dirty="0"/>
              <a:t> </a:t>
            </a:r>
            <a:r>
              <a:rPr lang="en-US" dirty="0" err="1"/>
              <a:t>alguma</a:t>
            </a:r>
            <a:r>
              <a:rPr lang="en-US" dirty="0"/>
              <a:t> </a:t>
            </a:r>
            <a:r>
              <a:rPr lang="en-US" dirty="0" err="1"/>
              <a:t>coisa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      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pt-BR" dirty="0"/>
              <a:t>Atenção para a sintaxe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08720"/>
            <a:ext cx="8928992" cy="521744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000" dirty="0"/>
              <a:t>Case sensitive: </a:t>
            </a:r>
            <a:r>
              <a:rPr lang="en-US" sz="3000" dirty="0" err="1"/>
              <a:t>D</a:t>
            </a:r>
            <a:r>
              <a:rPr lang="en-US" sz="3000" dirty="0" err="1" smtClean="0"/>
              <a:t>iferenciação</a:t>
            </a:r>
            <a:r>
              <a:rPr lang="en-US" sz="3000" dirty="0" smtClean="0"/>
              <a:t> </a:t>
            </a:r>
            <a:r>
              <a:rPr lang="en-US" sz="3000" dirty="0"/>
              <a:t>entre </a:t>
            </a:r>
            <a:r>
              <a:rPr lang="en-US" sz="3000" dirty="0" err="1"/>
              <a:t>maiúscula</a:t>
            </a:r>
            <a:r>
              <a:rPr lang="en-US" sz="3000" dirty="0"/>
              <a:t> e </a:t>
            </a:r>
            <a:r>
              <a:rPr lang="en-US" sz="3000" dirty="0" err="1"/>
              <a:t>minuscula</a:t>
            </a:r>
            <a:r>
              <a:rPr lang="en-US" sz="3000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int </a:t>
            </a:r>
            <a:r>
              <a:rPr lang="en-US" dirty="0" err="1"/>
              <a:t>ledState</a:t>
            </a:r>
            <a:r>
              <a:rPr lang="en-US" dirty="0"/>
              <a:t> = LOW;</a:t>
            </a:r>
          </a:p>
          <a:p>
            <a:pPr algn="r">
              <a:buNone/>
            </a:pPr>
            <a:r>
              <a:rPr lang="en-US" dirty="0">
                <a:solidFill>
                  <a:srgbClr val="FF0000"/>
                </a:solidFill>
              </a:rPr>
              <a:t>LOW/HIGH: </a:t>
            </a:r>
            <a:r>
              <a:rPr lang="en-US" dirty="0"/>
              <a:t> </a:t>
            </a:r>
            <a:r>
              <a:rPr lang="en-US" dirty="0" err="1"/>
              <a:t>maiúsculas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pinMode</a:t>
            </a:r>
            <a:r>
              <a:rPr lang="en-US" dirty="0"/>
              <a:t>(13, OUTPUT);</a:t>
            </a:r>
          </a:p>
          <a:p>
            <a:pPr marL="0" indent="0" algn="r">
              <a:buNone/>
            </a:pPr>
            <a:r>
              <a:rPr lang="en-US" dirty="0" smtClean="0">
                <a:solidFill>
                  <a:srgbClr val="FF0000"/>
                </a:solidFill>
              </a:rPr>
              <a:t>INPUT/OUTPUT</a:t>
            </a:r>
            <a:r>
              <a:rPr lang="en-US" dirty="0" smtClean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maiúsculas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digitalWrite</a:t>
            </a:r>
            <a:r>
              <a:rPr lang="en-US" dirty="0"/>
              <a:t>(13, </a:t>
            </a:r>
            <a:r>
              <a:rPr lang="en-US" dirty="0" err="1"/>
              <a:t>ledState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        if (</a:t>
            </a:r>
            <a:r>
              <a:rPr lang="en-US" dirty="0" err="1"/>
              <a:t>ledState</a:t>
            </a:r>
            <a:r>
              <a:rPr lang="en-US" dirty="0"/>
              <a:t> == LOW)   { </a:t>
            </a:r>
            <a:r>
              <a:rPr lang="en-US" dirty="0" err="1"/>
              <a:t>ledState</a:t>
            </a:r>
            <a:r>
              <a:rPr lang="en-US" dirty="0"/>
              <a:t> = HIGH;}</a:t>
            </a:r>
          </a:p>
          <a:p>
            <a:pPr>
              <a:buNone/>
            </a:pPr>
            <a:r>
              <a:rPr lang="en-US" dirty="0"/>
              <a:t>                    else  </a:t>
            </a:r>
            <a:r>
              <a:rPr lang="en-US" dirty="0" err="1"/>
              <a:t>ledState</a:t>
            </a:r>
            <a:r>
              <a:rPr lang="en-US" dirty="0"/>
              <a:t> = LOW;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8729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Função </a:t>
            </a:r>
            <a:r>
              <a:rPr lang="pt-BR" dirty="0" err="1"/>
              <a:t>mills</a:t>
            </a:r>
            <a:r>
              <a:rPr lang="pt-BR" dirty="0"/>
              <a:t>()</a:t>
            </a:r>
            <a:br>
              <a:rPr lang="pt-BR" dirty="0"/>
            </a:br>
            <a:r>
              <a:rPr lang="pt-BR" dirty="0"/>
              <a:t>Função da biblioteca Arduino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millis</a:t>
            </a:r>
            <a:r>
              <a:rPr lang="en-US" b="1" dirty="0"/>
              <a:t>()</a:t>
            </a:r>
          </a:p>
          <a:p>
            <a:r>
              <a:rPr lang="en-US" dirty="0"/>
              <a:t>Description</a:t>
            </a:r>
          </a:p>
          <a:p>
            <a:r>
              <a:rPr lang="en-US" dirty="0"/>
              <a:t>Returns the number of milliseconds since the Arduino board began running the current program. This number will overflow (go back to zero), after approximately 50 days.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Monitor Serial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05000" y="2743994"/>
            <a:ext cx="5334000" cy="2238375"/>
          </a:xfrm>
          <a:prstGeom prst="rect">
            <a:avLst/>
          </a:prstGeom>
        </p:spPr>
      </p:pic>
      <p:sp>
        <p:nvSpPr>
          <p:cNvPr id="6" name="Seta para Baixo 5"/>
          <p:cNvSpPr/>
          <p:nvPr/>
        </p:nvSpPr>
        <p:spPr>
          <a:xfrm>
            <a:off x="5076056" y="980728"/>
            <a:ext cx="3528392" cy="20162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002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504" y="0"/>
            <a:ext cx="9036496" cy="1143000"/>
          </a:xfrm>
        </p:spPr>
        <p:txBody>
          <a:bodyPr>
            <a:normAutofit/>
          </a:bodyPr>
          <a:lstStyle/>
          <a:p>
            <a:r>
              <a:rPr lang="pt-BR" sz="2800" dirty="0"/>
              <a:t>Monitor serial</a:t>
            </a:r>
            <a:br>
              <a:rPr lang="pt-BR" sz="2800" dirty="0"/>
            </a:br>
            <a:r>
              <a:rPr lang="pt-BR" sz="2800" dirty="0"/>
              <a:t>Exemplo 1. Recurso para saída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268760"/>
            <a:ext cx="843528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// Comunicação via USB.</a:t>
            </a:r>
          </a:p>
          <a:p>
            <a:pPr marL="0" indent="0">
              <a:buNone/>
            </a:pPr>
            <a:r>
              <a:rPr lang="pt-BR" dirty="0"/>
              <a:t>// Ícone no canto superior esquerdo. Exemplo</a:t>
            </a:r>
          </a:p>
          <a:p>
            <a:pPr marL="0" indent="0">
              <a:buNone/>
            </a:pPr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>
                <a:solidFill>
                  <a:srgbClr val="FF0000"/>
                </a:solidFill>
              </a:rPr>
              <a:t> n = 1;  </a:t>
            </a:r>
            <a:r>
              <a:rPr lang="pt-BR" dirty="0"/>
              <a:t>// variável global</a:t>
            </a:r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setup ( )     {     Serial.</a:t>
            </a:r>
            <a:r>
              <a:rPr lang="pt-BR" dirty="0" err="1"/>
              <a:t>begin</a:t>
            </a:r>
            <a:r>
              <a:rPr lang="pt-BR" dirty="0"/>
              <a:t>(9600);   }</a:t>
            </a:r>
          </a:p>
          <a:p>
            <a:pPr marL="0" indent="0">
              <a:buNone/>
            </a:pPr>
            <a:r>
              <a:rPr lang="pt-BR" dirty="0"/>
              <a:t>// Inicializa a comunicação serial com 9600 </a:t>
            </a:r>
            <a:r>
              <a:rPr lang="pt-BR" dirty="0" err="1">
                <a:solidFill>
                  <a:srgbClr val="FF0000"/>
                </a:solidFill>
              </a:rPr>
              <a:t>bauds</a:t>
            </a:r>
            <a:r>
              <a:rPr lang="pt-BR" dirty="0">
                <a:solidFill>
                  <a:srgbClr val="FF0000"/>
                </a:solidFill>
              </a:rPr>
              <a:t> </a:t>
            </a:r>
            <a:r>
              <a:rPr lang="pt-BR" dirty="0" smtClean="0">
                <a:solidFill>
                  <a:srgbClr val="FF0000"/>
                </a:solidFill>
              </a:rPr>
              <a:t>(bits por segundos)</a:t>
            </a: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loop()        {</a:t>
            </a:r>
          </a:p>
          <a:p>
            <a:pPr marL="0" indent="0">
              <a:buNone/>
            </a:pPr>
            <a:r>
              <a:rPr lang="pt-BR" dirty="0"/>
              <a:t>//A saída pela interface serial é recebida no monitor serial         </a:t>
            </a:r>
          </a:p>
          <a:p>
            <a:pPr marL="0" indent="0">
              <a:buNone/>
            </a:pPr>
            <a:r>
              <a:rPr lang="pt-BR" dirty="0"/>
              <a:t>         Serial.</a:t>
            </a:r>
            <a:r>
              <a:rPr lang="pt-BR" dirty="0" err="1"/>
              <a:t>print</a:t>
            </a:r>
            <a:r>
              <a:rPr lang="pt-BR" dirty="0"/>
              <a:t>(n); n=n+1; </a:t>
            </a:r>
          </a:p>
          <a:p>
            <a:pPr marL="0" indent="0">
              <a:buNone/>
            </a:pPr>
            <a:r>
              <a:rPr lang="pt-BR" dirty="0"/>
              <a:t>         </a:t>
            </a:r>
            <a:r>
              <a:rPr lang="pt-BR" dirty="0" err="1"/>
              <a:t>Serial.println</a:t>
            </a:r>
            <a:r>
              <a:rPr lang="pt-BR" dirty="0"/>
              <a:t>(": Alo Mundo!");</a:t>
            </a:r>
          </a:p>
          <a:p>
            <a:pPr marL="0" indent="0">
              <a:buNone/>
            </a:pPr>
            <a:r>
              <a:rPr lang="pt-BR" dirty="0"/>
              <a:t>//</a:t>
            </a:r>
            <a:r>
              <a:rPr lang="pt-BR" dirty="0" err="1"/>
              <a:t>ln</a:t>
            </a:r>
            <a:r>
              <a:rPr lang="pt-BR" dirty="0"/>
              <a:t>: </a:t>
            </a:r>
            <a:r>
              <a:rPr lang="pt-BR" dirty="0" err="1"/>
              <a:t>line</a:t>
            </a:r>
            <a:r>
              <a:rPr lang="pt-BR" dirty="0"/>
              <a:t> new</a:t>
            </a:r>
          </a:p>
          <a:p>
            <a:pPr marL="0" indent="0">
              <a:buNone/>
            </a:pPr>
            <a:r>
              <a:rPr lang="pt-BR" dirty="0"/>
              <a:t>         </a:t>
            </a:r>
            <a:r>
              <a:rPr lang="pt-BR" dirty="0" err="1"/>
              <a:t>delay</a:t>
            </a:r>
            <a:r>
              <a:rPr lang="pt-BR" dirty="0"/>
              <a:t>(2000);</a:t>
            </a:r>
          </a:p>
          <a:p>
            <a:pPr marL="0" indent="0">
              <a:buNone/>
            </a:pPr>
            <a:r>
              <a:rPr lang="pt-BR" dirty="0"/>
              <a:t>                             </a:t>
            </a:r>
            <a:r>
              <a:rPr lang="en-US" dirty="0" smtClean="0"/>
              <a:t>} </a:t>
            </a:r>
            <a:r>
              <a:rPr lang="en-US" dirty="0" smtClean="0"/>
              <a:t>//</a:t>
            </a:r>
          </a:p>
          <a:p>
            <a:pPr marL="0" indent="0">
              <a:buNone/>
            </a:pPr>
            <a:r>
              <a:rPr lang="en-US" dirty="0" smtClean="0"/>
              <a:t>Observe a </a:t>
            </a:r>
            <a:r>
              <a:rPr lang="en-US" dirty="0" err="1" smtClean="0"/>
              <a:t>diferença</a:t>
            </a:r>
            <a:r>
              <a:rPr lang="en-US" dirty="0" smtClean="0"/>
              <a:t> entre </a:t>
            </a:r>
            <a:r>
              <a:rPr lang="en-US" dirty="0" err="1" smtClean="0"/>
              <a:t>entre</a:t>
            </a:r>
            <a:r>
              <a:rPr lang="en-US" dirty="0" smtClean="0"/>
              <a:t> </a:t>
            </a:r>
            <a:r>
              <a:rPr lang="pt-BR" dirty="0"/>
              <a:t> </a:t>
            </a:r>
            <a:r>
              <a:rPr lang="pt-BR" dirty="0" err="1"/>
              <a:t>Serial.print</a:t>
            </a:r>
            <a:r>
              <a:rPr lang="pt-BR" dirty="0"/>
              <a:t>(n</a:t>
            </a:r>
            <a:r>
              <a:rPr lang="pt-BR" dirty="0" smtClean="0"/>
              <a:t>)  </a:t>
            </a:r>
            <a:r>
              <a:rPr lang="pt-BR" dirty="0" err="1" smtClean="0"/>
              <a:t>Serial.println</a:t>
            </a:r>
            <a:r>
              <a:rPr lang="pt-BR" dirty="0" smtClean="0"/>
              <a:t> (n)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0780"/>
            <a:ext cx="8229600" cy="565932"/>
          </a:xfrm>
        </p:spPr>
        <p:txBody>
          <a:bodyPr>
            <a:noAutofit/>
          </a:bodyPr>
          <a:lstStyle/>
          <a:p>
            <a:r>
              <a:rPr lang="pt-BR" sz="3200" dirty="0"/>
              <a:t>Monitor serial. Contagem de tempo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pt-BR" dirty="0" err="1"/>
              <a:t>unsigned</a:t>
            </a:r>
            <a:r>
              <a:rPr lang="pt-BR" dirty="0"/>
              <a:t> </a:t>
            </a:r>
            <a:r>
              <a:rPr lang="pt-BR" dirty="0" err="1"/>
              <a:t>long</a:t>
            </a:r>
            <a:r>
              <a:rPr lang="pt-BR" dirty="0"/>
              <a:t> time; </a:t>
            </a:r>
          </a:p>
          <a:p>
            <a:pPr>
              <a:buNone/>
            </a:pPr>
            <a:r>
              <a:rPr lang="pt-BR" dirty="0"/>
              <a:t>//time ; variável global</a:t>
            </a:r>
          </a:p>
          <a:p>
            <a:pPr>
              <a:buNone/>
            </a:pPr>
            <a:r>
              <a:rPr lang="pt-BR" dirty="0" err="1"/>
              <a:t>void</a:t>
            </a:r>
            <a:r>
              <a:rPr lang="pt-BR" dirty="0"/>
              <a:t> setup()</a:t>
            </a:r>
          </a:p>
          <a:p>
            <a:pPr>
              <a:buNone/>
            </a:pPr>
            <a:r>
              <a:rPr lang="pt-BR" dirty="0"/>
              <a:t>	{</a:t>
            </a:r>
            <a:r>
              <a:rPr lang="pt-BR" dirty="0" err="1"/>
              <a:t>Serial.begin</a:t>
            </a:r>
            <a:r>
              <a:rPr lang="pt-BR" dirty="0"/>
              <a:t>(9600); }</a:t>
            </a:r>
          </a:p>
          <a:p>
            <a:pPr>
              <a:buNone/>
            </a:pP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loop()            </a:t>
            </a:r>
          </a:p>
          <a:p>
            <a:pPr>
              <a:buNone/>
            </a:pPr>
            <a:r>
              <a:rPr lang="pt-BR" dirty="0"/>
              <a:t>	{</a:t>
            </a:r>
            <a:r>
              <a:rPr lang="pt-BR" dirty="0" err="1"/>
              <a:t>Serial.print</a:t>
            </a:r>
            <a:r>
              <a:rPr lang="pt-BR" dirty="0"/>
              <a:t>("Time: "); </a:t>
            </a:r>
          </a:p>
          <a:p>
            <a:pPr>
              <a:buNone/>
            </a:pPr>
            <a:r>
              <a:rPr lang="pt-BR" dirty="0"/>
              <a:t>     time = </a:t>
            </a:r>
            <a:r>
              <a:rPr lang="pt-BR" dirty="0" err="1"/>
              <a:t>millis</a:t>
            </a:r>
            <a:r>
              <a:rPr lang="pt-BR" dirty="0"/>
              <a:t>(); </a:t>
            </a:r>
          </a:p>
          <a:p>
            <a:pPr>
              <a:buNone/>
            </a:pPr>
            <a:r>
              <a:rPr lang="pt-BR" dirty="0"/>
              <a:t>  //</a:t>
            </a:r>
            <a:r>
              <a:rPr lang="pt-BR" dirty="0" err="1"/>
              <a:t>prints</a:t>
            </a:r>
            <a:r>
              <a:rPr lang="pt-BR" dirty="0"/>
              <a:t> time </a:t>
            </a:r>
            <a:r>
              <a:rPr lang="pt-BR" dirty="0" err="1"/>
              <a:t>since</a:t>
            </a:r>
            <a:r>
              <a:rPr lang="pt-BR" dirty="0"/>
              <a:t> </a:t>
            </a:r>
            <a:r>
              <a:rPr lang="pt-BR" dirty="0" err="1"/>
              <a:t>program</a:t>
            </a:r>
            <a:r>
              <a:rPr lang="pt-BR" dirty="0"/>
              <a:t> </a:t>
            </a:r>
            <a:r>
              <a:rPr lang="pt-BR" dirty="0" err="1"/>
              <a:t>started</a:t>
            </a:r>
            <a:endParaRPr lang="pt-BR" dirty="0"/>
          </a:p>
          <a:p>
            <a:pPr>
              <a:buNone/>
            </a:pPr>
            <a:r>
              <a:rPr lang="pt-BR" dirty="0"/>
              <a:t> </a:t>
            </a:r>
            <a:r>
              <a:rPr lang="pt-BR" dirty="0" err="1"/>
              <a:t>Serial.println</a:t>
            </a:r>
            <a:r>
              <a:rPr lang="pt-BR" dirty="0"/>
              <a:t>(time);</a:t>
            </a:r>
          </a:p>
          <a:p>
            <a:pPr>
              <a:buNone/>
            </a:pPr>
            <a:r>
              <a:rPr lang="pt-BR" dirty="0"/>
              <a:t>         </a:t>
            </a:r>
            <a:r>
              <a:rPr lang="pt-BR" dirty="0" err="1"/>
              <a:t>delay</a:t>
            </a:r>
            <a:r>
              <a:rPr lang="pt-BR" dirty="0"/>
              <a:t>(1000);  }</a:t>
            </a:r>
          </a:p>
          <a:p>
            <a:pPr>
              <a:buNone/>
            </a:pPr>
            <a:r>
              <a:rPr lang="pt-BR" dirty="0"/>
              <a:t>/*Altere o programa para imprimir minutos e segundos.</a:t>
            </a:r>
          </a:p>
          <a:p>
            <a:pPr>
              <a:buNone/>
            </a:pPr>
            <a:r>
              <a:rPr lang="pt-BR" dirty="0"/>
              <a:t>Use divisão por inteiro ( / )  e resto de divisão ( % ).</a:t>
            </a:r>
          </a:p>
          <a:p>
            <a:pPr>
              <a:buNone/>
            </a:pPr>
            <a:r>
              <a:rPr lang="pt-BR" dirty="0"/>
              <a:t>Exemplos: 13/4=3            13%4=1   */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Questões para avaliação e relatório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Como operam as funções:</a:t>
            </a:r>
          </a:p>
          <a:p>
            <a:r>
              <a:rPr lang="pt-BR" dirty="0" err="1"/>
              <a:t>Serial.begin</a:t>
            </a:r>
            <a:r>
              <a:rPr lang="pt-BR" dirty="0"/>
              <a:t>(9600);</a:t>
            </a:r>
          </a:p>
          <a:p>
            <a:pPr marL="0" indent="0" algn="r">
              <a:buNone/>
            </a:pPr>
            <a:r>
              <a:rPr lang="pt-BR" dirty="0"/>
              <a:t>Inicializa a comunicação em 9600bps(</a:t>
            </a:r>
            <a:r>
              <a:rPr lang="pt-BR" dirty="0" err="1"/>
              <a:t>bauds</a:t>
            </a:r>
            <a:r>
              <a:rPr lang="pt-BR" dirty="0"/>
              <a:t>)</a:t>
            </a:r>
          </a:p>
          <a:p>
            <a:r>
              <a:rPr lang="pt-BR" dirty="0" err="1"/>
              <a:t>Serial.print</a:t>
            </a:r>
            <a:r>
              <a:rPr lang="pt-BR" dirty="0"/>
              <a:t>(n)</a:t>
            </a:r>
          </a:p>
          <a:p>
            <a:pPr marL="0" indent="0" algn="r">
              <a:buNone/>
            </a:pPr>
            <a:r>
              <a:rPr lang="pt-BR" dirty="0"/>
              <a:t>Imprime a variável n (Tipo: inteira, real,</a:t>
            </a:r>
          </a:p>
          <a:p>
            <a:r>
              <a:rPr lang="pt-BR" dirty="0" err="1"/>
              <a:t>Serial.print</a:t>
            </a:r>
            <a:r>
              <a:rPr lang="pt-BR" dirty="0"/>
              <a:t>(“Fatec”);</a:t>
            </a:r>
          </a:p>
          <a:p>
            <a:pPr marL="0" indent="0" algn="r">
              <a:buNone/>
            </a:pPr>
            <a:r>
              <a:rPr lang="pt-BR" dirty="0"/>
              <a:t>?????</a:t>
            </a:r>
          </a:p>
          <a:p>
            <a:r>
              <a:rPr lang="pt-BR" dirty="0" err="1"/>
              <a:t>Serial.println</a:t>
            </a:r>
            <a:r>
              <a:rPr lang="pt-BR" dirty="0"/>
              <a:t>(": Alo Mundo!”);</a:t>
            </a:r>
          </a:p>
          <a:p>
            <a:pPr marL="0" indent="0" algn="r">
              <a:buNone/>
            </a:pPr>
            <a:r>
              <a:rPr lang="pt-BR" dirty="0"/>
              <a:t>?????</a:t>
            </a:r>
          </a:p>
        </p:txBody>
      </p:sp>
    </p:spTree>
    <p:extLst>
      <p:ext uri="{BB962C8B-B14F-4D97-AF65-F5344CB8AC3E}">
        <p14:creationId xmlns:p14="http://schemas.microsoft.com/office/powerpoint/2010/main" val="4174672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97755"/>
            <a:ext cx="8229600" cy="634082"/>
          </a:xfrm>
        </p:spPr>
        <p:txBody>
          <a:bodyPr>
            <a:normAutofit/>
          </a:bodyPr>
          <a:lstStyle/>
          <a:p>
            <a:r>
              <a:rPr lang="pt-BR" sz="3200" dirty="0"/>
              <a:t>Exemplo: Um </a:t>
            </a:r>
            <a:r>
              <a:rPr lang="pt-BR" sz="3200" dirty="0" smtClean="0"/>
              <a:t>“relógio” simplificado</a:t>
            </a: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3943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err="1"/>
              <a:t>unsigned</a:t>
            </a:r>
            <a:r>
              <a:rPr lang="pt-BR" dirty="0"/>
              <a:t> </a:t>
            </a:r>
            <a:r>
              <a:rPr lang="pt-BR" b="1" dirty="0" err="1">
                <a:solidFill>
                  <a:srgbClr val="FF0000"/>
                </a:solidFill>
              </a:rPr>
              <a:t>long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/>
              <a:t>time;</a:t>
            </a:r>
          </a:p>
          <a:p>
            <a:pPr marL="0" indent="0">
              <a:buNone/>
            </a:pPr>
            <a:r>
              <a:rPr lang="pt-BR" dirty="0" err="1"/>
              <a:t>unsigned</a:t>
            </a:r>
            <a:r>
              <a:rPr lang="pt-BR" dirty="0"/>
              <a:t> </a:t>
            </a:r>
            <a:r>
              <a:rPr lang="pt-BR" dirty="0" err="1"/>
              <a:t>long</a:t>
            </a:r>
            <a:r>
              <a:rPr lang="pt-BR" dirty="0"/>
              <a:t> segundo; </a:t>
            </a:r>
            <a:r>
              <a:rPr lang="pt-BR" dirty="0" err="1"/>
              <a:t>unsigned</a:t>
            </a:r>
            <a:r>
              <a:rPr lang="pt-BR" dirty="0"/>
              <a:t> </a:t>
            </a:r>
            <a:r>
              <a:rPr lang="pt-BR" dirty="0" err="1"/>
              <a:t>long</a:t>
            </a:r>
            <a:r>
              <a:rPr lang="pt-BR" dirty="0"/>
              <a:t> minuto; </a:t>
            </a:r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setup(){    Serial.</a:t>
            </a:r>
            <a:r>
              <a:rPr lang="pt-BR" dirty="0" err="1"/>
              <a:t>begin</a:t>
            </a:r>
            <a:r>
              <a:rPr lang="pt-BR" dirty="0"/>
              <a:t>(9600);   }</a:t>
            </a:r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loop(){</a:t>
            </a:r>
          </a:p>
          <a:p>
            <a:pPr marL="0" indent="0">
              <a:buNone/>
            </a:pPr>
            <a:r>
              <a:rPr lang="pt-BR" dirty="0"/>
              <a:t>  time = </a:t>
            </a:r>
            <a:r>
              <a:rPr lang="pt-BR" dirty="0" err="1"/>
              <a:t>millis</a:t>
            </a:r>
            <a:r>
              <a:rPr lang="pt-BR" dirty="0"/>
              <a:t>()/1000; </a:t>
            </a:r>
          </a:p>
          <a:p>
            <a:pPr marL="0" indent="0">
              <a:buNone/>
            </a:pPr>
            <a:r>
              <a:rPr lang="pt-BR" dirty="0"/>
              <a:t>  segundo = time%60; </a:t>
            </a:r>
          </a:p>
          <a:p>
            <a:pPr marL="0" indent="0">
              <a:buNone/>
            </a:pPr>
            <a:r>
              <a:rPr lang="pt-BR" dirty="0"/>
              <a:t>   minuto = time/60;</a:t>
            </a:r>
          </a:p>
          <a:p>
            <a:pPr marL="0" indent="0">
              <a:buNone/>
            </a:pPr>
            <a:r>
              <a:rPr lang="pt-BR" dirty="0"/>
              <a:t>   //</a:t>
            </a:r>
            <a:r>
              <a:rPr lang="pt-BR" dirty="0" err="1"/>
              <a:t>prints</a:t>
            </a:r>
            <a:r>
              <a:rPr lang="pt-BR" dirty="0"/>
              <a:t> time </a:t>
            </a:r>
            <a:r>
              <a:rPr lang="pt-BR" dirty="0" err="1"/>
              <a:t>since</a:t>
            </a:r>
            <a:r>
              <a:rPr lang="pt-BR" dirty="0"/>
              <a:t> </a:t>
            </a:r>
            <a:r>
              <a:rPr lang="pt-BR" dirty="0" err="1"/>
              <a:t>program</a:t>
            </a:r>
            <a:r>
              <a:rPr lang="pt-BR" dirty="0"/>
              <a:t> </a:t>
            </a:r>
            <a:r>
              <a:rPr lang="pt-BR" dirty="0" err="1"/>
              <a:t>started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Serial.</a:t>
            </a:r>
            <a:r>
              <a:rPr lang="pt-BR" dirty="0" err="1"/>
              <a:t>print</a:t>
            </a:r>
            <a:r>
              <a:rPr lang="pt-BR" dirty="0"/>
              <a:t>("     Minuto: "); Serial.</a:t>
            </a:r>
            <a:r>
              <a:rPr lang="pt-BR" dirty="0" err="1"/>
              <a:t>print</a:t>
            </a:r>
            <a:r>
              <a:rPr lang="pt-BR" dirty="0"/>
              <a:t>(minuto);</a:t>
            </a:r>
          </a:p>
          <a:p>
            <a:pPr marL="0" indent="0">
              <a:buNone/>
            </a:pPr>
            <a:r>
              <a:rPr lang="pt-BR" dirty="0"/>
              <a:t>   Serial.</a:t>
            </a:r>
            <a:r>
              <a:rPr lang="pt-BR" dirty="0" err="1"/>
              <a:t>print</a:t>
            </a:r>
            <a:r>
              <a:rPr lang="pt-BR" dirty="0"/>
              <a:t>("     Segundo: "); Serial.</a:t>
            </a:r>
            <a:r>
              <a:rPr lang="pt-BR" dirty="0" err="1"/>
              <a:t>println</a:t>
            </a:r>
            <a:r>
              <a:rPr lang="pt-BR" dirty="0"/>
              <a:t>(segundo);</a:t>
            </a:r>
          </a:p>
          <a:p>
            <a:pPr marL="0" indent="0">
              <a:buNone/>
            </a:pPr>
            <a:r>
              <a:rPr lang="pt-BR" dirty="0"/>
              <a:t>  // </a:t>
            </a:r>
            <a:r>
              <a:rPr lang="pt-BR" dirty="0" err="1"/>
              <a:t>wait</a:t>
            </a:r>
            <a:r>
              <a:rPr lang="pt-BR" dirty="0"/>
              <a:t> a </a:t>
            </a:r>
            <a:r>
              <a:rPr lang="pt-BR" dirty="0" err="1"/>
              <a:t>second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delay</a:t>
            </a:r>
            <a:r>
              <a:rPr lang="pt-BR" dirty="0"/>
              <a:t>(</a:t>
            </a:r>
            <a:r>
              <a:rPr lang="pt-BR" dirty="0">
                <a:solidFill>
                  <a:srgbClr val="FF0000"/>
                </a:solidFill>
              </a:rPr>
              <a:t>1000</a:t>
            </a:r>
            <a:r>
              <a:rPr lang="pt-BR" dirty="0"/>
              <a:t>); }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dirty="0"/>
              <a:t> Questões para o relatório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72608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1. </a:t>
            </a:r>
            <a:r>
              <a:rPr lang="pt-BR" sz="2800" b="1" i="1" u="sng" dirty="0" smtClean="0">
                <a:solidFill>
                  <a:srgbClr val="FF0000"/>
                </a:solidFill>
              </a:rPr>
              <a:t>A </a:t>
            </a:r>
            <a:r>
              <a:rPr lang="pt-BR" dirty="0" smtClean="0"/>
              <a:t>característica principal da </a:t>
            </a:r>
            <a:r>
              <a:rPr lang="pt-BR" dirty="0"/>
              <a:t>função </a:t>
            </a:r>
            <a:r>
              <a:rPr lang="pt-BR" dirty="0" err="1"/>
              <a:t>void</a:t>
            </a:r>
            <a:r>
              <a:rPr lang="pt-BR" dirty="0"/>
              <a:t> setup()  </a:t>
            </a:r>
            <a:r>
              <a:rPr lang="pt-BR" sz="2800" dirty="0"/>
              <a:t>{} ___________________________________________</a:t>
            </a:r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2. </a:t>
            </a:r>
            <a:r>
              <a:rPr lang="pt-BR" sz="2800" b="1" i="1" u="sng" dirty="0">
                <a:solidFill>
                  <a:srgbClr val="FF0000"/>
                </a:solidFill>
              </a:rPr>
              <a:t>A</a:t>
            </a:r>
            <a:r>
              <a:rPr lang="pt-BR" sz="2800" b="1" i="1" u="sng" dirty="0" smtClean="0">
                <a:solidFill>
                  <a:srgbClr val="FF0000"/>
                </a:solidFill>
              </a:rPr>
              <a:t> </a:t>
            </a:r>
            <a:r>
              <a:rPr lang="pt-BR" sz="2800" b="1" i="1" u="sng" dirty="0">
                <a:solidFill>
                  <a:srgbClr val="FF0000"/>
                </a:solidFill>
              </a:rPr>
              <a:t>característica da </a:t>
            </a:r>
            <a:r>
              <a:rPr lang="pt-BR" sz="2800" u="sng" dirty="0" smtClean="0"/>
              <a:t>principal </a:t>
            </a:r>
            <a:r>
              <a:rPr lang="pt-BR" sz="2800" b="1" i="1" u="sng" dirty="0" smtClean="0">
                <a:solidFill>
                  <a:srgbClr val="FF0000"/>
                </a:solidFill>
              </a:rPr>
              <a:t>da função </a:t>
            </a:r>
            <a:r>
              <a:rPr lang="pt-BR" sz="2800" dirty="0" err="1"/>
              <a:t>void</a:t>
            </a:r>
            <a:r>
              <a:rPr lang="pt-BR" sz="2800" dirty="0"/>
              <a:t> loop ()  { } ___________________________________________</a:t>
            </a:r>
          </a:p>
          <a:p>
            <a:pPr algn="ctr"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3. </a:t>
            </a:r>
            <a:r>
              <a:rPr lang="pt-BR" sz="2800" dirty="0"/>
              <a:t>Configurar  pino 12 como saída:</a:t>
            </a:r>
          </a:p>
          <a:p>
            <a:pPr>
              <a:buNone/>
            </a:pPr>
            <a:r>
              <a:rPr lang="pt-BR" sz="2800" dirty="0"/>
              <a:t>_______________________________________________</a:t>
            </a:r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4. </a:t>
            </a:r>
            <a:r>
              <a:rPr lang="pt-BR" sz="2800" dirty="0"/>
              <a:t>Configurar  pino 11 como entrada:</a:t>
            </a:r>
          </a:p>
          <a:p>
            <a:pPr>
              <a:buNone/>
            </a:pPr>
            <a:r>
              <a:rPr lang="pt-BR" sz="2800" dirty="0"/>
              <a:t>_______________________________________</a:t>
            </a:r>
          </a:p>
          <a:p>
            <a:pPr>
              <a:buNone/>
            </a:pPr>
            <a:r>
              <a:rPr lang="pt-BR" sz="2800" dirty="0"/>
              <a:t>5. Diferenças entre as arquiteturas microcontrolador X microcomputador:</a:t>
            </a:r>
          </a:p>
          <a:p>
            <a:pPr>
              <a:buNone/>
            </a:pPr>
            <a:r>
              <a:rPr lang="pt-BR" sz="2800" dirty="0"/>
              <a:t>_______________________________________________</a:t>
            </a:r>
          </a:p>
          <a:p>
            <a:pPr>
              <a:buNone/>
            </a:pPr>
            <a:r>
              <a:rPr lang="pt-BR" sz="2800" dirty="0"/>
              <a:t>_______________________________________________</a:t>
            </a:r>
          </a:p>
          <a:p>
            <a:pPr>
              <a:buNone/>
            </a:pPr>
            <a:endParaRPr lang="pt-BR" sz="2800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9867" y="123627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dirty="0"/>
              <a:t> Exemplo para o relatório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7260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6. Ligar o pino 13 por 5 segundos, desligar por 1 minuto, ligar 10 segundos.</a:t>
            </a:r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Desligar (O led NÃO DEVERÁ ESTAR PISCANDO)</a:t>
            </a:r>
          </a:p>
          <a:p>
            <a:pPr>
              <a:buNone/>
            </a:pPr>
            <a:endParaRPr lang="pt-BR" sz="2800" b="1" i="1" u="sng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pt-BR" sz="3600" dirty="0" err="1"/>
              <a:t>void</a:t>
            </a:r>
            <a:r>
              <a:rPr lang="pt-BR" sz="3600" dirty="0"/>
              <a:t> setup() {</a:t>
            </a:r>
            <a:r>
              <a:rPr lang="pt-BR" sz="3600" dirty="0" err="1"/>
              <a:t>pinMode</a:t>
            </a:r>
            <a:r>
              <a:rPr lang="pt-BR" sz="3600" dirty="0"/>
              <a:t>(13,OUTPUT) ;</a:t>
            </a:r>
          </a:p>
          <a:p>
            <a:pPr algn="ctr">
              <a:buNone/>
            </a:pPr>
            <a:r>
              <a:rPr lang="pt-BR" sz="3600" dirty="0" err="1"/>
              <a:t>digitalWrite</a:t>
            </a:r>
            <a:r>
              <a:rPr lang="pt-BR" sz="3600" dirty="0"/>
              <a:t>(13,HIGH); </a:t>
            </a:r>
            <a:r>
              <a:rPr lang="pt-BR" sz="3600" dirty="0" err="1"/>
              <a:t>delay</a:t>
            </a:r>
            <a:r>
              <a:rPr lang="pt-BR" sz="3600" dirty="0"/>
              <a:t>(5000);</a:t>
            </a:r>
          </a:p>
          <a:p>
            <a:pPr algn="ctr">
              <a:buNone/>
            </a:pPr>
            <a:r>
              <a:rPr lang="pt-BR" sz="3600" dirty="0" err="1"/>
              <a:t>digitalWrite</a:t>
            </a:r>
            <a:r>
              <a:rPr lang="pt-BR" sz="3600" dirty="0"/>
              <a:t>(13,LOW; </a:t>
            </a:r>
            <a:r>
              <a:rPr lang="pt-BR" sz="3600" dirty="0" err="1"/>
              <a:t>delay</a:t>
            </a:r>
            <a:r>
              <a:rPr lang="pt-BR" sz="3600" dirty="0"/>
              <a:t>(60000);</a:t>
            </a:r>
          </a:p>
          <a:p>
            <a:pPr algn="ctr">
              <a:buNone/>
            </a:pPr>
            <a:r>
              <a:rPr lang="pt-BR" sz="3600" dirty="0" err="1"/>
              <a:t>digitalWrite</a:t>
            </a:r>
            <a:r>
              <a:rPr lang="pt-BR" sz="3600" dirty="0"/>
              <a:t>(13,HIGH); </a:t>
            </a:r>
            <a:r>
              <a:rPr lang="pt-BR" sz="3600" dirty="0" err="1"/>
              <a:t>delay</a:t>
            </a:r>
            <a:r>
              <a:rPr lang="pt-BR" sz="3600" dirty="0"/>
              <a:t>(10000);</a:t>
            </a:r>
          </a:p>
          <a:p>
            <a:pPr algn="ctr">
              <a:buNone/>
            </a:pPr>
            <a:r>
              <a:rPr lang="pt-BR" sz="3600" dirty="0" err="1"/>
              <a:t>digitalWrite</a:t>
            </a:r>
            <a:r>
              <a:rPr lang="pt-BR" sz="3600" dirty="0"/>
              <a:t>(13,LOW); }</a:t>
            </a:r>
          </a:p>
          <a:p>
            <a:pPr algn="ctr">
              <a:buNone/>
            </a:pPr>
            <a:r>
              <a:rPr lang="pt-BR" sz="4200" dirty="0" err="1"/>
              <a:t>void</a:t>
            </a:r>
            <a:r>
              <a:rPr lang="pt-BR" sz="4200" dirty="0"/>
              <a:t> loop() {}</a:t>
            </a:r>
            <a:endParaRPr lang="pt-BR" sz="2800" dirty="0"/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7. </a:t>
            </a:r>
            <a:r>
              <a:rPr lang="pt-BR" sz="2800" dirty="0"/>
              <a:t>Diferenciar variáveis Global e local. Dê exemplo em programa Arduino.: </a:t>
            </a:r>
          </a:p>
          <a:p>
            <a:pPr algn="ctr">
              <a:buNone/>
            </a:pPr>
            <a:endParaRPr lang="pt-BR" sz="2800" b="1" i="1" u="sng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8. V</a:t>
            </a:r>
            <a:r>
              <a:rPr lang="en-US" sz="2800" dirty="0" err="1"/>
              <a:t>alor</a:t>
            </a:r>
            <a:r>
              <a:rPr lang="en-US" sz="2800" dirty="0"/>
              <a:t> </a:t>
            </a:r>
            <a:r>
              <a:rPr lang="en-US" sz="2800" dirty="0" err="1"/>
              <a:t>máximo</a:t>
            </a:r>
            <a:r>
              <a:rPr lang="en-US" sz="2800" dirty="0"/>
              <a:t> da </a:t>
            </a:r>
            <a:r>
              <a:rPr lang="en-US" sz="2800" dirty="0" err="1"/>
              <a:t>variável</a:t>
            </a:r>
            <a:r>
              <a:rPr lang="en-US" sz="2800" dirty="0"/>
              <a:t> </a:t>
            </a:r>
            <a:r>
              <a:rPr lang="en-US" dirty="0"/>
              <a:t>unsigned long </a:t>
            </a:r>
            <a:r>
              <a:rPr lang="en-US" sz="2600" dirty="0"/>
              <a:t>(unsigned long </a:t>
            </a:r>
            <a:r>
              <a:rPr lang="en-US" sz="2600" dirty="0" err="1"/>
              <a:t>currentMillis</a:t>
            </a:r>
            <a:r>
              <a:rPr lang="en-US" sz="2600" dirty="0"/>
              <a:t> - 32 bits)</a:t>
            </a:r>
          </a:p>
          <a:p>
            <a:pPr algn="r">
              <a:buNone/>
            </a:pPr>
            <a:r>
              <a:rPr lang="pt-BR" sz="2800" dirty="0"/>
              <a:t> _________2^32    -1____________________________________________</a:t>
            </a:r>
          </a:p>
          <a:p>
            <a:pPr algn="just">
              <a:buNone/>
            </a:pPr>
            <a:endParaRPr lang="pt-BR" sz="2800" dirty="0"/>
          </a:p>
          <a:p>
            <a:pPr algn="just">
              <a:buNone/>
            </a:pPr>
            <a:r>
              <a:rPr lang="pt-BR" sz="2800" b="1" i="1" u="sng" dirty="0">
                <a:solidFill>
                  <a:srgbClr val="FF0000"/>
                </a:solidFill>
              </a:rPr>
              <a:t>9 . C</a:t>
            </a:r>
            <a:r>
              <a:rPr lang="pt-BR" sz="2900" dirty="0"/>
              <a:t>onfigurar o monitor serial. Imprimir seu nome e pular linha</a:t>
            </a:r>
          </a:p>
          <a:p>
            <a:pPr algn="r">
              <a:buNone/>
            </a:pPr>
            <a:r>
              <a:rPr lang="pt-BR" dirty="0" err="1"/>
              <a:t>Serial.begin</a:t>
            </a:r>
            <a:r>
              <a:rPr lang="pt-BR" dirty="0"/>
              <a:t>(9600)  </a:t>
            </a:r>
            <a:r>
              <a:rPr lang="pt-BR" dirty="0">
                <a:sym typeface="Wingdings" panose="05000000000000000000" pitchFamily="2" charset="2"/>
              </a:rPr>
              <a:t>- no  setup</a:t>
            </a:r>
            <a:endParaRPr lang="pt-BR" dirty="0"/>
          </a:p>
          <a:p>
            <a:pPr algn="r">
              <a:buNone/>
            </a:pPr>
            <a:r>
              <a:rPr lang="pt-BR" dirty="0" err="1"/>
              <a:t>Serial.println</a:t>
            </a:r>
            <a:r>
              <a:rPr lang="pt-BR" dirty="0"/>
              <a:t>(“Milton”);   </a:t>
            </a:r>
          </a:p>
          <a:p>
            <a:pPr algn="ctr">
              <a:buNone/>
            </a:pPr>
            <a:endParaRPr lang="pt-BR" dirty="0"/>
          </a:p>
          <a:p>
            <a:pPr algn="just">
              <a:buNone/>
            </a:pPr>
            <a:r>
              <a:rPr lang="pt-BR" sz="2700" b="1" i="1" u="sng" dirty="0">
                <a:solidFill>
                  <a:srgbClr val="FF0000"/>
                </a:solidFill>
              </a:rPr>
              <a:t>0. </a:t>
            </a:r>
            <a:r>
              <a:rPr lang="pt-BR" dirty="0"/>
              <a:t>Diferencie as funções </a:t>
            </a:r>
            <a:r>
              <a:rPr lang="pt-BR" dirty="0" err="1"/>
              <a:t>Serial.print</a:t>
            </a:r>
            <a:r>
              <a:rPr lang="pt-BR" dirty="0"/>
              <a:t> (": Alo Mundo!"); e </a:t>
            </a:r>
            <a:r>
              <a:rPr lang="pt-BR" dirty="0" err="1"/>
              <a:t>Serial.println</a:t>
            </a:r>
            <a:r>
              <a:rPr lang="pt-BR" dirty="0"/>
              <a:t>(": Alo Mundo!");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4182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BE4FA1BC-DB35-4841-B8C5-4F8D0BEC31FB}"/>
              </a:ext>
            </a:extLst>
          </p:cNvPr>
          <p:cNvSpPr txBox="1"/>
          <p:nvPr/>
        </p:nvSpPr>
        <p:spPr>
          <a:xfrm>
            <a:off x="827584" y="1196752"/>
            <a:ext cx="806489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</a:rPr>
              <a:t>Exemplo:</a:t>
            </a:r>
          </a:p>
          <a:p>
            <a:r>
              <a:rPr lang="pt-BR" sz="3200" dirty="0">
                <a:solidFill>
                  <a:schemeClr val="tx1"/>
                </a:solidFill>
              </a:rPr>
              <a:t> Acender um Led no pino 13  e deixá-lo aceso. </a:t>
            </a:r>
          </a:p>
          <a:p>
            <a:pPr algn="just"/>
            <a:endParaRPr lang="pt-BR" sz="3200" dirty="0">
              <a:solidFill>
                <a:schemeClr val="tx1"/>
              </a:solidFill>
            </a:endParaRPr>
          </a:p>
          <a:p>
            <a:pPr algn="just"/>
            <a:r>
              <a:rPr lang="pt-BR" sz="3200" dirty="0" err="1">
                <a:solidFill>
                  <a:schemeClr val="tx1"/>
                </a:solidFill>
              </a:rPr>
              <a:t>void</a:t>
            </a:r>
            <a:r>
              <a:rPr lang="pt-BR" sz="3200" dirty="0">
                <a:solidFill>
                  <a:schemeClr val="tx1"/>
                </a:solidFill>
              </a:rPr>
              <a:t> setup()   // opera somente ao ligar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> {</a:t>
            </a:r>
            <a:r>
              <a:rPr lang="pt-BR" sz="3200" dirty="0" err="1">
                <a:solidFill>
                  <a:schemeClr val="tx1"/>
                </a:solidFill>
              </a:rPr>
              <a:t>pinMode</a:t>
            </a:r>
            <a:r>
              <a:rPr lang="pt-BR" sz="3200" dirty="0">
                <a:solidFill>
                  <a:schemeClr val="tx1"/>
                </a:solidFill>
              </a:rPr>
              <a:t>(13,OUTPUT); </a:t>
            </a:r>
          </a:p>
          <a:p>
            <a:pPr algn="just"/>
            <a:r>
              <a:rPr lang="pt-BR" sz="3200" dirty="0" err="1">
                <a:solidFill>
                  <a:schemeClr val="tx1"/>
                </a:solidFill>
              </a:rPr>
              <a:t>digitalWrite</a:t>
            </a:r>
            <a:r>
              <a:rPr lang="pt-BR" sz="3200" dirty="0">
                <a:solidFill>
                  <a:schemeClr val="tx1"/>
                </a:solidFill>
              </a:rPr>
              <a:t>(13,HIGH);}</a:t>
            </a:r>
          </a:p>
          <a:p>
            <a:pPr algn="just"/>
            <a:r>
              <a:rPr lang="pt-BR" sz="3200" dirty="0" err="1">
                <a:solidFill>
                  <a:schemeClr val="tx1"/>
                </a:solidFill>
              </a:rPr>
              <a:t>void</a:t>
            </a:r>
            <a:r>
              <a:rPr lang="pt-BR" sz="3200" dirty="0">
                <a:solidFill>
                  <a:schemeClr val="tx1"/>
                </a:solidFill>
              </a:rPr>
              <a:t> loop()   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> {} // opera repetitivamente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34174B7-D199-497A-B814-518A82403C92}"/>
              </a:ext>
            </a:extLst>
          </p:cNvPr>
          <p:cNvSpPr txBox="1">
            <a:spLocks/>
          </p:cNvSpPr>
          <p:nvPr/>
        </p:nvSpPr>
        <p:spPr>
          <a:xfrm>
            <a:off x="827584" y="332656"/>
            <a:ext cx="7772400" cy="692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Arduino – Complementos</a:t>
            </a:r>
          </a:p>
        </p:txBody>
      </p:sp>
    </p:spTree>
    <p:extLst>
      <p:ext uri="{BB962C8B-B14F-4D97-AF65-F5344CB8AC3E}">
        <p14:creationId xmlns:p14="http://schemas.microsoft.com/office/powerpoint/2010/main" val="2201919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0593" y="116632"/>
            <a:ext cx="8640960" cy="634082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0000"/>
                </a:solidFill>
              </a:rPr>
              <a:t>Saída de </a:t>
            </a:r>
            <a:r>
              <a:rPr lang="pt-BR" sz="3200">
                <a:solidFill>
                  <a:srgbClr val="FF0000"/>
                </a:solidFill>
              </a:rPr>
              <a:t>dados seriais</a:t>
            </a:r>
            <a:endParaRPr lang="pt-BR" sz="3200" dirty="0">
              <a:solidFill>
                <a:srgbClr val="FF0000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0BEE508-F0EC-4F3B-B4FC-D8A0D76F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0714"/>
            <a:ext cx="8229600" cy="53754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/* Execute o código. Comunicação via USB. Monitor serial*/</a:t>
            </a:r>
          </a:p>
          <a:p>
            <a:pPr marL="0" indent="0">
              <a:buNone/>
            </a:pPr>
            <a:r>
              <a:rPr lang="pt-BR" dirty="0" err="1"/>
              <a:t>int</a:t>
            </a:r>
            <a:r>
              <a:rPr lang="pt-BR" dirty="0"/>
              <a:t> n = 1;</a:t>
            </a:r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setup ( )     { </a:t>
            </a:r>
          </a:p>
          <a:p>
            <a:pPr marL="0" indent="0">
              <a:buNone/>
            </a:pPr>
            <a:r>
              <a:rPr lang="pt-BR" dirty="0"/>
              <a:t>// Inicializa a comunicação serial com 9600 </a:t>
            </a:r>
            <a:r>
              <a:rPr lang="pt-BR" dirty="0" err="1"/>
              <a:t>bauds</a:t>
            </a:r>
            <a:r>
              <a:rPr lang="pt-BR" dirty="0"/>
              <a:t> (b/s)</a:t>
            </a:r>
          </a:p>
          <a:p>
            <a:pPr marL="0" indent="0">
              <a:buNone/>
            </a:pPr>
            <a:r>
              <a:rPr lang="pt-BR" dirty="0" err="1"/>
              <a:t>Serial.begin</a:t>
            </a:r>
            <a:r>
              <a:rPr lang="pt-BR" dirty="0"/>
              <a:t>(9600);   </a:t>
            </a:r>
          </a:p>
          <a:p>
            <a:pPr marL="0" indent="0">
              <a:buNone/>
            </a:pPr>
            <a:r>
              <a:rPr lang="pt-BR" dirty="0"/>
              <a:t>                            }</a:t>
            </a:r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loop()        {</a:t>
            </a:r>
          </a:p>
          <a:p>
            <a:pPr marL="0" indent="0">
              <a:buNone/>
            </a:pPr>
            <a:r>
              <a:rPr lang="pt-BR" dirty="0"/>
              <a:t>//Impressão pela porta serial. Receber no monitor serial         </a:t>
            </a:r>
          </a:p>
          <a:p>
            <a:pPr marL="0" indent="0">
              <a:buNone/>
            </a:pPr>
            <a:r>
              <a:rPr lang="pt-BR" dirty="0"/>
              <a:t>         </a:t>
            </a:r>
            <a:r>
              <a:rPr lang="pt-BR" dirty="0" err="1"/>
              <a:t>Serial.print</a:t>
            </a:r>
            <a:r>
              <a:rPr lang="pt-BR" dirty="0"/>
              <a:t>(n); n=n+1; </a:t>
            </a:r>
          </a:p>
          <a:p>
            <a:pPr marL="0" indent="0">
              <a:buNone/>
            </a:pPr>
            <a:r>
              <a:rPr lang="pt-BR" dirty="0"/>
              <a:t>         </a:t>
            </a:r>
            <a:r>
              <a:rPr lang="pt-BR" dirty="0" err="1"/>
              <a:t>Serial.println</a:t>
            </a:r>
            <a:r>
              <a:rPr lang="pt-BR" dirty="0"/>
              <a:t>(": Alo Mundo!");</a:t>
            </a:r>
          </a:p>
          <a:p>
            <a:pPr marL="0" indent="0">
              <a:buNone/>
            </a:pPr>
            <a:r>
              <a:rPr lang="pt-BR" dirty="0"/>
              <a:t>         </a:t>
            </a:r>
            <a:r>
              <a:rPr lang="pt-BR" dirty="0" err="1"/>
              <a:t>delay</a:t>
            </a:r>
            <a:r>
              <a:rPr lang="pt-BR" dirty="0"/>
              <a:t>(200);                              </a:t>
            </a:r>
            <a:r>
              <a:rPr lang="en-US" dirty="0"/>
              <a:t>}</a:t>
            </a:r>
          </a:p>
          <a:p>
            <a:r>
              <a:rPr lang="en-US" dirty="0"/>
              <a:t>O que </a:t>
            </a:r>
            <a:r>
              <a:rPr lang="en-US" dirty="0" err="1"/>
              <a:t>acontece</a:t>
            </a:r>
            <a:r>
              <a:rPr lang="en-US" dirty="0"/>
              <a:t> se for </a:t>
            </a:r>
            <a:r>
              <a:rPr lang="en-US" dirty="0" err="1"/>
              <a:t>alterado</a:t>
            </a:r>
            <a:r>
              <a:rPr lang="en-US" dirty="0"/>
              <a:t> o valor 9600 bauds?</a:t>
            </a:r>
          </a:p>
          <a:p>
            <a:r>
              <a:rPr lang="en-US" dirty="0"/>
              <a:t>Teste outro valor para </a:t>
            </a:r>
            <a:r>
              <a:rPr lang="en-US" dirty="0" err="1"/>
              <a:t>transferência</a:t>
            </a:r>
            <a:r>
              <a:rPr lang="en-US" dirty="0"/>
              <a:t> de dados.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2433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sz="4400" dirty="0"/>
              <a:t>A1- Placa</a:t>
            </a:r>
            <a:r>
              <a:rPr lang="pt-BR" dirty="0"/>
              <a:t> Arduino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544616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CPU: ARM (</a:t>
            </a:r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Risc</a:t>
            </a:r>
            <a:r>
              <a:rPr lang="pt-BR" dirty="0"/>
              <a:t> Machine); </a:t>
            </a:r>
          </a:p>
          <a:p>
            <a:r>
              <a:rPr lang="pt-BR" dirty="0"/>
              <a:t>Memória de Programa (Flash): 32KB</a:t>
            </a:r>
          </a:p>
          <a:p>
            <a:r>
              <a:rPr lang="pt-BR" dirty="0"/>
              <a:t>14 pinos para E/S digital;</a:t>
            </a:r>
          </a:p>
          <a:p>
            <a:r>
              <a:rPr lang="pt-BR" dirty="0"/>
              <a:t>6 “</a:t>
            </a:r>
            <a:r>
              <a:rPr lang="pt-BR" dirty="0" err="1"/>
              <a:t>ports</a:t>
            </a:r>
            <a:r>
              <a:rPr lang="pt-BR" dirty="0"/>
              <a:t>” para entrada analógica. </a:t>
            </a:r>
          </a:p>
          <a:p>
            <a:r>
              <a:rPr lang="pt-BR" dirty="0"/>
              <a:t>Conversores A/D (10 bits);</a:t>
            </a:r>
          </a:p>
          <a:p>
            <a:r>
              <a:rPr lang="pt-BR" dirty="0"/>
              <a:t>Pinos para alimentação 5 volts e 3,3 volts;</a:t>
            </a:r>
          </a:p>
          <a:p>
            <a:pPr marL="0" indent="0"/>
            <a:r>
              <a:rPr lang="pt-BR" dirty="0"/>
              <a:t>   Software:</a:t>
            </a:r>
          </a:p>
          <a:p>
            <a:pPr marL="0" indent="0">
              <a:buNone/>
            </a:pPr>
            <a:r>
              <a:rPr lang="pt-BR" dirty="0"/>
              <a:t>	Ambiente de desenvolvimento integrado (HW/SW);</a:t>
            </a:r>
          </a:p>
          <a:p>
            <a:pPr marL="0" indent="0">
              <a:buNone/>
            </a:pPr>
            <a:r>
              <a:rPr lang="pt-BR" dirty="0"/>
              <a:t>	Linguagem de programação: Dialeto C;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err="1"/>
              <a:t>Bootloader</a:t>
            </a:r>
            <a:r>
              <a:rPr lang="pt-BR" dirty="0"/>
              <a:t> (CARREGAMENTO DE  PROGRAMAS);</a:t>
            </a:r>
          </a:p>
          <a:p>
            <a:pPr marL="0" indent="0">
              <a:buNone/>
            </a:pPr>
            <a:r>
              <a:rPr lang="pt-BR" dirty="0"/>
              <a:t>	Interfaces com o SO;</a:t>
            </a:r>
          </a:p>
          <a:p>
            <a:pPr marL="0" indent="0">
              <a:buNone/>
            </a:pPr>
            <a:r>
              <a:rPr lang="pt-BR" dirty="0"/>
              <a:t>	USB. Comunicação e carga de programas.</a:t>
            </a:r>
          </a:p>
          <a:p>
            <a:pPr marL="0" indent="0">
              <a:buNone/>
            </a:pPr>
            <a:r>
              <a:rPr lang="pt-BR" dirty="0"/>
              <a:t>Arduino Mega (512KB de memória) Real Time </a:t>
            </a:r>
            <a:r>
              <a:rPr lang="pt-BR" dirty="0" err="1"/>
              <a:t>Operating</a:t>
            </a:r>
            <a:r>
              <a:rPr lang="pt-BR" dirty="0"/>
              <a:t> System;</a:t>
            </a:r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83151F2361684BA5780C0C225DBA4E" ma:contentTypeVersion="4" ma:contentTypeDescription="Crie um novo documento." ma:contentTypeScope="" ma:versionID="8c06d3feaca91d5d7766b3a8c447aeba">
  <xsd:schema xmlns:xsd="http://www.w3.org/2001/XMLSchema" xmlns:xs="http://www.w3.org/2001/XMLSchema" xmlns:p="http://schemas.microsoft.com/office/2006/metadata/properties" xmlns:ns2="1584da31-70ed-4cbd-995e-5750d4360d51" targetNamespace="http://schemas.microsoft.com/office/2006/metadata/properties" ma:root="true" ma:fieldsID="889637c484d20f7cd1f6a1f01701008c" ns2:_="">
    <xsd:import namespace="1584da31-70ed-4cbd-995e-5750d4360d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4da31-70ed-4cbd-995e-5750d4360d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50BA30-5EEB-4B7C-85EC-8843BAEDD173}"/>
</file>

<file path=customXml/itemProps2.xml><?xml version="1.0" encoding="utf-8"?>
<ds:datastoreItem xmlns:ds="http://schemas.openxmlformats.org/officeDocument/2006/customXml" ds:itemID="{CF085A71-DB11-4671-AB76-1E1BED902D89}"/>
</file>

<file path=customXml/itemProps3.xml><?xml version="1.0" encoding="utf-8"?>
<ds:datastoreItem xmlns:ds="http://schemas.openxmlformats.org/officeDocument/2006/customXml" ds:itemID="{6EA449D5-DE27-4BDC-B47F-744BFA01D7E3}"/>
</file>

<file path=docProps/app.xml><?xml version="1.0" encoding="utf-8"?>
<Properties xmlns="http://schemas.openxmlformats.org/officeDocument/2006/extended-properties" xmlns:vt="http://schemas.openxmlformats.org/officeDocument/2006/docPropsVTypes">
  <TotalTime>9280</TotalTime>
  <Words>1507</Words>
  <Application>Microsoft Office PowerPoint</Application>
  <PresentationFormat>Apresentação na tela (4:3)</PresentationFormat>
  <Paragraphs>278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Tema do Office</vt:lpstr>
      <vt:lpstr>Atividades 3: Configuração de HW/SW </vt:lpstr>
      <vt:lpstr>Microcontrolador  X Microcomputador</vt:lpstr>
      <vt:lpstr>Microcomputador X Microcontrolador</vt:lpstr>
      <vt:lpstr>Microcomputador X Microcontrolador</vt:lpstr>
      <vt:lpstr>IDE Arduino: Componentes de HW/SW</vt:lpstr>
      <vt:lpstr>O programa Blink.  </vt:lpstr>
      <vt:lpstr>IDE Arduino: Recursos de Programação</vt:lpstr>
      <vt:lpstr>Programa exemplo. Intervalo de tempo</vt:lpstr>
      <vt:lpstr>Operação do Arduino. Programa BLINK</vt:lpstr>
      <vt:lpstr>Ajuda. Referencia</vt:lpstr>
      <vt:lpstr>Compilação (Verify)</vt:lpstr>
      <vt:lpstr>Sintaxe para configuração dos ports (pinos)</vt:lpstr>
      <vt:lpstr>Programação do Arduino</vt:lpstr>
      <vt:lpstr>Testes do programa blink</vt:lpstr>
      <vt:lpstr>Programa: Blinkwithoutdelay </vt:lpstr>
      <vt:lpstr>Estudo: BlinkWithoutDelay</vt:lpstr>
      <vt:lpstr>Atenção para a sintaxe</vt:lpstr>
      <vt:lpstr>Função mills() Função da biblioteca Arduino</vt:lpstr>
      <vt:lpstr>Monitor Serial</vt:lpstr>
      <vt:lpstr>Monitor serial Exemplo 1. Recurso para saída de dados</vt:lpstr>
      <vt:lpstr>Monitor serial. Contagem de tempo</vt:lpstr>
      <vt:lpstr>Questões para avaliação e relatório</vt:lpstr>
      <vt:lpstr>Exemplo: Um “relógio” simplificado</vt:lpstr>
      <vt:lpstr> Questões para o relatório</vt:lpstr>
      <vt:lpstr> Exemplo para o relatório</vt:lpstr>
      <vt:lpstr>Apresentação do PowerPoint</vt:lpstr>
      <vt:lpstr>Saída de dados seriais</vt:lpstr>
      <vt:lpstr>A1- Placa Arduino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em sala (5)</dc:title>
  <dc:creator>milton</dc:creator>
  <cp:lastModifiedBy>professor</cp:lastModifiedBy>
  <cp:revision>179</cp:revision>
  <dcterms:modified xsi:type="dcterms:W3CDTF">2023-08-24T15:37:13Z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0x010100CE83151F2361684BA5780C0C225DBA4E</vt:lpwstr>
  </property>
</Properties>
</file>