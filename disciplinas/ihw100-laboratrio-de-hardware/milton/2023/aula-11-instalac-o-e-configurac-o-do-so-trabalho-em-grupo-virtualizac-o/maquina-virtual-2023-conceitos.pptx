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ustomXml" Target="../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customXml" Target="../customXml/item3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openxmlformats.org/officeDocument/2006/relationships/customXml" Target="../customXml/item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3343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4642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2105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6715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9812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3513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2503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9056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0242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9415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4675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546827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65996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20091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4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4633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223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241DFAE-BBDA-4727-9356-CA82B99EDF2F}" type="datetimeFigureOut">
              <a:rPr lang="pt-BR" smtClean="0"/>
              <a:t>12/05/2021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1E138F0-3211-4AE5-A110-2DF851EB087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7409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D0BD-2268-4E61-BBF8-29A38906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0" y="591344"/>
            <a:ext cx="3763619" cy="2424515"/>
          </a:xfrm>
        </p:spPr>
        <p:txBody>
          <a:bodyPr>
            <a:normAutofit/>
          </a:bodyPr>
          <a:lstStyle/>
          <a:p>
            <a:r>
              <a:rPr lang="pt-BR" sz="2800" dirty="0">
                <a:solidFill>
                  <a:srgbClr val="FFFFFF"/>
                </a:solidFill>
              </a:rPr>
              <a:t>Máquina Virtual-Virtualização</a:t>
            </a:r>
          </a:p>
        </p:txBody>
      </p:sp>
      <p:sp>
        <p:nvSpPr>
          <p:cNvPr id="21" name="Subtítulo 2">
            <a:extLst>
              <a:ext uri="{FF2B5EF4-FFF2-40B4-BE49-F238E27FC236}">
                <a16:creationId xmlns:a16="http://schemas.microsoft.com/office/drawing/2014/main" id="{4351A68F-5E88-44B3-9844-DAD7E3042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 fontScale="92500" lnSpcReduction="10000"/>
          </a:bodyPr>
          <a:lstStyle/>
          <a:p>
            <a:r>
              <a:rPr lang="pt-BR" sz="2600" dirty="0">
                <a:solidFill>
                  <a:srgbClr val="FF0000"/>
                </a:solidFill>
              </a:rPr>
              <a:t>IBM - Década de 1960 - Operação em modo batch (arquivo de lote)</a:t>
            </a:r>
          </a:p>
          <a:p>
            <a:endParaRPr lang="pt-BR" sz="2600" dirty="0">
              <a:solidFill>
                <a:srgbClr val="FF0000"/>
              </a:solidFill>
            </a:endParaRPr>
          </a:p>
          <a:p>
            <a:r>
              <a:rPr lang="pt-BR" sz="2600" dirty="0">
                <a:solidFill>
                  <a:srgbClr val="FF0000"/>
                </a:solidFill>
              </a:rPr>
              <a:t>Máquina virtual consiste em um software que executa programas como um computador real (virtualização).</a:t>
            </a:r>
          </a:p>
          <a:p>
            <a:endParaRPr lang="pt-BR" sz="2600" dirty="0">
              <a:solidFill>
                <a:srgbClr val="FF0000"/>
              </a:solidFill>
            </a:endParaRPr>
          </a:p>
          <a:p>
            <a:r>
              <a:rPr lang="pt-BR" sz="2600" dirty="0">
                <a:solidFill>
                  <a:srgbClr val="FF0000"/>
                </a:solidFill>
              </a:rPr>
              <a:t>Virtualização</a:t>
            </a:r>
          </a:p>
          <a:p>
            <a:r>
              <a:rPr lang="pt-BR" sz="2600" dirty="0">
                <a:solidFill>
                  <a:srgbClr val="FF0000"/>
                </a:solidFill>
              </a:rPr>
              <a:t>		Interposição do software da máquina virtual em camadas do sistema).</a:t>
            </a:r>
          </a:p>
          <a:p>
            <a:r>
              <a:rPr lang="pt-BR" sz="2600" dirty="0">
                <a:solidFill>
                  <a:srgbClr val="FF0000"/>
                </a:solidFill>
              </a:rPr>
              <a:t>		Forma de dividir os recursos de um computador em múltiplos ambientes de execução.</a:t>
            </a:r>
          </a:p>
          <a:p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1853780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D0BD-2268-4E61-BBF8-29A38906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Máquina Virtual-Virtualização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06A7E48-DA01-4B11-A49A-B9C11F67CA9B}"/>
              </a:ext>
            </a:extLst>
          </p:cNvPr>
          <p:cNvSpPr txBox="1"/>
          <p:nvPr/>
        </p:nvSpPr>
        <p:spPr>
          <a:xfrm>
            <a:off x="675248" y="1406769"/>
            <a:ext cx="11043139" cy="50362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Instalação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Alocação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durante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execução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do SO, de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uma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quantidade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definida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memória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RAM.	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Operação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Emula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um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ambiente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computação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física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requisições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CPU,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memória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disco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rígido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rede, etc.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Recursos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HW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geridos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por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uma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"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camada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virtualização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".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Tradução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das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solicitações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para o HW da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máquina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8151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D0BD-2268-4E61-BBF8-29A38906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6620" y="1425741"/>
            <a:ext cx="3409519" cy="212712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l"/>
            <a:r>
              <a:rPr lang="en-US" sz="3600" kern="1200" dirty="0" err="1">
                <a:solidFill>
                  <a:srgbClr val="FF0000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Máquina</a:t>
            </a:r>
            <a:r>
              <a:rPr lang="en-US" sz="3600" kern="1200" dirty="0">
                <a:solidFill>
                  <a:srgbClr val="FF0000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 Virtual-</a:t>
            </a:r>
            <a:r>
              <a:rPr lang="en-US" sz="3600" kern="1200" dirty="0" err="1">
                <a:solidFill>
                  <a:srgbClr val="FF0000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Virtualização</a:t>
            </a:r>
            <a:endParaRPr lang="en-US" sz="3600" kern="1200" dirty="0">
              <a:solidFill>
                <a:srgbClr val="FF0000"/>
              </a:solidFill>
              <a:highlight>
                <a:srgbClr val="FFFF00"/>
              </a:highlight>
              <a:latin typeface="+mj-lt"/>
              <a:ea typeface="+mj-ea"/>
              <a:cs typeface="+mj-cs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06A7E48-DA01-4B11-A49A-B9C11F67CA9B}"/>
              </a:ext>
            </a:extLst>
          </p:cNvPr>
          <p:cNvSpPr txBox="1"/>
          <p:nvPr/>
        </p:nvSpPr>
        <p:spPr>
          <a:xfrm>
            <a:off x="4492487" y="520504"/>
            <a:ext cx="7212893" cy="588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Instalação</a:t>
            </a:r>
            <a:endParaRPr lang="en-US" sz="24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		</a:t>
            </a:r>
            <a:r>
              <a:rPr lang="en-US" sz="2400" dirty="0" err="1"/>
              <a:t>Alocação</a:t>
            </a:r>
            <a:r>
              <a:rPr lang="en-US" sz="2400" dirty="0"/>
              <a:t>, </a:t>
            </a:r>
            <a:r>
              <a:rPr lang="en-US" sz="2400" dirty="0" err="1"/>
              <a:t>durante</a:t>
            </a:r>
            <a:r>
              <a:rPr lang="en-US" sz="2400" dirty="0"/>
              <a:t> a </a:t>
            </a:r>
            <a:r>
              <a:rPr lang="en-US" sz="2400" dirty="0" err="1"/>
              <a:t>execução</a:t>
            </a:r>
            <a:r>
              <a:rPr lang="en-US" sz="2400" dirty="0"/>
              <a:t> do SO, de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quantidade</a:t>
            </a:r>
            <a:endParaRPr lang="en-US" sz="24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		</a:t>
            </a:r>
            <a:r>
              <a:rPr lang="en-US" sz="2400" dirty="0" err="1"/>
              <a:t>definida</a:t>
            </a:r>
            <a:r>
              <a:rPr lang="en-US" sz="2400" dirty="0"/>
              <a:t> de </a:t>
            </a:r>
            <a:r>
              <a:rPr lang="en-US" sz="2400" dirty="0" err="1"/>
              <a:t>memória</a:t>
            </a:r>
            <a:r>
              <a:rPr lang="en-US" sz="2400" dirty="0"/>
              <a:t> RAM.	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Operação</a:t>
            </a:r>
            <a:endParaRPr lang="en-US" sz="24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		</a:t>
            </a:r>
            <a:r>
              <a:rPr lang="en-US" sz="2400" dirty="0" err="1"/>
              <a:t>Emula</a:t>
            </a:r>
            <a:r>
              <a:rPr lang="en-US" sz="2400" dirty="0"/>
              <a:t> um </a:t>
            </a:r>
            <a:r>
              <a:rPr lang="en-US" sz="2400" dirty="0" err="1"/>
              <a:t>ambiente</a:t>
            </a:r>
            <a:r>
              <a:rPr lang="en-US" sz="2400" dirty="0"/>
              <a:t> de </a:t>
            </a:r>
            <a:r>
              <a:rPr lang="en-US" sz="2400" dirty="0" err="1"/>
              <a:t>computação</a:t>
            </a:r>
            <a:r>
              <a:rPr lang="en-US" sz="2400" dirty="0"/>
              <a:t> </a:t>
            </a:r>
            <a:r>
              <a:rPr lang="en-US" sz="2400" dirty="0" err="1"/>
              <a:t>física</a:t>
            </a:r>
            <a:r>
              <a:rPr lang="en-US" sz="2400" dirty="0"/>
              <a:t>: </a:t>
            </a:r>
            <a:r>
              <a:rPr lang="en-US" sz="2400" dirty="0" err="1"/>
              <a:t>requisições</a:t>
            </a:r>
            <a:r>
              <a:rPr lang="en-US" sz="2400" dirty="0"/>
              <a:t> de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		CPU, </a:t>
            </a:r>
            <a:r>
              <a:rPr lang="en-US" sz="2400" dirty="0" err="1"/>
              <a:t>memória</a:t>
            </a:r>
            <a:r>
              <a:rPr lang="en-US" sz="2400" dirty="0"/>
              <a:t>, disco </a:t>
            </a:r>
            <a:r>
              <a:rPr lang="en-US" sz="2400" dirty="0" err="1"/>
              <a:t>rígido</a:t>
            </a:r>
            <a:r>
              <a:rPr lang="en-US" sz="2400" dirty="0"/>
              <a:t>, rede, etc.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		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		</a:t>
            </a:r>
            <a:r>
              <a:rPr lang="en-US" sz="2400" dirty="0" err="1"/>
              <a:t>Recursos</a:t>
            </a:r>
            <a:r>
              <a:rPr lang="en-US" sz="2400" dirty="0"/>
              <a:t> de HW </a:t>
            </a:r>
            <a:r>
              <a:rPr lang="en-US" sz="2400" dirty="0" err="1"/>
              <a:t>geridos</a:t>
            </a:r>
            <a:r>
              <a:rPr lang="en-US" sz="2400" dirty="0"/>
              <a:t> por </a:t>
            </a:r>
            <a:r>
              <a:rPr lang="en-US" sz="2400" dirty="0" err="1"/>
              <a:t>uma</a:t>
            </a:r>
            <a:r>
              <a:rPr lang="en-US" sz="2400" dirty="0"/>
              <a:t> "</a:t>
            </a:r>
            <a:r>
              <a:rPr lang="en-US" sz="2400" dirty="0" err="1"/>
              <a:t>camada</a:t>
            </a:r>
            <a:r>
              <a:rPr lang="en-US" sz="2400" dirty="0"/>
              <a:t> de </a:t>
            </a:r>
            <a:r>
              <a:rPr lang="en-US" sz="2400" dirty="0" err="1"/>
              <a:t>virtualização</a:t>
            </a:r>
            <a:r>
              <a:rPr lang="en-US" sz="2400" dirty="0"/>
              <a:t>".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		</a:t>
            </a:r>
            <a:r>
              <a:rPr lang="en-US" sz="2400" dirty="0" err="1"/>
              <a:t>Tradução</a:t>
            </a:r>
            <a:r>
              <a:rPr lang="en-US" sz="2400" dirty="0"/>
              <a:t> das </a:t>
            </a:r>
            <a:r>
              <a:rPr lang="en-US" sz="2400" dirty="0" err="1"/>
              <a:t>solicitações</a:t>
            </a:r>
            <a:r>
              <a:rPr lang="en-US" sz="2400" dirty="0"/>
              <a:t> para o HW da </a:t>
            </a:r>
            <a:r>
              <a:rPr lang="en-US" sz="2400" dirty="0" err="1"/>
              <a:t>máquina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25572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D0BD-2268-4E61-BBF8-29A38906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7375" y="147711"/>
            <a:ext cx="9543405" cy="118872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l"/>
            <a:r>
              <a:rPr lang="en-US" sz="4400" kern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Máquina</a:t>
            </a:r>
            <a:r>
              <a:rPr lang="en-US" sz="44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 Virtual-</a:t>
            </a:r>
            <a:r>
              <a:rPr lang="en-US" sz="4400" kern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Virtualização</a:t>
            </a:r>
            <a:endParaRPr lang="en-US" sz="4400" kern="12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218C54B-235B-43D0-8F46-8E9E8E3B7353}"/>
              </a:ext>
            </a:extLst>
          </p:cNvPr>
          <p:cNvSpPr txBox="1"/>
          <p:nvPr/>
        </p:nvSpPr>
        <p:spPr>
          <a:xfrm>
            <a:off x="265043" y="1162375"/>
            <a:ext cx="11594021" cy="51821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Aplicações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facilidades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Testes de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programas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Comparação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vários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SOs no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mesmo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equipamento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Execução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diferentes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SOs no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mesmo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hardware;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Simulação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Falhas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no hardware; testes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ou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reconfiguração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SO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(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confiabilidade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escalabilidade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Diminuição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custos com hardware.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Facilidades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gerenciamento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migração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replicação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computadores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aplicações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ou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sistemas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operacionais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A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falha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um software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não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prejudica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demais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serviços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O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isolamento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da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máquina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virtual.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Serviços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executados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dentro da VM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não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poderão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interferir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no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ambiente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geral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	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Podem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ser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deslocadas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copiadas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transferidas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entre </a:t>
            </a:r>
            <a:r>
              <a:rPr lang="en-US" sz="2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computadores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0242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D0BD-2268-4E61-BBF8-29A38906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20" y="85964"/>
            <a:ext cx="7619979" cy="95504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400" dirty="0" err="1"/>
              <a:t>Emulador</a:t>
            </a:r>
            <a:r>
              <a:rPr lang="en-US" sz="4400" dirty="0"/>
              <a:t>.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351A68F-5E88-44B3-9844-DAD7E3042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68614" y="1041008"/>
            <a:ext cx="8323385" cy="562707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		Software que </a:t>
            </a:r>
            <a:r>
              <a:rPr lang="en-US" sz="2000" dirty="0" err="1"/>
              <a:t>reproduz</a:t>
            </a:r>
            <a:r>
              <a:rPr lang="en-US" sz="2000" dirty="0"/>
              <a:t> as </a:t>
            </a:r>
            <a:r>
              <a:rPr lang="en-US" sz="2000" dirty="0" err="1"/>
              <a:t>funções</a:t>
            </a:r>
            <a:r>
              <a:rPr lang="en-US" sz="2000" dirty="0"/>
              <a:t> de um </a:t>
            </a:r>
            <a:r>
              <a:rPr lang="en-US" sz="2000" dirty="0" err="1"/>
              <a:t>ambiente</a:t>
            </a: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		</a:t>
            </a:r>
            <a:r>
              <a:rPr lang="en-US" sz="2000" dirty="0" err="1"/>
              <a:t>Permite</a:t>
            </a:r>
            <a:r>
              <a:rPr lang="en-US" sz="2000" dirty="0"/>
              <a:t> a </a:t>
            </a:r>
            <a:r>
              <a:rPr lang="en-US" sz="2000" dirty="0" err="1"/>
              <a:t>execução</a:t>
            </a:r>
            <a:r>
              <a:rPr lang="en-US" sz="2000" dirty="0"/>
              <a:t> de outros </a:t>
            </a:r>
            <a:r>
              <a:rPr lang="en-US" sz="2000" dirty="0" err="1"/>
              <a:t>softwares</a:t>
            </a:r>
            <a:r>
              <a:rPr lang="en-US" sz="2000" dirty="0"/>
              <a:t> </a:t>
            </a:r>
            <a:r>
              <a:rPr lang="en-US" sz="2000" dirty="0" err="1"/>
              <a:t>sobre</a:t>
            </a:r>
            <a:r>
              <a:rPr lang="en-US" sz="2000" dirty="0"/>
              <a:t> </a:t>
            </a:r>
            <a:r>
              <a:rPr lang="en-US" sz="2000" dirty="0" err="1"/>
              <a:t>ele</a:t>
            </a:r>
            <a:r>
              <a:rPr lang="en-US" sz="2000" dirty="0"/>
              <a:t>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		</a:t>
            </a:r>
            <a:r>
              <a:rPr lang="en-US" sz="2000" dirty="0" err="1"/>
              <a:t>Transcrição</a:t>
            </a:r>
            <a:r>
              <a:rPr lang="en-US" sz="2000" dirty="0"/>
              <a:t> de </a:t>
            </a:r>
            <a:r>
              <a:rPr lang="en-US" sz="2000" dirty="0" err="1"/>
              <a:t>instruções</a:t>
            </a:r>
            <a:r>
              <a:rPr lang="en-US" sz="2000" dirty="0"/>
              <a:t> de um </a:t>
            </a:r>
            <a:r>
              <a:rPr lang="en-US" sz="2000" dirty="0" err="1"/>
              <a:t>processador</a:t>
            </a:r>
            <a:r>
              <a:rPr lang="en-US" sz="2000" dirty="0"/>
              <a:t> </a:t>
            </a:r>
            <a:r>
              <a:rPr lang="en-US" sz="2000" dirty="0" err="1"/>
              <a:t>alvo</a:t>
            </a:r>
            <a:r>
              <a:rPr lang="en-US" sz="2000" dirty="0"/>
              <a:t> para o</a:t>
            </a:r>
          </a:p>
          <a:p>
            <a:pPr algn="l"/>
            <a:r>
              <a:rPr lang="en-US" sz="2000" dirty="0"/>
              <a:t>		 </a:t>
            </a:r>
            <a:r>
              <a:rPr lang="en-US" sz="2000" dirty="0" err="1"/>
              <a:t>processador</a:t>
            </a:r>
            <a:r>
              <a:rPr lang="en-US" sz="2000" dirty="0"/>
              <a:t> </a:t>
            </a:r>
            <a:r>
              <a:rPr lang="en-US" sz="2000" dirty="0" err="1"/>
              <a:t>ou</a:t>
            </a:r>
            <a:r>
              <a:rPr lang="en-US" sz="2000" dirty="0"/>
              <a:t> </a:t>
            </a:r>
            <a:r>
              <a:rPr lang="en-US" sz="2000" dirty="0" err="1"/>
              <a:t>interpretação</a:t>
            </a:r>
            <a:r>
              <a:rPr lang="en-US" sz="2000" dirty="0"/>
              <a:t> de </a:t>
            </a:r>
            <a:r>
              <a:rPr lang="en-US" sz="2000" dirty="0" err="1"/>
              <a:t>chamadas</a:t>
            </a:r>
            <a:r>
              <a:rPr lang="en-US" sz="2000" dirty="0"/>
              <a:t> para </a:t>
            </a:r>
            <a:r>
              <a:rPr lang="en-US" sz="2000" dirty="0" err="1"/>
              <a:t>simular</a:t>
            </a:r>
            <a:r>
              <a:rPr lang="en-US" sz="2000" dirty="0"/>
              <a:t> </a:t>
            </a:r>
          </a:p>
          <a:p>
            <a:pPr algn="l"/>
            <a:r>
              <a:rPr lang="en-US" sz="2000" dirty="0"/>
              <a:t>		</a:t>
            </a:r>
            <a:r>
              <a:rPr lang="en-US" sz="2000" dirty="0" err="1"/>
              <a:t>comportamento</a:t>
            </a:r>
            <a:r>
              <a:rPr lang="en-US" sz="2000" dirty="0"/>
              <a:t> de um hardware </a:t>
            </a:r>
            <a:r>
              <a:rPr lang="en-US" sz="2000" dirty="0" err="1"/>
              <a:t>específico</a:t>
            </a:r>
            <a:r>
              <a:rPr lang="en-US" sz="2000" dirty="0"/>
              <a:t>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		</a:t>
            </a:r>
            <a:r>
              <a:rPr lang="en-US" sz="2000" dirty="0" err="1"/>
              <a:t>Responsável</a:t>
            </a:r>
            <a:r>
              <a:rPr lang="en-US" sz="2000" dirty="0"/>
              <a:t> pela </a:t>
            </a:r>
            <a:r>
              <a:rPr lang="en-US" sz="2000" dirty="0" err="1"/>
              <a:t>simulação</a:t>
            </a:r>
            <a:r>
              <a:rPr lang="en-US" sz="2000" dirty="0"/>
              <a:t> dos CIs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		</a:t>
            </a:r>
            <a:r>
              <a:rPr lang="en-US" sz="2000" dirty="0" err="1"/>
              <a:t>Basicamente</a:t>
            </a:r>
            <a:r>
              <a:rPr lang="en-US" sz="2000" dirty="0"/>
              <a:t>, </a:t>
            </a:r>
            <a:r>
              <a:rPr lang="en-US" sz="2000" dirty="0" err="1"/>
              <a:t>expõe</a:t>
            </a:r>
            <a:r>
              <a:rPr lang="en-US" sz="2000" dirty="0"/>
              <a:t> as </a:t>
            </a:r>
            <a:r>
              <a:rPr lang="en-US" sz="2000" dirty="0" err="1"/>
              <a:t>funções</a:t>
            </a:r>
            <a:r>
              <a:rPr lang="en-US" sz="2000" dirty="0"/>
              <a:t> de um </a:t>
            </a:r>
            <a:r>
              <a:rPr lang="en-US" sz="2000" dirty="0" err="1"/>
              <a:t>sistema</a:t>
            </a:r>
            <a:r>
              <a:rPr lang="en-US" sz="2000" dirty="0"/>
              <a:t> para</a:t>
            </a:r>
          </a:p>
          <a:p>
            <a:pPr algn="l"/>
            <a:r>
              <a:rPr lang="en-US" sz="2000" dirty="0"/>
              <a:t>		</a:t>
            </a:r>
            <a:r>
              <a:rPr lang="en-US" sz="2000" dirty="0" err="1"/>
              <a:t>reproduzir</a:t>
            </a:r>
            <a:r>
              <a:rPr lang="en-US" sz="2000" dirty="0"/>
              <a:t> </a:t>
            </a:r>
            <a:r>
              <a:rPr lang="en-US" sz="2000" dirty="0" err="1"/>
              <a:t>seu</a:t>
            </a:r>
            <a:r>
              <a:rPr lang="en-US" sz="2000" dirty="0"/>
              <a:t> </a:t>
            </a:r>
            <a:r>
              <a:rPr lang="en-US" sz="2000" dirty="0" err="1"/>
              <a:t>comportamento</a:t>
            </a: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		</a:t>
            </a:r>
            <a:r>
              <a:rPr lang="en-US" sz="2000" dirty="0" err="1"/>
              <a:t>Possibilita</a:t>
            </a:r>
            <a:r>
              <a:rPr lang="en-US" sz="2000" dirty="0"/>
              <a:t> que um software de </a:t>
            </a:r>
            <a:r>
              <a:rPr lang="en-US" sz="2000" dirty="0" err="1"/>
              <a:t>uma</a:t>
            </a:r>
            <a:r>
              <a:rPr lang="en-US" sz="2000" dirty="0"/>
              <a:t> </a:t>
            </a:r>
            <a:r>
              <a:rPr lang="en-US" sz="2000" dirty="0" err="1"/>
              <a:t>plataforma</a:t>
            </a:r>
            <a:r>
              <a:rPr lang="en-US" sz="2000" dirty="0"/>
              <a:t> </a:t>
            </a:r>
            <a:r>
              <a:rPr lang="en-US" sz="2000" dirty="0" err="1"/>
              <a:t>funcione</a:t>
            </a:r>
            <a:r>
              <a:rPr lang="en-US" sz="2000" dirty="0"/>
              <a:t> </a:t>
            </a:r>
            <a:r>
              <a:rPr lang="en-US" sz="2000" dirty="0" err="1"/>
              <a:t>em</a:t>
            </a:r>
            <a:endParaRPr lang="en-US" sz="2000" dirty="0"/>
          </a:p>
          <a:p>
            <a:pPr algn="l"/>
            <a:r>
              <a:rPr lang="en-US" sz="2000" dirty="0"/>
              <a:t>		</a:t>
            </a:r>
            <a:r>
              <a:rPr lang="en-US" sz="2000" dirty="0" err="1"/>
              <a:t>outra</a:t>
            </a:r>
            <a:r>
              <a:rPr lang="en-US" sz="2000" dirty="0"/>
              <a:t>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		</a:t>
            </a:r>
            <a:r>
              <a:rPr lang="en-US" sz="2000" dirty="0" err="1"/>
              <a:t>Também</a:t>
            </a:r>
            <a:r>
              <a:rPr lang="en-US" sz="2000" dirty="0"/>
              <a:t> </a:t>
            </a:r>
            <a:r>
              <a:rPr lang="en-US" sz="2000" dirty="0" err="1"/>
              <a:t>são</a:t>
            </a:r>
            <a:r>
              <a:rPr lang="en-US" sz="2000" dirty="0"/>
              <a:t> </a:t>
            </a:r>
            <a:r>
              <a:rPr lang="en-US" sz="2000" dirty="0" err="1"/>
              <a:t>disponíveis</a:t>
            </a:r>
            <a:r>
              <a:rPr lang="en-US" sz="2000" dirty="0"/>
              <a:t> </a:t>
            </a:r>
            <a:r>
              <a:rPr lang="en-US" sz="2000" dirty="0" err="1"/>
              <a:t>emuladores</a:t>
            </a:r>
            <a:r>
              <a:rPr lang="en-US" sz="2000" dirty="0"/>
              <a:t> de consoles de</a:t>
            </a:r>
          </a:p>
          <a:p>
            <a:pPr algn="l"/>
            <a:r>
              <a:rPr lang="en-US" sz="2000" dirty="0"/>
              <a:t>		 videogames.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3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pic>
        <p:nvPicPr>
          <p:cNvPr id="5" name="Picture 4" descr="Tela de fundo abstrata de dados">
            <a:extLst>
              <a:ext uri="{FF2B5EF4-FFF2-40B4-BE49-F238E27FC236}">
                <a16:creationId xmlns:a16="http://schemas.microsoft.com/office/drawing/2014/main" id="{BF41568F-F692-4B21-9C75-8CBC17F84B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392" r="38811"/>
          <a:stretch/>
        </p:blipFill>
        <p:spPr>
          <a:xfrm>
            <a:off x="20" y="10"/>
            <a:ext cx="3754739" cy="6857990"/>
          </a:xfrm>
          <a:custGeom>
            <a:avLst/>
            <a:gdLst/>
            <a:ahLst/>
            <a:cxnLst/>
            <a:rect l="l" t="t" r="r" b="b"/>
            <a:pathLst>
              <a:path w="3754759" h="6858000">
                <a:moveTo>
                  <a:pt x="0" y="0"/>
                </a:moveTo>
                <a:lnTo>
                  <a:pt x="3405358" y="0"/>
                </a:lnTo>
                <a:lnTo>
                  <a:pt x="3406298" y="5103"/>
                </a:lnTo>
                <a:cubicBezTo>
                  <a:pt x="3408705" y="9272"/>
                  <a:pt x="3410993" y="13534"/>
                  <a:pt x="3408744" y="22806"/>
                </a:cubicBezTo>
                <a:cubicBezTo>
                  <a:pt x="3398212" y="18869"/>
                  <a:pt x="3412504" y="58782"/>
                  <a:pt x="3403554" y="60481"/>
                </a:cubicBezTo>
                <a:cubicBezTo>
                  <a:pt x="3417198" y="75379"/>
                  <a:pt x="3401704" y="83956"/>
                  <a:pt x="3406685" y="104437"/>
                </a:cubicBezTo>
                <a:cubicBezTo>
                  <a:pt x="3412035" y="113935"/>
                  <a:pt x="3413215" y="120918"/>
                  <a:pt x="3408439" y="130745"/>
                </a:cubicBezTo>
                <a:cubicBezTo>
                  <a:pt x="3434362" y="174436"/>
                  <a:pt x="3410826" y="157826"/>
                  <a:pt x="3422002" y="199353"/>
                </a:cubicBezTo>
                <a:cubicBezTo>
                  <a:pt x="3433366" y="235046"/>
                  <a:pt x="3441595" y="275734"/>
                  <a:pt x="3466217" y="309590"/>
                </a:cubicBezTo>
                <a:cubicBezTo>
                  <a:pt x="3473022" y="315692"/>
                  <a:pt x="3476249" y="331335"/>
                  <a:pt x="3473425" y="344525"/>
                </a:cubicBezTo>
                <a:cubicBezTo>
                  <a:pt x="3472938" y="346792"/>
                  <a:pt x="3472286" y="348904"/>
                  <a:pt x="3471491" y="350788"/>
                </a:cubicBezTo>
                <a:cubicBezTo>
                  <a:pt x="3476473" y="380853"/>
                  <a:pt x="3497528" y="490678"/>
                  <a:pt x="3503314" y="524915"/>
                </a:cubicBezTo>
                <a:cubicBezTo>
                  <a:pt x="3495110" y="528110"/>
                  <a:pt x="3511009" y="544789"/>
                  <a:pt x="3506208" y="556205"/>
                </a:cubicBezTo>
                <a:cubicBezTo>
                  <a:pt x="3501906" y="564424"/>
                  <a:pt x="3505727" y="571402"/>
                  <a:pt x="3506503" y="579730"/>
                </a:cubicBezTo>
                <a:cubicBezTo>
                  <a:pt x="3503352" y="590904"/>
                  <a:pt x="3511763" y="626437"/>
                  <a:pt x="3516997" y="635552"/>
                </a:cubicBezTo>
                <a:cubicBezTo>
                  <a:pt x="3534688" y="657082"/>
                  <a:pt x="3524838" y="708447"/>
                  <a:pt x="3538464" y="726388"/>
                </a:cubicBezTo>
                <a:cubicBezTo>
                  <a:pt x="3540659" y="733032"/>
                  <a:pt x="3541735" y="739585"/>
                  <a:pt x="3542115" y="746049"/>
                </a:cubicBezTo>
                <a:lnTo>
                  <a:pt x="3541598" y="764218"/>
                </a:lnTo>
                <a:lnTo>
                  <a:pt x="3538294" y="769538"/>
                </a:lnTo>
                <a:lnTo>
                  <a:pt x="3539714" y="780556"/>
                </a:lnTo>
                <a:lnTo>
                  <a:pt x="3539328" y="783752"/>
                </a:lnTo>
                <a:cubicBezTo>
                  <a:pt x="3538575" y="789859"/>
                  <a:pt x="3537953" y="795880"/>
                  <a:pt x="3537882" y="801812"/>
                </a:cubicBezTo>
                <a:cubicBezTo>
                  <a:pt x="3555332" y="793164"/>
                  <a:pt x="3540143" y="850853"/>
                  <a:pt x="3553763" y="833773"/>
                </a:cubicBezTo>
                <a:cubicBezTo>
                  <a:pt x="3556400" y="864868"/>
                  <a:pt x="3568671" y="840452"/>
                  <a:pt x="3557696" y="878520"/>
                </a:cubicBezTo>
                <a:cubicBezTo>
                  <a:pt x="3574636" y="926170"/>
                  <a:pt x="3572932" y="1002669"/>
                  <a:pt x="3596902" y="1039468"/>
                </a:cubicBezTo>
                <a:cubicBezTo>
                  <a:pt x="3588227" y="1035176"/>
                  <a:pt x="3582669" y="1055878"/>
                  <a:pt x="3587550" y="1069793"/>
                </a:cubicBezTo>
                <a:cubicBezTo>
                  <a:pt x="3553603" y="1054905"/>
                  <a:pt x="3620138" y="1124159"/>
                  <a:pt x="3598129" y="1137690"/>
                </a:cubicBezTo>
                <a:cubicBezTo>
                  <a:pt x="3619154" y="1137277"/>
                  <a:pt x="3657845" y="1198819"/>
                  <a:pt x="3642072" y="1229443"/>
                </a:cubicBezTo>
                <a:cubicBezTo>
                  <a:pt x="3648492" y="1274612"/>
                  <a:pt x="3667414" y="1305895"/>
                  <a:pt x="3662799" y="1353804"/>
                </a:cubicBezTo>
                <a:cubicBezTo>
                  <a:pt x="3665680" y="1355144"/>
                  <a:pt x="3668149" y="1357448"/>
                  <a:pt x="3670319" y="1360420"/>
                </a:cubicBezTo>
                <a:lnTo>
                  <a:pt x="3675717" y="1370453"/>
                </a:lnTo>
                <a:lnTo>
                  <a:pt x="3675458" y="1372456"/>
                </a:lnTo>
                <a:cubicBezTo>
                  <a:pt x="3675775" y="1380261"/>
                  <a:pt x="3677154" y="1384198"/>
                  <a:pt x="3678998" y="1386422"/>
                </a:cubicBezTo>
                <a:lnTo>
                  <a:pt x="3681613" y="1387932"/>
                </a:lnTo>
                <a:lnTo>
                  <a:pt x="3684619" y="1397028"/>
                </a:lnTo>
                <a:lnTo>
                  <a:pt x="3692094" y="1413643"/>
                </a:lnTo>
                <a:lnTo>
                  <a:pt x="3692036" y="1417975"/>
                </a:lnTo>
                <a:lnTo>
                  <a:pt x="3701043" y="1444940"/>
                </a:lnTo>
                <a:lnTo>
                  <a:pt x="3700474" y="1445893"/>
                </a:lnTo>
                <a:cubicBezTo>
                  <a:pt x="3699407" y="1448641"/>
                  <a:pt x="3699006" y="1451835"/>
                  <a:pt x="3699990" y="1456030"/>
                </a:cubicBezTo>
                <a:cubicBezTo>
                  <a:pt x="3688343" y="1458099"/>
                  <a:pt x="3696713" y="1461887"/>
                  <a:pt x="3700642" y="1474079"/>
                </a:cubicBezTo>
                <a:cubicBezTo>
                  <a:pt x="3683431" y="1480016"/>
                  <a:pt x="3700716" y="1509516"/>
                  <a:pt x="3693587" y="1522890"/>
                </a:cubicBezTo>
                <a:cubicBezTo>
                  <a:pt x="3696861" y="1531716"/>
                  <a:pt x="3700010" y="1541157"/>
                  <a:pt x="3702900" y="1551068"/>
                </a:cubicBezTo>
                <a:lnTo>
                  <a:pt x="3708038" y="1631578"/>
                </a:lnTo>
                <a:lnTo>
                  <a:pt x="3698097" y="1716642"/>
                </a:lnTo>
                <a:cubicBezTo>
                  <a:pt x="3699314" y="1747867"/>
                  <a:pt x="3695412" y="1775147"/>
                  <a:pt x="3700384" y="1801382"/>
                </a:cubicBezTo>
                <a:cubicBezTo>
                  <a:pt x="3696845" y="1812311"/>
                  <a:pt x="3695699" y="1822504"/>
                  <a:pt x="3702257" y="1832013"/>
                </a:cubicBezTo>
                <a:cubicBezTo>
                  <a:pt x="3701651" y="1861238"/>
                  <a:pt x="3693313" y="1868713"/>
                  <a:pt x="3700986" y="1886838"/>
                </a:cubicBezTo>
                <a:cubicBezTo>
                  <a:pt x="3687741" y="1903887"/>
                  <a:pt x="3693148" y="1904594"/>
                  <a:pt x="3697545" y="1912087"/>
                </a:cubicBezTo>
                <a:lnTo>
                  <a:pt x="3697885" y="1913171"/>
                </a:lnTo>
                <a:lnTo>
                  <a:pt x="3695987" y="1915505"/>
                </a:lnTo>
                <a:lnTo>
                  <a:pt x="3695284" y="1920179"/>
                </a:lnTo>
                <a:lnTo>
                  <a:pt x="3696499" y="1932787"/>
                </a:lnTo>
                <a:lnTo>
                  <a:pt x="3697473" y="1937503"/>
                </a:lnTo>
                <a:cubicBezTo>
                  <a:pt x="3697953" y="1940760"/>
                  <a:pt x="3698023" y="1942937"/>
                  <a:pt x="3697799" y="1944457"/>
                </a:cubicBezTo>
                <a:lnTo>
                  <a:pt x="3697642" y="1944638"/>
                </a:lnTo>
                <a:lnTo>
                  <a:pt x="3698268" y="1951136"/>
                </a:lnTo>
                <a:cubicBezTo>
                  <a:pt x="3699704" y="1962083"/>
                  <a:pt x="3701457" y="1972719"/>
                  <a:pt x="3703418" y="1982828"/>
                </a:cubicBezTo>
                <a:cubicBezTo>
                  <a:pt x="3694620" y="1991887"/>
                  <a:pt x="3707345" y="2028973"/>
                  <a:pt x="3689767" y="2025705"/>
                </a:cubicBezTo>
                <a:cubicBezTo>
                  <a:pt x="3691896" y="2039367"/>
                  <a:pt x="3699517" y="2047321"/>
                  <a:pt x="3687894" y="2043252"/>
                </a:cubicBezTo>
                <a:cubicBezTo>
                  <a:pt x="3688268" y="2047766"/>
                  <a:pt x="3687435" y="2050599"/>
                  <a:pt x="3686015" y="2052668"/>
                </a:cubicBezTo>
                <a:lnTo>
                  <a:pt x="3685329" y="2053280"/>
                </a:lnTo>
                <a:lnTo>
                  <a:pt x="3690348" y="2083660"/>
                </a:lnTo>
                <a:lnTo>
                  <a:pt x="3689688" y="2087758"/>
                </a:lnTo>
                <a:lnTo>
                  <a:pt x="3694656" y="2107476"/>
                </a:lnTo>
                <a:lnTo>
                  <a:pt x="3696317" y="2117709"/>
                </a:lnTo>
                <a:lnTo>
                  <a:pt x="3698652" y="2120508"/>
                </a:lnTo>
                <a:cubicBezTo>
                  <a:pt x="3700138" y="2123582"/>
                  <a:pt x="3700933" y="2128051"/>
                  <a:pt x="3700157" y="2135655"/>
                </a:cubicBezTo>
                <a:lnTo>
                  <a:pt x="3699626" y="2137431"/>
                </a:lnTo>
                <a:lnTo>
                  <a:pt x="3703486" y="2149795"/>
                </a:lnTo>
                <a:cubicBezTo>
                  <a:pt x="3705184" y="2153754"/>
                  <a:pt x="3707268" y="2157232"/>
                  <a:pt x="3709885" y="2160002"/>
                </a:cubicBezTo>
                <a:cubicBezTo>
                  <a:pt x="3698737" y="2203287"/>
                  <a:pt x="3712805" y="2242927"/>
                  <a:pt x="3712777" y="2289319"/>
                </a:cubicBezTo>
                <a:cubicBezTo>
                  <a:pt x="3693169" y="2310331"/>
                  <a:pt x="3722276" y="2389074"/>
                  <a:pt x="3742794" y="2399589"/>
                </a:cubicBezTo>
                <a:cubicBezTo>
                  <a:pt x="3725319" y="2400703"/>
                  <a:pt x="3751962" y="2457534"/>
                  <a:pt x="3753311" y="2472464"/>
                </a:cubicBezTo>
                <a:cubicBezTo>
                  <a:pt x="3753760" y="2477441"/>
                  <a:pt x="3751399" y="2477762"/>
                  <a:pt x="3743656" y="2469811"/>
                </a:cubicBezTo>
                <a:cubicBezTo>
                  <a:pt x="3746474" y="2485608"/>
                  <a:pt x="3738186" y="2502460"/>
                  <a:pt x="3730339" y="2493869"/>
                </a:cubicBezTo>
                <a:cubicBezTo>
                  <a:pt x="3748556" y="2541387"/>
                  <a:pt x="3736267" y="2613433"/>
                  <a:pt x="3746134" y="2667651"/>
                </a:cubicBezTo>
                <a:cubicBezTo>
                  <a:pt x="3730160" y="2698252"/>
                  <a:pt x="3745496" y="2681337"/>
                  <a:pt x="3743743" y="2712354"/>
                </a:cubicBezTo>
                <a:cubicBezTo>
                  <a:pt x="3759373" y="2703131"/>
                  <a:pt x="3736572" y="2750256"/>
                  <a:pt x="3754759" y="2751060"/>
                </a:cubicBezTo>
                <a:cubicBezTo>
                  <a:pt x="3753864" y="2756679"/>
                  <a:pt x="3752424" y="2762098"/>
                  <a:pt x="3750841" y="2767527"/>
                </a:cubicBezTo>
                <a:lnTo>
                  <a:pt x="3750021" y="2770377"/>
                </a:lnTo>
                <a:lnTo>
                  <a:pt x="3749874" y="2781617"/>
                </a:lnTo>
                <a:lnTo>
                  <a:pt x="3745916" y="2784975"/>
                </a:lnTo>
                <a:lnTo>
                  <a:pt x="3742888" y="2802030"/>
                </a:lnTo>
                <a:cubicBezTo>
                  <a:pt x="3742360" y="2808388"/>
                  <a:pt x="3742498" y="2815196"/>
                  <a:pt x="3743710" y="2822667"/>
                </a:cubicBezTo>
                <a:cubicBezTo>
                  <a:pt x="3751787" y="2840797"/>
                  <a:pt x="3744398" y="2870002"/>
                  <a:pt x="3746201" y="2896003"/>
                </a:cubicBezTo>
                <a:lnTo>
                  <a:pt x="3749006" y="2907846"/>
                </a:lnTo>
                <a:lnTo>
                  <a:pt x="3747206" y="2947037"/>
                </a:lnTo>
                <a:cubicBezTo>
                  <a:pt x="3747030" y="2958176"/>
                  <a:pt x="3747214" y="2969719"/>
                  <a:pt x="3748070" y="2981841"/>
                </a:cubicBezTo>
                <a:lnTo>
                  <a:pt x="3750937" y="3004278"/>
                </a:lnTo>
                <a:lnTo>
                  <a:pt x="3749761" y="3010254"/>
                </a:lnTo>
                <a:cubicBezTo>
                  <a:pt x="3750425" y="3020530"/>
                  <a:pt x="3756245" y="3033889"/>
                  <a:pt x="3749923" y="3032983"/>
                </a:cubicBezTo>
                <a:lnTo>
                  <a:pt x="3752658" y="3044429"/>
                </a:lnTo>
                <a:lnTo>
                  <a:pt x="3748217" y="3056076"/>
                </a:lnTo>
                <a:cubicBezTo>
                  <a:pt x="3747117" y="3057381"/>
                  <a:pt x="3745928" y="3058381"/>
                  <a:pt x="3744691" y="3059042"/>
                </a:cubicBezTo>
                <a:lnTo>
                  <a:pt x="3747123" y="3075102"/>
                </a:lnTo>
                <a:lnTo>
                  <a:pt x="3744190" y="3088509"/>
                </a:lnTo>
                <a:lnTo>
                  <a:pt x="3747093" y="3099930"/>
                </a:lnTo>
                <a:lnTo>
                  <a:pt x="3746799" y="3104743"/>
                </a:lnTo>
                <a:lnTo>
                  <a:pt x="3745610" y="3116729"/>
                </a:lnTo>
                <a:cubicBezTo>
                  <a:pt x="3744666" y="3122891"/>
                  <a:pt x="3743503" y="3129792"/>
                  <a:pt x="3742676" y="3137453"/>
                </a:cubicBezTo>
                <a:lnTo>
                  <a:pt x="3742441" y="3143884"/>
                </a:lnTo>
                <a:lnTo>
                  <a:pt x="3737104" y="3158122"/>
                </a:lnTo>
                <a:cubicBezTo>
                  <a:pt x="3733050" y="3168490"/>
                  <a:pt x="3730374" y="3176626"/>
                  <a:pt x="3733275" y="3185367"/>
                </a:cubicBezTo>
                <a:cubicBezTo>
                  <a:pt x="3728135" y="3200760"/>
                  <a:pt x="3712176" y="3212117"/>
                  <a:pt x="3717639" y="3233769"/>
                </a:cubicBezTo>
                <a:cubicBezTo>
                  <a:pt x="3709851" y="3227497"/>
                  <a:pt x="3717920" y="3258095"/>
                  <a:pt x="3710433" y="3262123"/>
                </a:cubicBezTo>
                <a:cubicBezTo>
                  <a:pt x="3704342" y="3264110"/>
                  <a:pt x="3705370" y="3273856"/>
                  <a:pt x="3703458" y="3281408"/>
                </a:cubicBezTo>
                <a:cubicBezTo>
                  <a:pt x="3697412" y="3287020"/>
                  <a:pt x="3693483" y="3324746"/>
                  <a:pt x="3695027" y="3337739"/>
                </a:cubicBezTo>
                <a:cubicBezTo>
                  <a:pt x="3703095" y="3374177"/>
                  <a:pt x="3679154" y="3404974"/>
                  <a:pt x="3684951" y="3434139"/>
                </a:cubicBezTo>
                <a:cubicBezTo>
                  <a:pt x="3684732" y="3441861"/>
                  <a:pt x="3683615" y="3448308"/>
                  <a:pt x="3681946" y="3453928"/>
                </a:cubicBezTo>
                <a:lnTo>
                  <a:pt x="3675939" y="3468021"/>
                </a:lnTo>
                <a:cubicBezTo>
                  <a:pt x="3674480" y="3468264"/>
                  <a:pt x="3673022" y="3468506"/>
                  <a:pt x="3671563" y="3468748"/>
                </a:cubicBezTo>
                <a:lnTo>
                  <a:pt x="3669360" y="3479164"/>
                </a:lnTo>
                <a:lnTo>
                  <a:pt x="3668060" y="3481325"/>
                </a:lnTo>
                <a:cubicBezTo>
                  <a:pt x="3665560" y="3485437"/>
                  <a:pt x="3663197" y="3489622"/>
                  <a:pt x="3661315" y="3494328"/>
                </a:cubicBezTo>
                <a:cubicBezTo>
                  <a:pt x="3678446" y="3506175"/>
                  <a:pt x="3648136" y="3536311"/>
                  <a:pt x="3664679" y="3537226"/>
                </a:cubicBezTo>
                <a:cubicBezTo>
                  <a:pt x="3657322" y="3565147"/>
                  <a:pt x="3674997" y="3558694"/>
                  <a:pt x="3654205" y="3577551"/>
                </a:cubicBezTo>
                <a:cubicBezTo>
                  <a:pt x="3653633" y="3634248"/>
                  <a:pt x="3628736" y="3694092"/>
                  <a:pt x="3637325" y="3749618"/>
                </a:cubicBezTo>
                <a:cubicBezTo>
                  <a:pt x="3631446" y="3736800"/>
                  <a:pt x="3620480" y="3747498"/>
                  <a:pt x="3620258" y="3763981"/>
                </a:cubicBezTo>
                <a:cubicBezTo>
                  <a:pt x="3596667" y="3715365"/>
                  <a:pt x="3630603" y="3842969"/>
                  <a:pt x="3608193" y="3830141"/>
                </a:cubicBezTo>
                <a:cubicBezTo>
                  <a:pt x="3625759" y="3852486"/>
                  <a:pt x="3638965" y="3943841"/>
                  <a:pt x="3616479" y="3951521"/>
                </a:cubicBezTo>
                <a:cubicBezTo>
                  <a:pt x="3607940" y="3994867"/>
                  <a:pt x="3614033" y="4040502"/>
                  <a:pt x="3595498" y="4074157"/>
                </a:cubicBezTo>
                <a:cubicBezTo>
                  <a:pt x="3597477" y="4078342"/>
                  <a:pt x="3598819" y="4082864"/>
                  <a:pt x="3599706" y="4087599"/>
                </a:cubicBezTo>
                <a:lnTo>
                  <a:pt x="3601103" y="4101515"/>
                </a:lnTo>
                <a:lnTo>
                  <a:pt x="3600274" y="4102849"/>
                </a:lnTo>
                <a:cubicBezTo>
                  <a:pt x="3598143" y="4109482"/>
                  <a:pt x="3598077" y="4114144"/>
                  <a:pt x="3598925" y="4117926"/>
                </a:cubicBezTo>
                <a:lnTo>
                  <a:pt x="3600630" y="4121966"/>
                </a:lnTo>
                <a:lnTo>
                  <a:pt x="3600331" y="4132543"/>
                </a:lnTo>
                <a:lnTo>
                  <a:pt x="3601432" y="4154003"/>
                </a:lnTo>
                <a:lnTo>
                  <a:pt x="3600054" y="4157433"/>
                </a:lnTo>
                <a:lnTo>
                  <a:pt x="3599248" y="4188888"/>
                </a:lnTo>
                <a:cubicBezTo>
                  <a:pt x="3598993" y="4188940"/>
                  <a:pt x="3598738" y="4188992"/>
                  <a:pt x="3598484" y="4189044"/>
                </a:cubicBezTo>
                <a:cubicBezTo>
                  <a:pt x="3596754" y="4190111"/>
                  <a:pt x="3595443" y="4192250"/>
                  <a:pt x="3594971" y="4196698"/>
                </a:cubicBezTo>
                <a:cubicBezTo>
                  <a:pt x="3584674" y="4185805"/>
                  <a:pt x="3590455" y="4197885"/>
                  <a:pt x="3589971" y="4211958"/>
                </a:cubicBezTo>
                <a:cubicBezTo>
                  <a:pt x="3573870" y="4198179"/>
                  <a:pt x="3579156" y="4240607"/>
                  <a:pt x="3569135" y="4243705"/>
                </a:cubicBezTo>
                <a:cubicBezTo>
                  <a:pt x="3569142" y="4254351"/>
                  <a:pt x="3568856" y="4265362"/>
                  <a:pt x="3568210" y="4276468"/>
                </a:cubicBezTo>
                <a:lnTo>
                  <a:pt x="3567613" y="4282925"/>
                </a:lnTo>
                <a:cubicBezTo>
                  <a:pt x="3567553" y="4282949"/>
                  <a:pt x="3567492" y="4282974"/>
                  <a:pt x="3567432" y="4282999"/>
                </a:cubicBezTo>
                <a:cubicBezTo>
                  <a:pt x="3566940" y="4284280"/>
                  <a:pt x="3566607" y="4286359"/>
                  <a:pt x="3566464" y="4289697"/>
                </a:cubicBezTo>
                <a:lnTo>
                  <a:pt x="3566526" y="4294698"/>
                </a:lnTo>
                <a:lnTo>
                  <a:pt x="3565367" y="4307225"/>
                </a:lnTo>
                <a:lnTo>
                  <a:pt x="3563841" y="4311164"/>
                </a:lnTo>
                <a:lnTo>
                  <a:pt x="3561610" y="4312189"/>
                </a:lnTo>
                <a:lnTo>
                  <a:pt x="3561734" y="4313408"/>
                </a:lnTo>
                <a:cubicBezTo>
                  <a:pt x="3564537" y="4323096"/>
                  <a:pt x="3569544" y="4327053"/>
                  <a:pt x="3553832" y="4334910"/>
                </a:cubicBezTo>
                <a:cubicBezTo>
                  <a:pt x="3557797" y="4356533"/>
                  <a:pt x="3548502" y="4358433"/>
                  <a:pt x="3542564" y="4385380"/>
                </a:cubicBezTo>
                <a:cubicBezTo>
                  <a:pt x="3547050" y="4398267"/>
                  <a:pt x="3544091" y="4407098"/>
                  <a:pt x="3538724" y="4415150"/>
                </a:cubicBezTo>
                <a:cubicBezTo>
                  <a:pt x="3538633" y="4442707"/>
                  <a:pt x="3529920" y="4465824"/>
                  <a:pt x="3525348" y="4495753"/>
                </a:cubicBezTo>
                <a:cubicBezTo>
                  <a:pt x="3529387" y="4530212"/>
                  <a:pt x="3514579" y="4543935"/>
                  <a:pt x="3509749" y="4575934"/>
                </a:cubicBezTo>
                <a:cubicBezTo>
                  <a:pt x="3519579" y="4606914"/>
                  <a:pt x="3496418" y="4596497"/>
                  <a:pt x="3489779" y="4611927"/>
                </a:cubicBezTo>
                <a:lnTo>
                  <a:pt x="3488856" y="4616508"/>
                </a:lnTo>
                <a:lnTo>
                  <a:pt x="3489486" y="4629163"/>
                </a:lnTo>
                <a:lnTo>
                  <a:pt x="3490242" y="4633947"/>
                </a:lnTo>
                <a:cubicBezTo>
                  <a:pt x="3490570" y="4637233"/>
                  <a:pt x="3490539" y="4639406"/>
                  <a:pt x="3490244" y="4640894"/>
                </a:cubicBezTo>
                <a:lnTo>
                  <a:pt x="3490078" y="4641059"/>
                </a:lnTo>
                <a:lnTo>
                  <a:pt x="3490403" y="4647582"/>
                </a:lnTo>
                <a:cubicBezTo>
                  <a:pt x="3491330" y="4658608"/>
                  <a:pt x="3492590" y="4669354"/>
                  <a:pt x="3494082" y="4679601"/>
                </a:cubicBezTo>
                <a:cubicBezTo>
                  <a:pt x="3484854" y="4687754"/>
                  <a:pt x="3495864" y="4725869"/>
                  <a:pt x="3478421" y="4720918"/>
                </a:cubicBezTo>
                <a:cubicBezTo>
                  <a:pt x="3479918" y="4734712"/>
                  <a:pt x="3487176" y="4743359"/>
                  <a:pt x="3475730" y="4738188"/>
                </a:cubicBezTo>
                <a:cubicBezTo>
                  <a:pt x="3475894" y="4742712"/>
                  <a:pt x="3474928" y="4745450"/>
                  <a:pt x="3473409" y="4747368"/>
                </a:cubicBezTo>
                <a:lnTo>
                  <a:pt x="3472696" y="4747913"/>
                </a:lnTo>
                <a:lnTo>
                  <a:pt x="3476304" y="4778609"/>
                </a:lnTo>
                <a:lnTo>
                  <a:pt x="3475454" y="4782623"/>
                </a:lnTo>
                <a:lnTo>
                  <a:pt x="3479507" y="4802712"/>
                </a:lnTo>
                <a:lnTo>
                  <a:pt x="3480695" y="4813049"/>
                </a:lnTo>
                <a:lnTo>
                  <a:pt x="3482902" y="4816057"/>
                </a:lnTo>
                <a:cubicBezTo>
                  <a:pt x="3484247" y="4819259"/>
                  <a:pt x="3484834" y="4823783"/>
                  <a:pt x="3483703" y="4831270"/>
                </a:cubicBezTo>
                <a:lnTo>
                  <a:pt x="3483090" y="4832984"/>
                </a:lnTo>
                <a:lnTo>
                  <a:pt x="3486378" y="4845654"/>
                </a:lnTo>
                <a:cubicBezTo>
                  <a:pt x="3487893" y="4849755"/>
                  <a:pt x="3489817" y="4853416"/>
                  <a:pt x="3492309" y="4856425"/>
                </a:cubicBezTo>
                <a:cubicBezTo>
                  <a:pt x="3479133" y="4898390"/>
                  <a:pt x="3491371" y="4939174"/>
                  <a:pt x="3489182" y="4985308"/>
                </a:cubicBezTo>
                <a:cubicBezTo>
                  <a:pt x="3492413" y="5037202"/>
                  <a:pt x="3496839" y="5073159"/>
                  <a:pt x="3498182" y="5107346"/>
                </a:cubicBezTo>
                <a:cubicBezTo>
                  <a:pt x="3500266" y="5123329"/>
                  <a:pt x="3506680" y="5240376"/>
                  <a:pt x="3499225" y="5231073"/>
                </a:cubicBezTo>
                <a:cubicBezTo>
                  <a:pt x="3515247" y="5280090"/>
                  <a:pt x="3497607" y="5309911"/>
                  <a:pt x="3504960" y="5364785"/>
                </a:cubicBezTo>
                <a:cubicBezTo>
                  <a:pt x="3487546" y="5393671"/>
                  <a:pt x="3503686" y="5378336"/>
                  <a:pt x="3500486" y="5409009"/>
                </a:cubicBezTo>
                <a:cubicBezTo>
                  <a:pt x="3516561" y="5401350"/>
                  <a:pt x="3491544" y="5446009"/>
                  <a:pt x="3509710" y="5448570"/>
                </a:cubicBezTo>
                <a:cubicBezTo>
                  <a:pt x="3508555" y="5454072"/>
                  <a:pt x="3506859" y="5459319"/>
                  <a:pt x="3505022" y="5464568"/>
                </a:cubicBezTo>
                <a:lnTo>
                  <a:pt x="3504070" y="5467320"/>
                </a:lnTo>
                <a:lnTo>
                  <a:pt x="3503399" y="5478483"/>
                </a:lnTo>
                <a:lnTo>
                  <a:pt x="3499281" y="5481443"/>
                </a:lnTo>
                <a:lnTo>
                  <a:pt x="3499047" y="5616712"/>
                </a:lnTo>
                <a:cubicBezTo>
                  <a:pt x="3502347" y="5628424"/>
                  <a:pt x="3503819" y="5666768"/>
                  <a:pt x="3498775" y="5675291"/>
                </a:cubicBezTo>
                <a:cubicBezTo>
                  <a:pt x="3497984" y="5683547"/>
                  <a:pt x="3500335" y="5692400"/>
                  <a:pt x="3494739" y="5697458"/>
                </a:cubicBezTo>
                <a:cubicBezTo>
                  <a:pt x="3492180" y="5715432"/>
                  <a:pt x="3486290" y="5756597"/>
                  <a:pt x="3483423" y="5783137"/>
                </a:cubicBezTo>
                <a:cubicBezTo>
                  <a:pt x="3491452" y="5796973"/>
                  <a:pt x="3477643" y="5819988"/>
                  <a:pt x="3477532" y="5856699"/>
                </a:cubicBezTo>
                <a:cubicBezTo>
                  <a:pt x="3486776" y="5871818"/>
                  <a:pt x="3477340" y="5881447"/>
                  <a:pt x="3490032" y="5910638"/>
                </a:cubicBezTo>
                <a:cubicBezTo>
                  <a:pt x="3488930" y="5911913"/>
                  <a:pt x="3487924" y="5913488"/>
                  <a:pt x="3487046" y="5915313"/>
                </a:cubicBezTo>
                <a:cubicBezTo>
                  <a:pt x="3481941" y="5925917"/>
                  <a:pt x="3482137" y="5942505"/>
                  <a:pt x="3487484" y="5952365"/>
                </a:cubicBezTo>
                <a:cubicBezTo>
                  <a:pt x="3504666" y="5999029"/>
                  <a:pt x="3505019" y="6042078"/>
                  <a:pt x="3509266" y="6082373"/>
                </a:cubicBezTo>
                <a:cubicBezTo>
                  <a:pt x="3512265" y="6128005"/>
                  <a:pt x="3492950" y="6098121"/>
                  <a:pt x="3509564" y="6154771"/>
                </a:cubicBezTo>
                <a:cubicBezTo>
                  <a:pt x="3503223" y="6161045"/>
                  <a:pt x="3503062" y="6168289"/>
                  <a:pt x="3506404" y="6180433"/>
                </a:cubicBezTo>
                <a:cubicBezTo>
                  <a:pt x="3507378" y="6202614"/>
                  <a:pt x="3491084" y="6201180"/>
                  <a:pt x="3501312" y="6223427"/>
                </a:cubicBezTo>
                <a:cubicBezTo>
                  <a:pt x="3492497" y="6219559"/>
                  <a:pt x="3498753" y="6265580"/>
                  <a:pt x="3489469" y="6255476"/>
                </a:cubicBezTo>
                <a:cubicBezTo>
                  <a:pt x="3481791" y="6270065"/>
                  <a:pt x="3495037" y="6276996"/>
                  <a:pt x="3488398" y="6291462"/>
                </a:cubicBezTo>
                <a:cubicBezTo>
                  <a:pt x="3487099" y="6307679"/>
                  <a:pt x="3497555" y="6282019"/>
                  <a:pt x="3498547" y="6299935"/>
                </a:cubicBezTo>
                <a:cubicBezTo>
                  <a:pt x="3498173" y="6321676"/>
                  <a:pt x="3514193" y="6321381"/>
                  <a:pt x="3494028" y="6338390"/>
                </a:cubicBezTo>
                <a:lnTo>
                  <a:pt x="3486030" y="6396716"/>
                </a:lnTo>
                <a:cubicBezTo>
                  <a:pt x="3491309" y="6409668"/>
                  <a:pt x="3488928" y="6420134"/>
                  <a:pt x="3484103" y="6430386"/>
                </a:cubicBezTo>
                <a:cubicBezTo>
                  <a:pt x="3485763" y="6460632"/>
                  <a:pt x="3478568" y="6488285"/>
                  <a:pt x="3475922" y="6522318"/>
                </a:cubicBezTo>
                <a:cubicBezTo>
                  <a:pt x="3482128" y="6559051"/>
                  <a:pt x="3468277" y="6578006"/>
                  <a:pt x="3465506" y="6614374"/>
                </a:cubicBezTo>
                <a:cubicBezTo>
                  <a:pt x="3478925" y="6650248"/>
                  <a:pt x="3446064" y="6638174"/>
                  <a:pt x="3446789" y="6668768"/>
                </a:cubicBezTo>
                <a:cubicBezTo>
                  <a:pt x="3458869" y="6718505"/>
                  <a:pt x="3435878" y="6667592"/>
                  <a:pt x="3439582" y="6744454"/>
                </a:cubicBezTo>
                <a:cubicBezTo>
                  <a:pt x="3441631" y="6748797"/>
                  <a:pt x="3439393" y="6758101"/>
                  <a:pt x="3436538" y="6757102"/>
                </a:cubicBezTo>
                <a:cubicBezTo>
                  <a:pt x="3437461" y="6773941"/>
                  <a:pt x="3420846" y="6822488"/>
                  <a:pt x="3424061" y="6846522"/>
                </a:cubicBezTo>
                <a:lnTo>
                  <a:pt x="3423032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96264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D0BD-2268-4E61-BBF8-29A38906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541" y="406400"/>
            <a:ext cx="9144000" cy="592406"/>
          </a:xfrm>
        </p:spPr>
        <p:txBody>
          <a:bodyPr>
            <a:normAutofit/>
          </a:bodyPr>
          <a:lstStyle/>
          <a:p>
            <a:r>
              <a:rPr lang="pt-BR" sz="2800" dirty="0"/>
              <a:t>Máquina </a:t>
            </a:r>
            <a:r>
              <a:rPr lang="pt-BR" sz="3100" dirty="0"/>
              <a:t>Virtual-Virtualização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351A68F-5E88-44B3-9844-DAD7E3042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9489" y="1166291"/>
            <a:ext cx="11732456" cy="5060022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pt-BR" sz="3000" dirty="0" err="1"/>
              <a:t>Hipervisor</a:t>
            </a:r>
            <a:r>
              <a:rPr lang="pt-BR" sz="3000" dirty="0"/>
              <a:t> ( monitor de máquina virtual)</a:t>
            </a:r>
          </a:p>
          <a:p>
            <a:pPr algn="just"/>
            <a:r>
              <a:rPr lang="pt-BR" sz="3000" dirty="0"/>
              <a:t>		Software, firmware ou hardware que cria e roda máquinas virtuais (</a:t>
            </a:r>
            <a:r>
              <a:rPr lang="pt-BR" sz="3000" dirty="0" err="1"/>
              <a:t>VMs</a:t>
            </a:r>
            <a:r>
              <a:rPr lang="pt-BR" sz="3000" dirty="0"/>
              <a:t>).</a:t>
            </a:r>
          </a:p>
          <a:p>
            <a:pPr algn="just"/>
            <a:endParaRPr lang="pt-BR" sz="3000" dirty="0"/>
          </a:p>
          <a:p>
            <a:pPr algn="just"/>
            <a:r>
              <a:rPr lang="pt-BR" sz="3000" dirty="0"/>
              <a:t>Máquina hospedeira (host)</a:t>
            </a:r>
          </a:p>
          <a:p>
            <a:pPr algn="just"/>
            <a:r>
              <a:rPr lang="pt-BR" sz="3000" dirty="0"/>
              <a:t>		Computador no qual o </a:t>
            </a:r>
            <a:r>
              <a:rPr lang="pt-BR" sz="3000" dirty="0" err="1"/>
              <a:t>hipervisor</a:t>
            </a:r>
            <a:r>
              <a:rPr lang="pt-BR" sz="3000" dirty="0"/>
              <a:t> roda uma ou mais </a:t>
            </a:r>
            <a:r>
              <a:rPr lang="pt-BR" sz="3000" dirty="0" err="1"/>
              <a:t>VMs</a:t>
            </a:r>
            <a:endParaRPr lang="pt-BR" sz="3000" dirty="0"/>
          </a:p>
          <a:p>
            <a:pPr algn="just"/>
            <a:endParaRPr lang="pt-BR" sz="3000" dirty="0"/>
          </a:p>
          <a:p>
            <a:pPr algn="just"/>
            <a:r>
              <a:rPr lang="pt-BR" sz="3000" dirty="0"/>
              <a:t>Máquina convidada(</a:t>
            </a:r>
            <a:r>
              <a:rPr lang="pt-BR" sz="3000" dirty="0" err="1"/>
              <a:t>guest</a:t>
            </a:r>
            <a:r>
              <a:rPr lang="pt-BR" sz="3000" dirty="0"/>
              <a:t>) </a:t>
            </a:r>
          </a:p>
          <a:p>
            <a:pPr algn="just"/>
            <a:r>
              <a:rPr lang="pt-BR" sz="3000" dirty="0"/>
              <a:t>		</a:t>
            </a:r>
            <a:r>
              <a:rPr lang="pt-BR" sz="3000" dirty="0" err="1"/>
              <a:t>SOs</a:t>
            </a:r>
            <a:r>
              <a:rPr lang="pt-BR" sz="3000" dirty="0"/>
              <a:t> instalados</a:t>
            </a:r>
          </a:p>
          <a:p>
            <a:pPr algn="just"/>
            <a:r>
              <a:rPr lang="pt-BR" sz="3000" dirty="0"/>
              <a:t>		O </a:t>
            </a:r>
            <a:r>
              <a:rPr lang="pt-BR" sz="3000" dirty="0" err="1"/>
              <a:t>hipervisor</a:t>
            </a:r>
            <a:r>
              <a:rPr lang="pt-BR" sz="3000" dirty="0"/>
              <a:t> apresenta </a:t>
            </a:r>
            <a:r>
              <a:rPr lang="pt-BR" sz="3000" dirty="0" err="1"/>
              <a:t>SOs</a:t>
            </a:r>
            <a:r>
              <a:rPr lang="pt-BR" sz="3000" dirty="0"/>
              <a:t> </a:t>
            </a:r>
            <a:r>
              <a:rPr lang="pt-BR" sz="3000" dirty="0" err="1"/>
              <a:t>guest</a:t>
            </a:r>
            <a:r>
              <a:rPr lang="pt-BR" sz="3000" dirty="0"/>
              <a:t> como uma plataforma</a:t>
            </a:r>
          </a:p>
          <a:p>
            <a:pPr algn="just"/>
            <a:r>
              <a:rPr lang="pt-BR" sz="3000" dirty="0"/>
              <a:t>		de virtualização e gerencia sua execução.</a:t>
            </a:r>
          </a:p>
          <a:p>
            <a:pPr algn="just"/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04653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A675F33-98AF-4B83-A3BB-0780A2314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ela de fundo abstrata de dados">
            <a:extLst>
              <a:ext uri="{FF2B5EF4-FFF2-40B4-BE49-F238E27FC236}">
                <a16:creationId xmlns:a16="http://schemas.microsoft.com/office/drawing/2014/main" id="{54BD7C4B-5393-4483-BEBE-C9D87367A1F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/>
          <a:stretch/>
        </p:blipFill>
        <p:spPr>
          <a:xfrm>
            <a:off x="-3175" y="-140667"/>
            <a:ext cx="1219200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1ABD0BD-2268-4E61-BBF8-29A38906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11" y="685800"/>
            <a:ext cx="10879431" cy="917918"/>
          </a:xfrm>
        </p:spPr>
        <p:txBody>
          <a:bodyPr>
            <a:normAutofit/>
          </a:bodyPr>
          <a:lstStyle/>
          <a:p>
            <a:r>
              <a:rPr lang="pt-BR" dirty="0"/>
              <a:t>Máquina Virtual-Virtualização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351A68F-5E88-44B3-9844-DAD7E3042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12" y="2110155"/>
            <a:ext cx="9852490" cy="368104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pt-BR" sz="3600" dirty="0">
                <a:solidFill>
                  <a:schemeClr val="tx1"/>
                </a:solidFill>
              </a:rPr>
              <a:t>Auxilio à introdução.</a:t>
            </a:r>
          </a:p>
          <a:p>
            <a:pPr>
              <a:lnSpc>
                <a:spcPct val="90000"/>
              </a:lnSpc>
            </a:pPr>
            <a:r>
              <a:rPr lang="pt-BR" sz="3600" dirty="0">
                <a:solidFill>
                  <a:schemeClr val="tx1"/>
                </a:solidFill>
              </a:rPr>
              <a:t>Visão:</a:t>
            </a:r>
          </a:p>
          <a:p>
            <a:pPr>
              <a:lnSpc>
                <a:spcPct val="90000"/>
              </a:lnSpc>
            </a:pPr>
            <a:r>
              <a:rPr lang="pt-BR" sz="3600" dirty="0">
                <a:solidFill>
                  <a:schemeClr val="tx1"/>
                </a:solidFill>
              </a:rPr>
              <a:t>		Acadêmica</a:t>
            </a:r>
          </a:p>
          <a:p>
            <a:pPr>
              <a:lnSpc>
                <a:spcPct val="90000"/>
              </a:lnSpc>
            </a:pPr>
            <a:r>
              <a:rPr lang="pt-BR" sz="3600" dirty="0">
                <a:solidFill>
                  <a:schemeClr val="tx1"/>
                </a:solidFill>
              </a:rPr>
              <a:t>		Do fabricante</a:t>
            </a:r>
          </a:p>
          <a:p>
            <a:pPr>
              <a:lnSpc>
                <a:spcPct val="90000"/>
              </a:lnSpc>
            </a:pPr>
            <a:r>
              <a:rPr lang="pt-BR" sz="3600" dirty="0">
                <a:solidFill>
                  <a:schemeClr val="tx1"/>
                </a:solidFill>
              </a:rPr>
              <a:t>		Do iniciante</a:t>
            </a:r>
          </a:p>
          <a:p>
            <a:pPr>
              <a:lnSpc>
                <a:spcPct val="90000"/>
              </a:lnSpc>
            </a:pPr>
            <a:r>
              <a:rPr lang="pt-BR" sz="3600" dirty="0">
                <a:solidFill>
                  <a:schemeClr val="tx1"/>
                </a:solidFill>
              </a:rPr>
              <a:t>		...</a:t>
            </a:r>
          </a:p>
          <a:p>
            <a:pPr>
              <a:lnSpc>
                <a:spcPct val="90000"/>
              </a:lnSpc>
            </a:pPr>
            <a:endParaRPr lang="pt-BR" sz="130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endParaRPr lang="pt-BR" sz="130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endParaRPr lang="pt-BR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025487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E83151F2361684BA5780C0C225DBA4E" ma:contentTypeVersion="10" ma:contentTypeDescription="Crie um novo documento." ma:contentTypeScope="" ma:versionID="244ac0b57eade96b7d08ea6ebe5d7066">
  <xsd:schema xmlns:xsd="http://www.w3.org/2001/XMLSchema" xmlns:xs="http://www.w3.org/2001/XMLSchema" xmlns:p="http://schemas.microsoft.com/office/2006/metadata/properties" xmlns:ns2="1584da31-70ed-4cbd-995e-5750d4360d51" xmlns:ns3="c9bd0c77-24ac-4861-855b-79d97260e403" targetNamespace="http://schemas.microsoft.com/office/2006/metadata/properties" ma:root="true" ma:fieldsID="b77b9b66a984ee18d83f0e68e77e9690" ns2:_="" ns3:_="">
    <xsd:import namespace="1584da31-70ed-4cbd-995e-5750d4360d51"/>
    <xsd:import namespace="c9bd0c77-24ac-4861-855b-79d97260e40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84da31-70ed-4cbd-995e-5750d4360d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Marcações de imagem" ma:readOnly="false" ma:fieldId="{5cf76f15-5ced-4ddc-b409-7134ff3c332f}" ma:taxonomyMulti="true" ma:sspId="0ef6089c-5148-4909-88ac-65974e5b7eb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bd0c77-24ac-4861-855b-79d97260e40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c44ba37-55b7-4257-b6c8-20b65111477a}" ma:internalName="TaxCatchAll" ma:showField="CatchAllData" ma:web="c9bd0c77-24ac-4861-855b-79d97260e40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9bd0c77-24ac-4861-855b-79d97260e403" xsi:nil="true"/>
    <lcf76f155ced4ddcb4097134ff3c332f xmlns="1584da31-70ed-4cbd-995e-5750d4360d5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629D8EF-B2F7-4ABD-AD21-9297AC7B3E0B}"/>
</file>

<file path=customXml/itemProps2.xml><?xml version="1.0" encoding="utf-8"?>
<ds:datastoreItem xmlns:ds="http://schemas.openxmlformats.org/officeDocument/2006/customXml" ds:itemID="{817146AF-DACD-4828-A488-F5414A8560E5}"/>
</file>

<file path=customXml/itemProps3.xml><?xml version="1.0" encoding="utf-8"?>
<ds:datastoreItem xmlns:ds="http://schemas.openxmlformats.org/officeDocument/2006/customXml" ds:itemID="{A7941751-F3BA-47F5-A2E0-8EEE66EE684B}"/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26</TotalTime>
  <Words>531</Words>
  <Application>Microsoft Office PowerPoint</Application>
  <PresentationFormat>Widescreen</PresentationFormat>
  <Paragraphs>76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Fatia</vt:lpstr>
      <vt:lpstr>Máquina Virtual-Virtualização</vt:lpstr>
      <vt:lpstr>Máquina Virtual-Virtualização</vt:lpstr>
      <vt:lpstr>Máquina Virtual-Virtualização</vt:lpstr>
      <vt:lpstr>Máquina Virtual-Virtualização</vt:lpstr>
      <vt:lpstr>Emulador. </vt:lpstr>
      <vt:lpstr>Máquina Virtual-Virtualização</vt:lpstr>
      <vt:lpstr>Máquina Virtual-Virtualização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MILTON ROCHA</dc:creator>
  <cp:lastModifiedBy>MILTON ROCHA</cp:lastModifiedBy>
  <cp:revision>2</cp:revision>
  <dcterms:created xsi:type="dcterms:W3CDTF">2021-05-12T12:41:52Z</dcterms:created>
  <dcterms:modified xsi:type="dcterms:W3CDTF">2021-05-12T13:08:17Z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0x010100CE83151F2361684BA5780C0C225DBA4E</vt:lpwstr>
  </property>
</Properties>
</file>