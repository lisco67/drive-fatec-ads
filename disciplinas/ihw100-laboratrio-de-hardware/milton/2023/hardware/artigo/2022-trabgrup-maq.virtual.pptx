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62" r:id="rId5"/>
    <p:sldId id="259" r:id="rId6"/>
    <p:sldId id="263" r:id="rId7"/>
    <p:sldId id="258" r:id="rId8"/>
    <p:sldId id="260" r:id="rId9"/>
    <p:sldId id="261" r:id="rId10"/>
    <p:sldId id="264" r:id="rId11"/>
    <p:sldId id="269" r:id="rId12"/>
    <p:sldId id="265" r:id="rId13"/>
    <p:sldId id="266" r:id="rId14"/>
    <p:sldId id="270" r:id="rId15"/>
    <p:sldId id="271" r:id="rId16"/>
    <p:sldId id="272" r:id="rId17"/>
    <p:sldId id="274" r:id="rId18"/>
    <p:sldId id="273" r:id="rId19"/>
    <p:sldId id="275" r:id="rId20"/>
    <p:sldId id="277" r:id="rId2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6F46EE-2352-4504-9E0B-FEFD05F19139}" v="54" dt="2020-10-21T22:21:10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ustomXml" Target="../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openxmlformats.org/officeDocument/2006/relationships/customXml" Target="../customXml/item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Relationship Id="rId30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lton Silva da Rocha" userId="7f9028a1bd1df426" providerId="LiveId" clId="{EB6F46EE-2352-4504-9E0B-FEFD05F19139}"/>
    <pc:docChg chg="undo custSel mod addSld delSld modSld sldOrd">
      <pc:chgData name="Milton Silva da Rocha" userId="7f9028a1bd1df426" providerId="LiveId" clId="{EB6F46EE-2352-4504-9E0B-FEFD05F19139}" dt="2020-10-22T16:24:52.267" v="3477" actId="22"/>
      <pc:docMkLst>
        <pc:docMk/>
      </pc:docMkLst>
      <pc:sldChg chg="modSp mod">
        <pc:chgData name="Milton Silva da Rocha" userId="7f9028a1bd1df426" providerId="LiveId" clId="{EB6F46EE-2352-4504-9E0B-FEFD05F19139}" dt="2020-10-05T18:34:00.056" v="3221" actId="120"/>
        <pc:sldMkLst>
          <pc:docMk/>
          <pc:sldMk cId="3075961668" sldId="256"/>
        </pc:sldMkLst>
        <pc:spChg chg="mod">
          <ac:chgData name="Milton Silva da Rocha" userId="7f9028a1bd1df426" providerId="LiveId" clId="{EB6F46EE-2352-4504-9E0B-FEFD05F19139}" dt="2020-10-05T17:02:41.138" v="185" actId="1076"/>
          <ac:spMkLst>
            <pc:docMk/>
            <pc:sldMk cId="3075961668" sldId="256"/>
            <ac:spMk id="2" creationId="{6D31C4BC-13FE-4E7B-A19E-4E52776795F6}"/>
          </ac:spMkLst>
        </pc:spChg>
        <pc:spChg chg="mod">
          <ac:chgData name="Milton Silva da Rocha" userId="7f9028a1bd1df426" providerId="LiveId" clId="{EB6F46EE-2352-4504-9E0B-FEFD05F19139}" dt="2020-10-05T18:34:00.056" v="3221" actId="120"/>
          <ac:spMkLst>
            <pc:docMk/>
            <pc:sldMk cId="3075961668" sldId="256"/>
            <ac:spMk id="3" creationId="{15D66AB3-24D7-486C-BAC2-CA4447706F33}"/>
          </ac:spMkLst>
        </pc:spChg>
      </pc:sldChg>
      <pc:sldChg chg="addSp delSp modSp mod">
        <pc:chgData name="Milton Silva da Rocha" userId="7f9028a1bd1df426" providerId="LiveId" clId="{EB6F46EE-2352-4504-9E0B-FEFD05F19139}" dt="2020-10-05T17:32:35.333" v="1613" actId="255"/>
        <pc:sldMkLst>
          <pc:docMk/>
          <pc:sldMk cId="297484009" sldId="257"/>
        </pc:sldMkLst>
        <pc:spChg chg="del">
          <ac:chgData name="Milton Silva da Rocha" userId="7f9028a1bd1df426" providerId="LiveId" clId="{EB6F46EE-2352-4504-9E0B-FEFD05F19139}" dt="2020-10-05T17:10:25.779" v="568" actId="478"/>
          <ac:spMkLst>
            <pc:docMk/>
            <pc:sldMk cId="297484009" sldId="257"/>
            <ac:spMk id="2" creationId="{6D31C4BC-13FE-4E7B-A19E-4E52776795F6}"/>
          </ac:spMkLst>
        </pc:spChg>
        <pc:spChg chg="mod">
          <ac:chgData name="Milton Silva da Rocha" userId="7f9028a1bd1df426" providerId="LiveId" clId="{EB6F46EE-2352-4504-9E0B-FEFD05F19139}" dt="2020-10-05T17:32:35.333" v="1613" actId="255"/>
          <ac:spMkLst>
            <pc:docMk/>
            <pc:sldMk cId="297484009" sldId="257"/>
            <ac:spMk id="3" creationId="{15D66AB3-24D7-486C-BAC2-CA4447706F33}"/>
          </ac:spMkLst>
        </pc:spChg>
        <pc:spChg chg="add del mod">
          <ac:chgData name="Milton Silva da Rocha" userId="7f9028a1bd1df426" providerId="LiveId" clId="{EB6F46EE-2352-4504-9E0B-FEFD05F19139}" dt="2020-10-05T17:10:32.283" v="570" actId="478"/>
          <ac:spMkLst>
            <pc:docMk/>
            <pc:sldMk cId="297484009" sldId="257"/>
            <ac:spMk id="5" creationId="{89742B46-D243-4A4C-AEC4-D9F2C22A9609}"/>
          </ac:spMkLst>
        </pc:spChg>
        <pc:spChg chg="add mod">
          <ac:chgData name="Milton Silva da Rocha" userId="7f9028a1bd1df426" providerId="LiveId" clId="{EB6F46EE-2352-4504-9E0B-FEFD05F19139}" dt="2020-10-05T17:10:27.347" v="569"/>
          <ac:spMkLst>
            <pc:docMk/>
            <pc:sldMk cId="297484009" sldId="257"/>
            <ac:spMk id="6" creationId="{AEC7D663-3397-42E8-9DB9-82EA35A4F81F}"/>
          </ac:spMkLst>
        </pc:spChg>
      </pc:sldChg>
      <pc:sldChg chg="addSp mod">
        <pc:chgData name="Milton Silva da Rocha" userId="7f9028a1bd1df426" providerId="LiveId" clId="{EB6F46EE-2352-4504-9E0B-FEFD05F19139}" dt="2020-10-05T17:37:02.789" v="1771" actId="22"/>
        <pc:sldMkLst>
          <pc:docMk/>
          <pc:sldMk cId="3210647884" sldId="259"/>
        </pc:sldMkLst>
        <pc:spChg chg="add">
          <ac:chgData name="Milton Silva da Rocha" userId="7f9028a1bd1df426" providerId="LiveId" clId="{EB6F46EE-2352-4504-9E0B-FEFD05F19139}" dt="2020-10-05T17:37:02.789" v="1771" actId="22"/>
          <ac:spMkLst>
            <pc:docMk/>
            <pc:sldMk cId="3210647884" sldId="259"/>
            <ac:spMk id="4" creationId="{72A1AC7F-3424-4AF2-A668-3EC3E7D5D5A9}"/>
          </ac:spMkLst>
        </pc:spChg>
      </pc:sldChg>
      <pc:sldChg chg="modSp mod">
        <pc:chgData name="Milton Silva da Rocha" userId="7f9028a1bd1df426" providerId="LiveId" clId="{EB6F46EE-2352-4504-9E0B-FEFD05F19139}" dt="2020-10-05T17:59:07.551" v="2320" actId="27636"/>
        <pc:sldMkLst>
          <pc:docMk/>
          <pc:sldMk cId="396522730" sldId="261"/>
        </pc:sldMkLst>
        <pc:spChg chg="mod">
          <ac:chgData name="Milton Silva da Rocha" userId="7f9028a1bd1df426" providerId="LiveId" clId="{EB6F46EE-2352-4504-9E0B-FEFD05F19139}" dt="2020-10-05T17:59:07.551" v="2320" actId="27636"/>
          <ac:spMkLst>
            <pc:docMk/>
            <pc:sldMk cId="396522730" sldId="261"/>
            <ac:spMk id="3" creationId="{15D66AB3-24D7-486C-BAC2-CA4447706F33}"/>
          </ac:spMkLst>
        </pc:spChg>
      </pc:sldChg>
      <pc:sldChg chg="addSp modSp mod">
        <pc:chgData name="Milton Silva da Rocha" userId="7f9028a1bd1df426" providerId="LiveId" clId="{EB6F46EE-2352-4504-9E0B-FEFD05F19139}" dt="2020-10-05T17:36:54.305" v="1770" actId="14100"/>
        <pc:sldMkLst>
          <pc:docMk/>
          <pc:sldMk cId="2522122058" sldId="262"/>
        </pc:sldMkLst>
        <pc:spChg chg="mod">
          <ac:chgData name="Milton Silva da Rocha" userId="7f9028a1bd1df426" providerId="LiveId" clId="{EB6F46EE-2352-4504-9E0B-FEFD05F19139}" dt="2020-10-05T17:35:38.640" v="1712" actId="20577"/>
          <ac:spMkLst>
            <pc:docMk/>
            <pc:sldMk cId="2522122058" sldId="262"/>
            <ac:spMk id="2" creationId="{6D31C4BC-13FE-4E7B-A19E-4E52776795F6}"/>
          </ac:spMkLst>
        </pc:spChg>
        <pc:spChg chg="add mod">
          <ac:chgData name="Milton Silva da Rocha" userId="7f9028a1bd1df426" providerId="LiveId" clId="{EB6F46EE-2352-4504-9E0B-FEFD05F19139}" dt="2020-10-05T17:36:54.305" v="1770" actId="14100"/>
          <ac:spMkLst>
            <pc:docMk/>
            <pc:sldMk cId="2522122058" sldId="262"/>
            <ac:spMk id="5" creationId="{0CF028D9-CD90-49E2-9A6C-C989D497E4C7}"/>
          </ac:spMkLst>
        </pc:spChg>
        <pc:picChg chg="mod">
          <ac:chgData name="Milton Silva da Rocha" userId="7f9028a1bd1df426" providerId="LiveId" clId="{EB6F46EE-2352-4504-9E0B-FEFD05F19139}" dt="2020-10-05T17:35:21.670" v="1710" actId="14100"/>
          <ac:picMkLst>
            <pc:docMk/>
            <pc:sldMk cId="2522122058" sldId="262"/>
            <ac:picMk id="4" creationId="{FEE06808-0816-4387-BEA8-C370223E8872}"/>
          </ac:picMkLst>
        </pc:picChg>
      </pc:sldChg>
      <pc:sldChg chg="addSp mod">
        <pc:chgData name="Milton Silva da Rocha" userId="7f9028a1bd1df426" providerId="LiveId" clId="{EB6F46EE-2352-4504-9E0B-FEFD05F19139}" dt="2020-10-05T17:37:06.704" v="1772" actId="22"/>
        <pc:sldMkLst>
          <pc:docMk/>
          <pc:sldMk cId="2002883201" sldId="263"/>
        </pc:sldMkLst>
        <pc:spChg chg="add">
          <ac:chgData name="Milton Silva da Rocha" userId="7f9028a1bd1df426" providerId="LiveId" clId="{EB6F46EE-2352-4504-9E0B-FEFD05F19139}" dt="2020-10-05T17:37:06.704" v="1772" actId="22"/>
          <ac:spMkLst>
            <pc:docMk/>
            <pc:sldMk cId="2002883201" sldId="263"/>
            <ac:spMk id="5" creationId="{F3127D7F-49B6-4E8D-BBA4-57C554A6263E}"/>
          </ac:spMkLst>
        </pc:spChg>
      </pc:sldChg>
      <pc:sldChg chg="modSp mod">
        <pc:chgData name="Milton Silva da Rocha" userId="7f9028a1bd1df426" providerId="LiveId" clId="{EB6F46EE-2352-4504-9E0B-FEFD05F19139}" dt="2020-10-05T18:03:35.422" v="2581" actId="27636"/>
        <pc:sldMkLst>
          <pc:docMk/>
          <pc:sldMk cId="4187186161" sldId="264"/>
        </pc:sldMkLst>
        <pc:spChg chg="mod">
          <ac:chgData name="Milton Silva da Rocha" userId="7f9028a1bd1df426" providerId="LiveId" clId="{EB6F46EE-2352-4504-9E0B-FEFD05F19139}" dt="2020-10-05T18:03:35.422" v="2581" actId="27636"/>
          <ac:spMkLst>
            <pc:docMk/>
            <pc:sldMk cId="4187186161" sldId="264"/>
            <ac:spMk id="3" creationId="{15D66AB3-24D7-486C-BAC2-CA4447706F33}"/>
          </ac:spMkLst>
        </pc:spChg>
      </pc:sldChg>
      <pc:sldChg chg="modSp mod">
        <pc:chgData name="Milton Silva da Rocha" userId="7f9028a1bd1df426" providerId="LiveId" clId="{EB6F46EE-2352-4504-9E0B-FEFD05F19139}" dt="2020-10-22T16:21:53.196" v="3473" actId="20577"/>
        <pc:sldMkLst>
          <pc:docMk/>
          <pc:sldMk cId="4076319618" sldId="265"/>
        </pc:sldMkLst>
        <pc:spChg chg="mod">
          <ac:chgData name="Milton Silva da Rocha" userId="7f9028a1bd1df426" providerId="LiveId" clId="{EB6F46EE-2352-4504-9E0B-FEFD05F19139}" dt="2020-10-05T18:05:22.320" v="2663" actId="6549"/>
          <ac:spMkLst>
            <pc:docMk/>
            <pc:sldMk cId="4076319618" sldId="265"/>
            <ac:spMk id="2" creationId="{6D31C4BC-13FE-4E7B-A19E-4E52776795F6}"/>
          </ac:spMkLst>
        </pc:spChg>
        <pc:spChg chg="mod">
          <ac:chgData name="Milton Silva da Rocha" userId="7f9028a1bd1df426" providerId="LiveId" clId="{EB6F46EE-2352-4504-9E0B-FEFD05F19139}" dt="2020-10-22T16:21:53.196" v="3473" actId="20577"/>
          <ac:spMkLst>
            <pc:docMk/>
            <pc:sldMk cId="4076319618" sldId="265"/>
            <ac:spMk id="3" creationId="{15D66AB3-24D7-486C-BAC2-CA4447706F33}"/>
          </ac:spMkLst>
        </pc:spChg>
      </pc:sldChg>
      <pc:sldChg chg="modSp mod">
        <pc:chgData name="Milton Silva da Rocha" userId="7f9028a1bd1df426" providerId="LiveId" clId="{EB6F46EE-2352-4504-9E0B-FEFD05F19139}" dt="2020-10-05T18:07:14.051" v="2788"/>
        <pc:sldMkLst>
          <pc:docMk/>
          <pc:sldMk cId="558807252" sldId="266"/>
        </pc:sldMkLst>
        <pc:spChg chg="mod">
          <ac:chgData name="Milton Silva da Rocha" userId="7f9028a1bd1df426" providerId="LiveId" clId="{EB6F46EE-2352-4504-9E0B-FEFD05F19139}" dt="2020-10-05T18:06:57.311" v="2786" actId="6549"/>
          <ac:spMkLst>
            <pc:docMk/>
            <pc:sldMk cId="558807252" sldId="266"/>
            <ac:spMk id="2" creationId="{6D31C4BC-13FE-4E7B-A19E-4E52776795F6}"/>
          </ac:spMkLst>
        </pc:spChg>
        <pc:spChg chg="mod">
          <ac:chgData name="Milton Silva da Rocha" userId="7f9028a1bd1df426" providerId="LiveId" clId="{EB6F46EE-2352-4504-9E0B-FEFD05F19139}" dt="2020-10-05T18:07:14.051" v="2788"/>
          <ac:spMkLst>
            <pc:docMk/>
            <pc:sldMk cId="558807252" sldId="266"/>
            <ac:spMk id="3" creationId="{15D66AB3-24D7-486C-BAC2-CA4447706F33}"/>
          </ac:spMkLst>
        </pc:spChg>
      </pc:sldChg>
      <pc:sldChg chg="modSp add mod">
        <pc:chgData name="Milton Silva da Rocha" userId="7f9028a1bd1df426" providerId="LiveId" clId="{EB6F46EE-2352-4504-9E0B-FEFD05F19139}" dt="2020-10-05T18:34:32.218" v="3259" actId="20577"/>
        <pc:sldMkLst>
          <pc:docMk/>
          <pc:sldMk cId="316645673" sldId="267"/>
        </pc:sldMkLst>
        <pc:spChg chg="mod">
          <ac:chgData name="Milton Silva da Rocha" userId="7f9028a1bd1df426" providerId="LiveId" clId="{EB6F46EE-2352-4504-9E0B-FEFD05F19139}" dt="2020-10-05T17:09:57.238" v="567" actId="1076"/>
          <ac:spMkLst>
            <pc:docMk/>
            <pc:sldMk cId="316645673" sldId="267"/>
            <ac:spMk id="2" creationId="{6D31C4BC-13FE-4E7B-A19E-4E52776795F6}"/>
          </ac:spMkLst>
        </pc:spChg>
        <pc:spChg chg="mod">
          <ac:chgData name="Milton Silva da Rocha" userId="7f9028a1bd1df426" providerId="LiveId" clId="{EB6F46EE-2352-4504-9E0B-FEFD05F19139}" dt="2020-10-05T18:34:32.218" v="3259" actId="20577"/>
          <ac:spMkLst>
            <pc:docMk/>
            <pc:sldMk cId="316645673" sldId="267"/>
            <ac:spMk id="3" creationId="{15D66AB3-24D7-486C-BAC2-CA4447706F33}"/>
          </ac:spMkLst>
        </pc:spChg>
      </pc:sldChg>
      <pc:sldChg chg="modSp add mod">
        <pc:chgData name="Milton Silva da Rocha" userId="7f9028a1bd1df426" providerId="LiveId" clId="{EB6F46EE-2352-4504-9E0B-FEFD05F19139}" dt="2020-10-05T17:34:57.252" v="1708" actId="255"/>
        <pc:sldMkLst>
          <pc:docMk/>
          <pc:sldMk cId="1247352739" sldId="268"/>
        </pc:sldMkLst>
        <pc:spChg chg="mod">
          <ac:chgData name="Milton Silva da Rocha" userId="7f9028a1bd1df426" providerId="LiveId" clId="{EB6F46EE-2352-4504-9E0B-FEFD05F19139}" dt="2020-10-05T17:34:57.252" v="1708" actId="255"/>
          <ac:spMkLst>
            <pc:docMk/>
            <pc:sldMk cId="1247352739" sldId="268"/>
            <ac:spMk id="3" creationId="{15D66AB3-24D7-486C-BAC2-CA4447706F33}"/>
          </ac:spMkLst>
        </pc:spChg>
      </pc:sldChg>
      <pc:sldChg chg="modSp add mod">
        <pc:chgData name="Milton Silva da Rocha" userId="7f9028a1bd1df426" providerId="LiveId" clId="{EB6F46EE-2352-4504-9E0B-FEFD05F19139}" dt="2020-10-14T14:44:06.891" v="3459" actId="20577"/>
        <pc:sldMkLst>
          <pc:docMk/>
          <pc:sldMk cId="1949311909" sldId="269"/>
        </pc:sldMkLst>
        <pc:spChg chg="mod">
          <ac:chgData name="Milton Silva da Rocha" userId="7f9028a1bd1df426" providerId="LiveId" clId="{EB6F46EE-2352-4504-9E0B-FEFD05F19139}" dt="2020-10-14T14:44:06.891" v="3459" actId="20577"/>
          <ac:spMkLst>
            <pc:docMk/>
            <pc:sldMk cId="1949311909" sldId="269"/>
            <ac:spMk id="3" creationId="{15D66AB3-24D7-486C-BAC2-CA4447706F33}"/>
          </ac:spMkLst>
        </pc:spChg>
      </pc:sldChg>
      <pc:sldChg chg="addSp delSp modSp add del mod">
        <pc:chgData name="Milton Silva da Rocha" userId="7f9028a1bd1df426" providerId="LiveId" clId="{EB6F46EE-2352-4504-9E0B-FEFD05F19139}" dt="2020-10-22T16:24:06.693" v="3475" actId="22"/>
        <pc:sldMkLst>
          <pc:docMk/>
          <pc:sldMk cId="1839378065" sldId="270"/>
        </pc:sldMkLst>
        <pc:spChg chg="mod">
          <ac:chgData name="Milton Silva da Rocha" userId="7f9028a1bd1df426" providerId="LiveId" clId="{EB6F46EE-2352-4504-9E0B-FEFD05F19139}" dt="2020-10-05T18:24:40.871" v="3036" actId="20577"/>
          <ac:spMkLst>
            <pc:docMk/>
            <pc:sldMk cId="1839378065" sldId="270"/>
            <ac:spMk id="2" creationId="{6D31C4BC-13FE-4E7B-A19E-4E52776795F6}"/>
          </ac:spMkLst>
        </pc:spChg>
        <pc:spChg chg="del">
          <ac:chgData name="Milton Silva da Rocha" userId="7f9028a1bd1df426" providerId="LiveId" clId="{EB6F46EE-2352-4504-9E0B-FEFD05F19139}" dt="2020-10-05T18:23:33.316" v="3008" actId="478"/>
          <ac:spMkLst>
            <pc:docMk/>
            <pc:sldMk cId="1839378065" sldId="270"/>
            <ac:spMk id="3" creationId="{15D66AB3-24D7-486C-BAC2-CA4447706F33}"/>
          </ac:spMkLst>
        </pc:spChg>
        <pc:spChg chg="add mod">
          <ac:chgData name="Milton Silva da Rocha" userId="7f9028a1bd1df426" providerId="LiveId" clId="{EB6F46EE-2352-4504-9E0B-FEFD05F19139}" dt="2020-10-05T18:25:31.451" v="3075" actId="14100"/>
          <ac:spMkLst>
            <pc:docMk/>
            <pc:sldMk cId="1839378065" sldId="270"/>
            <ac:spMk id="3" creationId="{E8973DE3-CA0A-446B-86EC-29DC1BEA0A64}"/>
          </ac:spMkLst>
        </pc:spChg>
        <pc:spChg chg="add del mod">
          <ac:chgData name="Milton Silva da Rocha" userId="7f9028a1bd1df426" providerId="LiveId" clId="{EB6F46EE-2352-4504-9E0B-FEFD05F19139}" dt="2020-10-05T18:23:41.692" v="3010" actId="478"/>
          <ac:spMkLst>
            <pc:docMk/>
            <pc:sldMk cId="1839378065" sldId="270"/>
            <ac:spMk id="5" creationId="{6954AD8F-EBDE-4E13-B762-4E8EC78D4E5F}"/>
          </ac:spMkLst>
        </pc:spChg>
        <pc:graphicFrameChg chg="del mod modGraphic">
          <ac:chgData name="Milton Silva da Rocha" userId="7f9028a1bd1df426" providerId="LiveId" clId="{EB6F46EE-2352-4504-9E0B-FEFD05F19139}" dt="2020-10-05T18:24:25.071" v="3014" actId="478"/>
          <ac:graphicFrameMkLst>
            <pc:docMk/>
            <pc:sldMk cId="1839378065" sldId="270"/>
            <ac:graphicFrameMk id="4" creationId="{29E0B259-B039-4131-B1CA-B9C25BD41E94}"/>
          </ac:graphicFrameMkLst>
        </pc:graphicFrameChg>
        <pc:graphicFrameChg chg="del mod modGraphic">
          <ac:chgData name="Milton Silva da Rocha" userId="7f9028a1bd1df426" providerId="LiveId" clId="{EB6F46EE-2352-4504-9E0B-FEFD05F19139}" dt="2020-10-21T14:36:13.554" v="3463" actId="21"/>
          <ac:graphicFrameMkLst>
            <pc:docMk/>
            <pc:sldMk cId="1839378065" sldId="270"/>
            <ac:graphicFrameMk id="4" creationId="{C1C27222-1E0F-46DD-870A-6B6946476D81}"/>
          </ac:graphicFrameMkLst>
        </pc:graphicFrameChg>
        <pc:graphicFrameChg chg="add del">
          <ac:chgData name="Milton Silva da Rocha" userId="7f9028a1bd1df426" providerId="LiveId" clId="{EB6F46EE-2352-4504-9E0B-FEFD05F19139}" dt="2020-10-22T16:24:06.284" v="3474" actId="21"/>
          <ac:graphicFrameMkLst>
            <pc:docMk/>
            <pc:sldMk cId="1839378065" sldId="270"/>
            <ac:graphicFrameMk id="4" creationId="{DFD5ABFA-7F4C-42F0-9030-CDACDEB7795D}"/>
          </ac:graphicFrameMkLst>
        </pc:graphicFrameChg>
        <pc:graphicFrameChg chg="add del modGraphic">
          <ac:chgData name="Milton Silva da Rocha" userId="7f9028a1bd1df426" providerId="LiveId" clId="{EB6F46EE-2352-4504-9E0B-FEFD05F19139}" dt="2020-10-21T22:18:44.224" v="3468" actId="21"/>
          <ac:graphicFrameMkLst>
            <pc:docMk/>
            <pc:sldMk cId="1839378065" sldId="270"/>
            <ac:graphicFrameMk id="6" creationId="{B27ECB21-877B-4F51-8162-0A0185A90832}"/>
          </ac:graphicFrameMkLst>
        </pc:graphicFrameChg>
        <pc:graphicFrameChg chg="add">
          <ac:chgData name="Milton Silva da Rocha" userId="7f9028a1bd1df426" providerId="LiveId" clId="{EB6F46EE-2352-4504-9E0B-FEFD05F19139}" dt="2020-10-22T16:24:06.693" v="3475" actId="22"/>
          <ac:graphicFrameMkLst>
            <pc:docMk/>
            <pc:sldMk cId="1839378065" sldId="270"/>
            <ac:graphicFrameMk id="8" creationId="{E54B0949-750C-42E4-A345-CEC9880C2445}"/>
          </ac:graphicFrameMkLst>
        </pc:graphicFrameChg>
      </pc:sldChg>
      <pc:sldChg chg="addSp delSp modSp add mod">
        <pc:chgData name="Milton Silva da Rocha" userId="7f9028a1bd1df426" providerId="LiveId" clId="{EB6F46EE-2352-4504-9E0B-FEFD05F19139}" dt="2020-10-22T16:24:52.267" v="3477" actId="22"/>
        <pc:sldMkLst>
          <pc:docMk/>
          <pc:sldMk cId="3889311318" sldId="271"/>
        </pc:sldMkLst>
        <pc:spChg chg="mod">
          <ac:chgData name="Milton Silva da Rocha" userId="7f9028a1bd1df426" providerId="LiveId" clId="{EB6F46EE-2352-4504-9E0B-FEFD05F19139}" dt="2020-10-05T18:29:50.374" v="3216" actId="6549"/>
          <ac:spMkLst>
            <pc:docMk/>
            <pc:sldMk cId="3889311318" sldId="271"/>
            <ac:spMk id="2" creationId="{6D31C4BC-13FE-4E7B-A19E-4E52776795F6}"/>
          </ac:spMkLst>
        </pc:spChg>
        <pc:spChg chg="mod">
          <ac:chgData name="Milton Silva da Rocha" userId="7f9028a1bd1df426" providerId="LiveId" clId="{EB6F46EE-2352-4504-9E0B-FEFD05F19139}" dt="2020-10-05T18:29:26.269" v="3203" actId="14100"/>
          <ac:spMkLst>
            <pc:docMk/>
            <pc:sldMk cId="3889311318" sldId="271"/>
            <ac:spMk id="3" creationId="{E8973DE3-CA0A-446B-86EC-29DC1BEA0A64}"/>
          </ac:spMkLst>
        </pc:spChg>
        <pc:graphicFrameChg chg="add del mod">
          <ac:chgData name="Milton Silva da Rocha" userId="7f9028a1bd1df426" providerId="LiveId" clId="{EB6F46EE-2352-4504-9E0B-FEFD05F19139}" dt="2020-10-21T22:21:12.495" v="3471" actId="21"/>
          <ac:graphicFrameMkLst>
            <pc:docMk/>
            <pc:sldMk cId="3889311318" sldId="271"/>
            <ac:graphicFrameMk id="4" creationId="{3A9698B2-A3D7-472A-B0C0-B231B3E84874}"/>
          </ac:graphicFrameMkLst>
        </pc:graphicFrameChg>
        <pc:graphicFrameChg chg="del">
          <ac:chgData name="Milton Silva da Rocha" userId="7f9028a1bd1df426" providerId="LiveId" clId="{EB6F46EE-2352-4504-9E0B-FEFD05F19139}" dt="2020-10-05T18:28:00.764" v="3078" actId="478"/>
          <ac:graphicFrameMkLst>
            <pc:docMk/>
            <pc:sldMk cId="3889311318" sldId="271"/>
            <ac:graphicFrameMk id="4" creationId="{C1C27222-1E0F-46DD-870A-6B6946476D81}"/>
          </ac:graphicFrameMkLst>
        </pc:graphicFrameChg>
        <pc:graphicFrameChg chg="add del mod">
          <ac:chgData name="Milton Silva da Rocha" userId="7f9028a1bd1df426" providerId="LiveId" clId="{EB6F46EE-2352-4504-9E0B-FEFD05F19139}" dt="2020-10-21T14:37:15.025" v="3465" actId="21"/>
          <ac:graphicFrameMkLst>
            <pc:docMk/>
            <pc:sldMk cId="3889311318" sldId="271"/>
            <ac:graphicFrameMk id="5" creationId="{B0457F82-841A-4E69-93B2-C1E7CAAB4A24}"/>
          </ac:graphicFrameMkLst>
        </pc:graphicFrameChg>
        <pc:graphicFrameChg chg="add del">
          <ac:chgData name="Milton Silva da Rocha" userId="7f9028a1bd1df426" providerId="LiveId" clId="{EB6F46EE-2352-4504-9E0B-FEFD05F19139}" dt="2020-10-22T16:24:51.580" v="3476" actId="21"/>
          <ac:graphicFrameMkLst>
            <pc:docMk/>
            <pc:sldMk cId="3889311318" sldId="271"/>
            <ac:graphicFrameMk id="6" creationId="{C58C9F1D-0BBE-47F7-BBA6-40C8D7CC76EA}"/>
          </ac:graphicFrameMkLst>
        </pc:graphicFrameChg>
        <pc:graphicFrameChg chg="add">
          <ac:chgData name="Milton Silva da Rocha" userId="7f9028a1bd1df426" providerId="LiveId" clId="{EB6F46EE-2352-4504-9E0B-FEFD05F19139}" dt="2020-10-22T16:24:52.267" v="3477" actId="22"/>
          <ac:graphicFrameMkLst>
            <pc:docMk/>
            <pc:sldMk cId="3889311318" sldId="271"/>
            <ac:graphicFrameMk id="8" creationId="{DD3DF044-A1EB-4C4E-8B29-47BD68C4877E}"/>
          </ac:graphicFrameMkLst>
        </pc:graphicFrameChg>
      </pc:sldChg>
      <pc:sldChg chg="addSp delSp modSp new mod setBg">
        <pc:chgData name="Milton Silva da Rocha" userId="7f9028a1bd1df426" providerId="LiveId" clId="{EB6F46EE-2352-4504-9E0B-FEFD05F19139}" dt="2020-10-05T18:47:41.134" v="3328" actId="26606"/>
        <pc:sldMkLst>
          <pc:docMk/>
          <pc:sldMk cId="3010702838" sldId="272"/>
        </pc:sldMkLst>
        <pc:spChg chg="mod">
          <ac:chgData name="Milton Silva da Rocha" userId="7f9028a1bd1df426" providerId="LiveId" clId="{EB6F46EE-2352-4504-9E0B-FEFD05F19139}" dt="2020-10-05T18:47:41.134" v="3328" actId="26606"/>
          <ac:spMkLst>
            <pc:docMk/>
            <pc:sldMk cId="3010702838" sldId="272"/>
            <ac:spMk id="2" creationId="{4D775917-20F3-474E-AB72-B4B0E937D89E}"/>
          </ac:spMkLst>
        </pc:spChg>
        <pc:spChg chg="add del mod">
          <ac:chgData name="Milton Silva da Rocha" userId="7f9028a1bd1df426" providerId="LiveId" clId="{EB6F46EE-2352-4504-9E0B-FEFD05F19139}" dt="2020-10-05T18:47:32.755" v="3327" actId="22"/>
          <ac:spMkLst>
            <pc:docMk/>
            <pc:sldMk cId="3010702838" sldId="272"/>
            <ac:spMk id="3" creationId="{DDFA5414-35DE-4A29-979D-B4C139412A9B}"/>
          </ac:spMkLst>
        </pc:spChg>
        <pc:spChg chg="add">
          <ac:chgData name="Milton Silva da Rocha" userId="7f9028a1bd1df426" providerId="LiveId" clId="{EB6F46EE-2352-4504-9E0B-FEFD05F19139}" dt="2020-10-05T18:47:41.134" v="3328" actId="26606"/>
          <ac:spMkLst>
            <pc:docMk/>
            <pc:sldMk cId="3010702838" sldId="272"/>
            <ac:spMk id="10" creationId="{53F29798-D584-4792-9B62-3F5F5C36D619}"/>
          </ac:spMkLst>
        </pc:spChg>
        <pc:picChg chg="add mod ord">
          <ac:chgData name="Milton Silva da Rocha" userId="7f9028a1bd1df426" providerId="LiveId" clId="{EB6F46EE-2352-4504-9E0B-FEFD05F19139}" dt="2020-10-05T18:47:41.134" v="3328" actId="26606"/>
          <ac:picMkLst>
            <pc:docMk/>
            <pc:sldMk cId="3010702838" sldId="272"/>
            <ac:picMk id="5" creationId="{612DFAAD-1A72-4704-8015-385A0A9C51DC}"/>
          </ac:picMkLst>
        </pc:picChg>
        <pc:picChg chg="add del mod">
          <ac:chgData name="Milton Silva da Rocha" userId="7f9028a1bd1df426" providerId="LiveId" clId="{EB6F46EE-2352-4504-9E0B-FEFD05F19139}" dt="2020-10-05T18:44:13.660" v="3326"/>
          <ac:picMkLst>
            <pc:docMk/>
            <pc:sldMk cId="3010702838" sldId="272"/>
            <ac:picMk id="5" creationId="{F94E2011-4C8E-46FA-AF9D-90093D0A7243}"/>
          </ac:picMkLst>
        </pc:picChg>
      </pc:sldChg>
      <pc:sldChg chg="modSp add del mod">
        <pc:chgData name="Milton Silva da Rocha" userId="7f9028a1bd1df426" providerId="LiveId" clId="{EB6F46EE-2352-4504-9E0B-FEFD05F19139}" dt="2020-10-05T18:38:36.970" v="3320" actId="47"/>
        <pc:sldMkLst>
          <pc:docMk/>
          <pc:sldMk cId="3817422112" sldId="272"/>
        </pc:sldMkLst>
        <pc:spChg chg="mod">
          <ac:chgData name="Milton Silva da Rocha" userId="7f9028a1bd1df426" providerId="LiveId" clId="{EB6F46EE-2352-4504-9E0B-FEFD05F19139}" dt="2020-10-05T18:37:52.679" v="3319" actId="20577"/>
          <ac:spMkLst>
            <pc:docMk/>
            <pc:sldMk cId="3817422112" sldId="272"/>
            <ac:spMk id="3" creationId="{15D66AB3-24D7-486C-BAC2-CA4447706F33}"/>
          </ac:spMkLst>
        </pc:spChg>
      </pc:sldChg>
      <pc:sldChg chg="addSp delSp modSp add mod">
        <pc:chgData name="Milton Silva da Rocha" userId="7f9028a1bd1df426" providerId="LiveId" clId="{EB6F46EE-2352-4504-9E0B-FEFD05F19139}" dt="2020-10-05T18:51:43.868" v="3382" actId="6549"/>
        <pc:sldMkLst>
          <pc:docMk/>
          <pc:sldMk cId="1625017945" sldId="273"/>
        </pc:sldMkLst>
        <pc:spChg chg="mod">
          <ac:chgData name="Milton Silva da Rocha" userId="7f9028a1bd1df426" providerId="LiveId" clId="{EB6F46EE-2352-4504-9E0B-FEFD05F19139}" dt="2020-10-05T18:51:43.868" v="3382" actId="6549"/>
          <ac:spMkLst>
            <pc:docMk/>
            <pc:sldMk cId="1625017945" sldId="273"/>
            <ac:spMk id="2" creationId="{4D775917-20F3-474E-AB72-B4B0E937D89E}"/>
          </ac:spMkLst>
        </pc:spChg>
        <pc:spChg chg="add del mod">
          <ac:chgData name="Milton Silva da Rocha" userId="7f9028a1bd1df426" providerId="LiveId" clId="{EB6F46EE-2352-4504-9E0B-FEFD05F19139}" dt="2020-10-05T18:49:15.165" v="3333" actId="478"/>
          <ac:spMkLst>
            <pc:docMk/>
            <pc:sldMk cId="1625017945" sldId="273"/>
            <ac:spMk id="7" creationId="{E67DB98F-EBE6-450F-A7F6-6722164DD9E1}"/>
          </ac:spMkLst>
        </pc:spChg>
        <pc:spChg chg="del">
          <ac:chgData name="Milton Silva da Rocha" userId="7f9028a1bd1df426" providerId="LiveId" clId="{EB6F46EE-2352-4504-9E0B-FEFD05F19139}" dt="2020-10-05T18:51:29.735" v="3367" actId="26606"/>
          <ac:spMkLst>
            <pc:docMk/>
            <pc:sldMk cId="1625017945" sldId="273"/>
            <ac:spMk id="10" creationId="{53F29798-D584-4792-9B62-3F5F5C36D619}"/>
          </ac:spMkLst>
        </pc:spChg>
        <pc:spChg chg="add">
          <ac:chgData name="Milton Silva da Rocha" userId="7f9028a1bd1df426" providerId="LiveId" clId="{EB6F46EE-2352-4504-9E0B-FEFD05F19139}" dt="2020-10-05T18:51:29.735" v="3367" actId="26606"/>
          <ac:spMkLst>
            <pc:docMk/>
            <pc:sldMk cId="1625017945" sldId="273"/>
            <ac:spMk id="17" creationId="{1707FC24-6981-43D9-B525-C7832BA22463}"/>
          </ac:spMkLst>
        </pc:spChg>
        <pc:picChg chg="add del">
          <ac:chgData name="Milton Silva da Rocha" userId="7f9028a1bd1df426" providerId="LiveId" clId="{EB6F46EE-2352-4504-9E0B-FEFD05F19139}" dt="2020-10-05T18:49:09.454" v="3331" actId="22"/>
          <ac:picMkLst>
            <pc:docMk/>
            <pc:sldMk cId="1625017945" sldId="273"/>
            <ac:picMk id="4" creationId="{2319D6D9-50AE-43C3-BB38-3D95029C1B95}"/>
          </ac:picMkLst>
        </pc:picChg>
        <pc:picChg chg="del">
          <ac:chgData name="Milton Silva da Rocha" userId="7f9028a1bd1df426" providerId="LiveId" clId="{EB6F46EE-2352-4504-9E0B-FEFD05F19139}" dt="2020-10-05T18:49:11.641" v="3332" actId="478"/>
          <ac:picMkLst>
            <pc:docMk/>
            <pc:sldMk cId="1625017945" sldId="273"/>
            <ac:picMk id="5" creationId="{612DFAAD-1A72-4704-8015-385A0A9C51DC}"/>
          </ac:picMkLst>
        </pc:picChg>
        <pc:picChg chg="add del mod">
          <ac:chgData name="Milton Silva da Rocha" userId="7f9028a1bd1df426" providerId="LiveId" clId="{EB6F46EE-2352-4504-9E0B-FEFD05F19139}" dt="2020-10-05T18:51:22.843" v="3365" actId="478"/>
          <ac:picMkLst>
            <pc:docMk/>
            <pc:sldMk cId="1625017945" sldId="273"/>
            <ac:picMk id="9" creationId="{AC1633E1-125F-4649-BD0D-1547ECC43C5A}"/>
          </ac:picMkLst>
        </pc:picChg>
        <pc:picChg chg="add mod">
          <ac:chgData name="Milton Silva da Rocha" userId="7f9028a1bd1df426" providerId="LiveId" clId="{EB6F46EE-2352-4504-9E0B-FEFD05F19139}" dt="2020-10-05T18:51:29.735" v="3367" actId="26606"/>
          <ac:picMkLst>
            <pc:docMk/>
            <pc:sldMk cId="1625017945" sldId="273"/>
            <ac:picMk id="12" creationId="{A19331F4-E8C0-42BA-89EB-8631DBD92749}"/>
          </ac:picMkLst>
        </pc:picChg>
      </pc:sldChg>
      <pc:sldChg chg="addSp delSp modSp add mod ord">
        <pc:chgData name="Milton Silva da Rocha" userId="7f9028a1bd1df426" providerId="LiveId" clId="{EB6F46EE-2352-4504-9E0B-FEFD05F19139}" dt="2020-10-05T18:50:04.099" v="3364"/>
        <pc:sldMkLst>
          <pc:docMk/>
          <pc:sldMk cId="2584244816" sldId="274"/>
        </pc:sldMkLst>
        <pc:spChg chg="mod">
          <ac:chgData name="Milton Silva da Rocha" userId="7f9028a1bd1df426" providerId="LiveId" clId="{EB6F46EE-2352-4504-9E0B-FEFD05F19139}" dt="2020-10-05T18:49:57.255" v="3362" actId="26606"/>
          <ac:spMkLst>
            <pc:docMk/>
            <pc:sldMk cId="2584244816" sldId="274"/>
            <ac:spMk id="2" creationId="{4D775917-20F3-474E-AB72-B4B0E937D89E}"/>
          </ac:spMkLst>
        </pc:spChg>
        <pc:spChg chg="del">
          <ac:chgData name="Milton Silva da Rocha" userId="7f9028a1bd1df426" providerId="LiveId" clId="{EB6F46EE-2352-4504-9E0B-FEFD05F19139}" dt="2020-10-05T18:49:57.255" v="3362" actId="26606"/>
          <ac:spMkLst>
            <pc:docMk/>
            <pc:sldMk cId="2584244816" sldId="274"/>
            <ac:spMk id="10" creationId="{53F29798-D584-4792-9B62-3F5F5C36D619}"/>
          </ac:spMkLst>
        </pc:spChg>
        <pc:spChg chg="add">
          <ac:chgData name="Milton Silva da Rocha" userId="7f9028a1bd1df426" providerId="LiveId" clId="{EB6F46EE-2352-4504-9E0B-FEFD05F19139}" dt="2020-10-05T18:49:57.255" v="3362" actId="26606"/>
          <ac:spMkLst>
            <pc:docMk/>
            <pc:sldMk cId="2584244816" sldId="274"/>
            <ac:spMk id="15" creationId="{1707FC24-6981-43D9-B525-C7832BA22463}"/>
          </ac:spMkLst>
        </pc:spChg>
        <pc:picChg chg="mod">
          <ac:chgData name="Milton Silva da Rocha" userId="7f9028a1bd1df426" providerId="LiveId" clId="{EB6F46EE-2352-4504-9E0B-FEFD05F19139}" dt="2020-10-05T18:49:57.255" v="3362" actId="26606"/>
          <ac:picMkLst>
            <pc:docMk/>
            <pc:sldMk cId="2584244816" sldId="274"/>
            <ac:picMk id="9" creationId="{AC1633E1-125F-4649-BD0D-1547ECC43C5A}"/>
          </ac:picMkLst>
        </pc:picChg>
      </pc:sldChg>
      <pc:sldChg chg="addSp delSp modSp add mod">
        <pc:chgData name="Milton Silva da Rocha" userId="7f9028a1bd1df426" providerId="LiveId" clId="{EB6F46EE-2352-4504-9E0B-FEFD05F19139}" dt="2020-10-05T18:53:47.517" v="3420" actId="1076"/>
        <pc:sldMkLst>
          <pc:docMk/>
          <pc:sldMk cId="1667770818" sldId="275"/>
        </pc:sldMkLst>
        <pc:spChg chg="del mod">
          <ac:chgData name="Milton Silva da Rocha" userId="7f9028a1bd1df426" providerId="LiveId" clId="{EB6F46EE-2352-4504-9E0B-FEFD05F19139}" dt="2020-10-05T18:52:44.438" v="3387" actId="478"/>
          <ac:spMkLst>
            <pc:docMk/>
            <pc:sldMk cId="1667770818" sldId="275"/>
            <ac:spMk id="2" creationId="{4D775917-20F3-474E-AB72-B4B0E937D89E}"/>
          </ac:spMkLst>
        </pc:spChg>
        <pc:spChg chg="add mod">
          <ac:chgData name="Milton Silva da Rocha" userId="7f9028a1bd1df426" providerId="LiveId" clId="{EB6F46EE-2352-4504-9E0B-FEFD05F19139}" dt="2020-10-05T18:53:25.645" v="3415" actId="14100"/>
          <ac:spMkLst>
            <pc:docMk/>
            <pc:sldMk cId="1667770818" sldId="275"/>
            <ac:spMk id="4" creationId="{19CDAF70-B155-4731-94B6-A21E9A770920}"/>
          </ac:spMkLst>
        </pc:spChg>
        <pc:spChg chg="add mod">
          <ac:chgData name="Milton Silva da Rocha" userId="7f9028a1bd1df426" providerId="LiveId" clId="{EB6F46EE-2352-4504-9E0B-FEFD05F19139}" dt="2020-10-05T18:53:47.517" v="3420" actId="1076"/>
          <ac:spMkLst>
            <pc:docMk/>
            <pc:sldMk cId="1667770818" sldId="275"/>
            <ac:spMk id="9" creationId="{DEA40311-FAE4-4A3F-9307-C2FF23E9BB74}"/>
          </ac:spMkLst>
        </pc:spChg>
        <pc:spChg chg="del">
          <ac:chgData name="Milton Silva da Rocha" userId="7f9028a1bd1df426" providerId="LiveId" clId="{EB6F46EE-2352-4504-9E0B-FEFD05F19139}" dt="2020-10-05T18:52:39.557" v="3385" actId="26606"/>
          <ac:spMkLst>
            <pc:docMk/>
            <pc:sldMk cId="1667770818" sldId="275"/>
            <ac:spMk id="17" creationId="{1707FC24-6981-43D9-B525-C7832BA22463}"/>
          </ac:spMkLst>
        </pc:spChg>
        <pc:spChg chg="add">
          <ac:chgData name="Milton Silva da Rocha" userId="7f9028a1bd1df426" providerId="LiveId" clId="{EB6F46EE-2352-4504-9E0B-FEFD05F19139}" dt="2020-10-05T18:52:39.557" v="3385" actId="26606"/>
          <ac:spMkLst>
            <pc:docMk/>
            <pc:sldMk cId="1667770818" sldId="275"/>
            <ac:spMk id="22" creationId="{5E6B3632-31A7-4B9A-9B3B-DAADD1D372BA}"/>
          </ac:spMkLst>
        </pc:spChg>
        <pc:picChg chg="del mod">
          <ac:chgData name="Milton Silva da Rocha" userId="7f9028a1bd1df426" providerId="LiveId" clId="{EB6F46EE-2352-4504-9E0B-FEFD05F19139}" dt="2020-10-05T18:52:42.116" v="3386" actId="478"/>
          <ac:picMkLst>
            <pc:docMk/>
            <pc:sldMk cId="1667770818" sldId="275"/>
            <ac:picMk id="12" creationId="{A19331F4-E8C0-42BA-89EB-8631DBD92749}"/>
          </ac:picMkLst>
        </pc:picChg>
      </pc:sldChg>
      <pc:sldChg chg="add del">
        <pc:chgData name="Milton Silva da Rocha" userId="7f9028a1bd1df426" providerId="LiveId" clId="{EB6F46EE-2352-4504-9E0B-FEFD05F19139}" dt="2020-10-14T14:54:19.101" v="3462" actId="47"/>
        <pc:sldMkLst>
          <pc:docMk/>
          <pc:sldMk cId="717522687" sldId="276"/>
        </pc:sldMkLst>
      </pc:sldChg>
      <pc:sldChg chg="addSp delSp modSp add mod">
        <pc:chgData name="Milton Silva da Rocha" userId="7f9028a1bd1df426" providerId="LiveId" clId="{EB6F46EE-2352-4504-9E0B-FEFD05F19139}" dt="2020-10-05T18:54:56.905" v="3452" actId="6549"/>
        <pc:sldMkLst>
          <pc:docMk/>
          <pc:sldMk cId="1628904851" sldId="277"/>
        </pc:sldMkLst>
        <pc:spChg chg="mod">
          <ac:chgData name="Milton Silva da Rocha" userId="7f9028a1bd1df426" providerId="LiveId" clId="{EB6F46EE-2352-4504-9E0B-FEFD05F19139}" dt="2020-10-05T18:54:56.905" v="3452" actId="6549"/>
          <ac:spMkLst>
            <pc:docMk/>
            <pc:sldMk cId="1628904851" sldId="277"/>
            <ac:spMk id="4" creationId="{19CDAF70-B155-4731-94B6-A21E9A770920}"/>
          </ac:spMkLst>
        </pc:spChg>
        <pc:spChg chg="del">
          <ac:chgData name="Milton Silva da Rocha" userId="7f9028a1bd1df426" providerId="LiveId" clId="{EB6F46EE-2352-4504-9E0B-FEFD05F19139}" dt="2020-10-05T18:54:31.322" v="3423" actId="478"/>
          <ac:spMkLst>
            <pc:docMk/>
            <pc:sldMk cId="1628904851" sldId="277"/>
            <ac:spMk id="9" creationId="{DEA40311-FAE4-4A3F-9307-C2FF23E9BB74}"/>
          </ac:spMkLst>
        </pc:spChg>
        <pc:picChg chg="add mod">
          <ac:chgData name="Milton Silva da Rocha" userId="7f9028a1bd1df426" providerId="LiveId" clId="{EB6F46EE-2352-4504-9E0B-FEFD05F19139}" dt="2020-10-05T18:54:47.623" v="3429" actId="14100"/>
          <ac:picMkLst>
            <pc:docMk/>
            <pc:sldMk cId="1628904851" sldId="277"/>
            <ac:picMk id="5" creationId="{7506DFD2-ED8C-4624-9D75-D02FB3851D52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Pasta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048959293164678E-2"/>
          <c:y val="2.8465963161393364E-2"/>
          <c:w val="0.89837865761530522"/>
          <c:h val="0.76790730022273257"/>
        </c:manualLayout>
      </c:layout>
      <c:scatterChart>
        <c:scatterStyle val="smoothMarker"/>
        <c:varyColors val="0"/>
        <c:ser>
          <c:idx val="0"/>
          <c:order val="0"/>
          <c:tx>
            <c:strRef>
              <c:f>Planilha1!$B$1:$B$2</c:f>
              <c:strCache>
                <c:ptCount val="2"/>
                <c:pt idx="0">
                  <c:v>Tempo (s)</c:v>
                </c:pt>
                <c:pt idx="1">
                  <c:v>Hospedeiro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Planilha1!$A$3:$A$9</c:f>
              <c:numCache>
                <c:formatCode>General</c:formatCode>
                <c:ptCount val="7"/>
                <c:pt idx="0">
                  <c:v>9</c:v>
                </c:pt>
                <c:pt idx="1">
                  <c:v>12</c:v>
                </c:pt>
                <c:pt idx="2">
                  <c:v>15.3</c:v>
                </c:pt>
                <c:pt idx="3">
                  <c:v>19.399999999999999</c:v>
                </c:pt>
                <c:pt idx="4">
                  <c:v>25.8</c:v>
                </c:pt>
                <c:pt idx="5">
                  <c:v>31.4</c:v>
                </c:pt>
                <c:pt idx="6">
                  <c:v>36.700000000000003</c:v>
                </c:pt>
              </c:numCache>
            </c:numRef>
          </c:xVal>
          <c:yVal>
            <c:numRef>
              <c:f>Planilha1!$B$3:$B$9</c:f>
              <c:numCache>
                <c:formatCode>General</c:formatCode>
                <c:ptCount val="7"/>
                <c:pt idx="0">
                  <c:v>12.2</c:v>
                </c:pt>
                <c:pt idx="1">
                  <c:v>15.7</c:v>
                </c:pt>
                <c:pt idx="2">
                  <c:v>19.2</c:v>
                </c:pt>
                <c:pt idx="3">
                  <c:v>21.5</c:v>
                </c:pt>
                <c:pt idx="4">
                  <c:v>25.2</c:v>
                </c:pt>
                <c:pt idx="5">
                  <c:v>29.4</c:v>
                </c:pt>
                <c:pt idx="6">
                  <c:v>32.700000000000003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6BA-4FE7-806E-99E693BC47BA}"/>
            </c:ext>
          </c:extLst>
        </c:ser>
        <c:ser>
          <c:idx val="1"/>
          <c:order val="1"/>
          <c:tx>
            <c:strRef>
              <c:f>Planilha1!$C$1:$C$2</c:f>
              <c:strCache>
                <c:ptCount val="2"/>
                <c:pt idx="0">
                  <c:v>Tempo(s)</c:v>
                </c:pt>
                <c:pt idx="1">
                  <c:v>Convidado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Planilha1!$A$3:$A$9</c:f>
              <c:numCache>
                <c:formatCode>General</c:formatCode>
                <c:ptCount val="7"/>
                <c:pt idx="0">
                  <c:v>9</c:v>
                </c:pt>
                <c:pt idx="1">
                  <c:v>12</c:v>
                </c:pt>
                <c:pt idx="2">
                  <c:v>15.3</c:v>
                </c:pt>
                <c:pt idx="3">
                  <c:v>19.399999999999999</c:v>
                </c:pt>
                <c:pt idx="4">
                  <c:v>25.8</c:v>
                </c:pt>
                <c:pt idx="5">
                  <c:v>31.4</c:v>
                </c:pt>
                <c:pt idx="6">
                  <c:v>36.700000000000003</c:v>
                </c:pt>
              </c:numCache>
            </c:numRef>
          </c:xVal>
          <c:yVal>
            <c:numRef>
              <c:f>Planilha1!$C$3:$C$9</c:f>
              <c:numCache>
                <c:formatCode>General</c:formatCode>
                <c:ptCount val="7"/>
                <c:pt idx="0">
                  <c:v>14.1</c:v>
                </c:pt>
                <c:pt idx="1">
                  <c:v>18.399999999999999</c:v>
                </c:pt>
                <c:pt idx="2">
                  <c:v>23</c:v>
                </c:pt>
                <c:pt idx="3">
                  <c:v>28.1</c:v>
                </c:pt>
                <c:pt idx="4">
                  <c:v>36.700000000000003</c:v>
                </c:pt>
                <c:pt idx="5">
                  <c:v>42.8</c:v>
                </c:pt>
                <c:pt idx="6">
                  <c:v>50.1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6BA-4FE7-806E-99E693BC4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23252271"/>
        <c:axId val="1124635727"/>
      </c:scatterChart>
      <c:valAx>
        <c:axId val="112325227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124635727"/>
        <c:crosses val="autoZero"/>
        <c:crossBetween val="midCat"/>
      </c:valAx>
      <c:valAx>
        <c:axId val="11246357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123252271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A57FE-B3B8-47FF-B1EF-4A3F9312CF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F8E1834-1A15-4A4F-9BBD-CEF0709CBB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92995BA-A45A-4F2E-B646-25EFF7682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62501BB-332A-4C6D-AF0A-67AD72C9B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F7030CD-12CE-4926-8C51-C8F8C6C18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3336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10520B-6E36-4D0C-9816-C4AF139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94B7107-683E-41C4-87DE-0DA129538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62A0CD-2749-42F0-9875-C5C8C063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C27BFCC-DD5C-48E7-8C1A-571B5234A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DBC00-F436-4ED2-A783-F8F922133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8870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E4EBA7-7DDA-4319-9C72-55DBDC12F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3A92FED-3D4E-40F4-BEB3-877787B41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0D4853B-070C-4279-AFAC-5EDA345C2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DDD74C1-BA39-456D-A34E-2576A9DF4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70DD4FA-2C43-4F5C-8E62-06C2D6E36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2359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BFAF22-A27D-44EC-B169-6DD4397AA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6AF834D-1061-4689-BA31-713E09859A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B1E7FB7-BD01-43C6-96C3-3A7C4C4F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F29A98-FB3D-481C-90D1-0F0053C6D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F5F6AAB-53DD-450F-8396-D60DC0038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5CD3D9-853A-42FE-80CC-BAA2982A5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4678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16B740-4F74-4728-9A48-6D13D98B3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3FB2C2A-C219-4C79-A215-94B8E8300F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215C453-CBCC-4CB9-BE3C-A30CDDABD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2DA4E8F-D04C-46AD-879F-DB419390A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13BB613-FC59-446F-BA0A-A7DB763172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5ECF07F-8827-4A0F-8BC0-A9FCD74F2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A6B1A2E-9A34-410E-8D6F-926DA40B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67D68-0C82-485A-87A9-39963B027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86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55ED16-9177-49A5-A132-BAA097DC7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F953523-AE85-4FDF-9E8D-8EBDB47F0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1EB91B0-05FC-41ED-9AA9-29D04DA1C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EBCFB5E-D595-4748-8439-A11C35769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1061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29F4151-857F-4680-A27A-0603AD75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2BCEBA0-DA03-427F-BC2D-88037F0F8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257C4B4-D6CE-4633-99DD-AB11F1A71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4882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655CDA-1660-4779-B445-24372FE69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97F15F-6779-41D7-8634-6841A6C40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387F43-2842-4E44-A911-FFB8D58FC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AE70BCC-A636-43D0-A519-C731370A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FC606B5-07FC-4C59-9E51-969281CF6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EB0AF61-6134-415B-BD4F-9AD25A58B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064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DE572C-9664-445A-B8B4-8FCCACB29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BD29D5E-CEFD-4294-9B49-656BC0BD5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596924-42E7-4212-A560-52CE6D66E8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3026378-7A17-4FEC-851B-08571D98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35882F2-1F00-4DEE-A236-D55043F7D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4419329-5DA2-4F13-AFCB-8E6FD4B06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6398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6C2AB9-0252-46C5-817B-0DCDDF141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DB4BB02-FC17-4308-887D-66F4DAAE5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26F8FA-7F63-4B76-BE0C-7AF619EBC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215B729-932E-41ED-BC54-606427326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8811F6-B558-49F2-BB05-E0C6D2E2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116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0CCD510-D1C9-4EB8-BF81-9EC409DFBC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80BE38F-6AAB-498F-BCF7-F87D4BF61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9829721-96B8-4840-87DC-506395F03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05B717-26D2-448C-A1F1-938615B8F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0F48957-A42E-40F7-90E3-424A90CA0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479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B8B0F4B-CC77-42B0-82D0-41F2473E9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D8A2FAD-2AE2-43E8-85B7-3F55CB47B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E267583-5228-401E-BE64-97A1FEB5A0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389A7-31EC-4146-83BF-569339290813}" type="datetimeFigureOut">
              <a:rPr lang="pt-BR" smtClean="0"/>
              <a:t>24/09/2022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8E76DBA-0AD9-4E5C-A811-42FB973420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4F2EE97-459C-413C-B10F-94FC28743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0DB4F7-4B38-48DB-8F62-2B436F4DC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85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irtualbox.org/wiki/Download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bt.fatecsp.br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bt.fatecsp.br/home/comissao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bt.fatecsp.br/media/bulletins/bt34.pdf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764498"/>
          </a:xfrm>
        </p:spPr>
        <p:txBody>
          <a:bodyPr>
            <a:normAutofit/>
          </a:bodyPr>
          <a:lstStyle/>
          <a:p>
            <a:r>
              <a:rPr lang="pt-BR" sz="2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Instalação/comparação de desempenho máquina </a:t>
            </a:r>
            <a:r>
              <a:rPr lang="pt-BR" sz="2800" dirty="0" err="1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Guest</a:t>
            </a:r>
            <a:r>
              <a:rPr lang="pt-BR" sz="2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X Host</a:t>
            </a:r>
            <a:endParaRPr lang="pt-BR" sz="2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4062" y="764499"/>
            <a:ext cx="10494498" cy="609350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Orientações para o trabalho.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pt-BR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Trabalho em grupo. (Máximo 6 alunos)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Objetivos:</a:t>
            </a:r>
          </a:p>
          <a:p>
            <a:pPr marL="285750" indent="-2857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Instalação de ambiente de máquina virtual em sistema operacional hospedeiro (host).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SO hospedeiro é de escolha livre do grupo de trabalho: Linux/Linux...</a:t>
            </a: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cs typeface="Times New Roman" panose="02020603050405020304" pitchFamily="18" charset="0"/>
              </a:rPr>
              <a:t>Confecção de uma página com formato para apresentação no SICT.</a:t>
            </a: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cs typeface="Times New Roman" panose="02020603050405020304" pitchFamily="18" charset="0"/>
              </a:rPr>
              <a:t>Uso de formatação similar ao TCC.</a:t>
            </a: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cs typeface="Times New Roman" panose="02020603050405020304" pitchFamily="18" charset="0"/>
              </a:rPr>
              <a:t>Orientações para escrita de resumos técnico.</a:t>
            </a: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cs typeface="Times New Roman" panose="02020603050405020304" pitchFamily="18" charset="0"/>
              </a:rPr>
              <a:t>Possíveis temas para </a:t>
            </a:r>
            <a:r>
              <a:rPr lang="pt-BR" dirty="0" err="1">
                <a:latin typeface="Calibri" panose="020F0502020204030204" pitchFamily="34" charset="0"/>
                <a:cs typeface="Times New Roman" panose="02020603050405020304" pitchFamily="18" charset="0"/>
              </a:rPr>
              <a:t>TCC’s</a:t>
            </a:r>
            <a:endParaRPr lang="pt-BR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cs typeface="Times New Roman" panose="02020603050405020304" pitchFamily="18" charset="0"/>
              </a:rPr>
              <a:t>...</a:t>
            </a: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pt-BR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pt-BR" dirty="0">
                <a:latin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https://www.virtualbox.org/wiki/Downloads</a:t>
            </a:r>
            <a:endParaRPr lang="pt-BR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75961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5078" y="0"/>
            <a:ext cx="9556653" cy="1142040"/>
          </a:xfrm>
        </p:spPr>
        <p:txBody>
          <a:bodyPr>
            <a:normAutofit/>
          </a:bodyPr>
          <a:lstStyle/>
          <a:p>
            <a:r>
              <a:rPr lang="pt-BR" sz="36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Instalação</a:t>
            </a:r>
            <a:r>
              <a:rPr lang="pt-BR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6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 comparação de desempenho máquina virtual versus máquina real</a:t>
            </a:r>
            <a:endParaRPr lang="pt-BR" sz="36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5078" y="1308295"/>
            <a:ext cx="10044332" cy="5078437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Cont.</a:t>
            </a:r>
          </a:p>
          <a:p>
            <a:pPr marL="285750" indent="-2857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Criar e executar um programa (a linguagem é de escolha do grupo) operando em “CPU </a:t>
            </a:r>
            <a:r>
              <a:rPr lang="pt-BR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bound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” para rodar nos ambientes hospedeiro e convidado para  comparação de desempenho nos dois ambientes.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Regras para apresentar dados (tabelas e gráficos) para serem bases de análise de desempenho assim como facilitar a escrita das conclusões.</a:t>
            </a:r>
          </a:p>
          <a:p>
            <a:pPr marL="285750" indent="-2857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400" dirty="0"/>
              <a:t>Desenvolver mecanismos para sintetização de textos</a:t>
            </a:r>
            <a:endParaRPr lang="pt-BR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formato do trabalho é o do (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hlinkClick r:id="rId2"/>
              </a:rPr>
              <a:t>www.bt.fatecsp.br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trabalho poderá ser mostrado em formato de vídeo ou em sala.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6645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1142040"/>
            <a:ext cx="10564837" cy="5348701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3200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Regras e Orientações para o trabalho.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3200" dirty="0"/>
              <a:t>O trabalho terá o prazo definido em sala  entrega de uma versão com o padrão SICT: com o nome dos participantes, título e ambiente de operação.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3200" dirty="0"/>
              <a:t>O trabalho será postado em área do TEAM e as informações (componente, título,...) poderão ser poderão ser alteradas.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t-BR" sz="3200" dirty="0"/>
              <a:t>Os textos e resultados preliminares terão orientação pelo professor para correções e atualização de notas.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EC7D663-3397-42E8-9DB9-82EA35A4F81F}"/>
              </a:ext>
            </a:extLst>
          </p:cNvPr>
          <p:cNvSpPr txBox="1">
            <a:spLocks/>
          </p:cNvSpPr>
          <p:nvPr/>
        </p:nvSpPr>
        <p:spPr>
          <a:xfrm>
            <a:off x="1055078" y="0"/>
            <a:ext cx="9556653" cy="11420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6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Instalação</a:t>
            </a:r>
            <a:r>
              <a:rPr lang="pt-BR" sz="36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6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 comparação de desempenho máquina virtual versus máquina real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1247352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8">
            <a:extLst>
              <a:ext uri="{FF2B5EF4-FFF2-40B4-BE49-F238E27FC236}">
                <a16:creationId xmlns:a16="http://schemas.microsoft.com/office/drawing/2014/main" id="{E45B1D5C-0827-4AF0-8186-11FC5A8B8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37895" y="858525"/>
            <a:ext cx="2199638" cy="4512575"/>
          </a:xfrm>
        </p:spPr>
        <p:txBody>
          <a:bodyPr anchor="ctr">
            <a:normAutofit/>
          </a:bodyPr>
          <a:lstStyle/>
          <a:p>
            <a:pPr algn="l"/>
            <a:r>
              <a:rPr lang="pt-BR" sz="2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Instalação e comparação de desempenho de  máquina virtual com máquina real.</a:t>
            </a:r>
            <a:endParaRPr lang="pt-BR" sz="26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37895" y="5371100"/>
            <a:ext cx="2446465" cy="628375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pt-BR" sz="1600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Modelo SICT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lang="pt-BR" sz="1600" b="1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Rectangle 10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12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EE06808-0816-4387-BEA8-C370223E88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111" r="3395" b="-1"/>
          <a:stretch/>
        </p:blipFill>
        <p:spPr>
          <a:xfrm>
            <a:off x="970671" y="858525"/>
            <a:ext cx="8264473" cy="5211906"/>
          </a:xfrm>
          <a:prstGeom prst="rect">
            <a:avLst/>
          </a:prstGeom>
        </p:spPr>
      </p:pic>
      <p:sp>
        <p:nvSpPr>
          <p:cNvPr id="22" name="Rectangle 14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CF028D9-CD90-49E2-9A6C-C989D497E4C7}"/>
              </a:ext>
            </a:extLst>
          </p:cNvPr>
          <p:cNvSpPr txBox="1"/>
          <p:nvPr/>
        </p:nvSpPr>
        <p:spPr>
          <a:xfrm>
            <a:off x="1209821" y="154745"/>
            <a:ext cx="737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Exemplo de um trabalho apresentado no SICT.</a:t>
            </a:r>
          </a:p>
        </p:txBody>
      </p:sp>
    </p:spTree>
    <p:extLst>
      <p:ext uri="{BB962C8B-B14F-4D97-AF65-F5344CB8AC3E}">
        <p14:creationId xmlns:p14="http://schemas.microsoft.com/office/powerpoint/2010/main" val="2522122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E45B1D5C-0827-4AF0-8186-11FC5A8B8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7909" y="984738"/>
            <a:ext cx="2469624" cy="3884442"/>
          </a:xfrm>
        </p:spPr>
        <p:txBody>
          <a:bodyPr anchor="ctr">
            <a:normAutofit/>
          </a:bodyPr>
          <a:lstStyle/>
          <a:p>
            <a:pPr algn="l"/>
            <a:r>
              <a:rPr lang="pt-BR" sz="2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Instalação e comparação de desempenho de  máquina virtual com máquina real</a:t>
            </a:r>
            <a:endParaRPr lang="pt-BR" sz="26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7908" y="5086350"/>
            <a:ext cx="2446465" cy="1178298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pt-BR" sz="1600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Modelo SICT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lang="pt-BR" sz="1600" b="1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65B112B-77A1-43A1-B25B-A863300EF5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9" r="7835" b="2"/>
          <a:stretch/>
        </p:blipFill>
        <p:spPr>
          <a:xfrm>
            <a:off x="545237" y="858525"/>
            <a:ext cx="8038186" cy="5211906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2A1AC7F-3424-4AF2-A668-3EC3E7D5D5A9}"/>
              </a:ext>
            </a:extLst>
          </p:cNvPr>
          <p:cNvSpPr txBox="1"/>
          <p:nvPr/>
        </p:nvSpPr>
        <p:spPr>
          <a:xfrm>
            <a:off x="1209821" y="154745"/>
            <a:ext cx="737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Exemplo de um trabalho apresentado no SICT.</a:t>
            </a:r>
          </a:p>
        </p:txBody>
      </p:sp>
    </p:spTree>
    <p:extLst>
      <p:ext uri="{BB962C8B-B14F-4D97-AF65-F5344CB8AC3E}">
        <p14:creationId xmlns:p14="http://schemas.microsoft.com/office/powerpoint/2010/main" val="3210647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56">
            <a:extLst>
              <a:ext uri="{FF2B5EF4-FFF2-40B4-BE49-F238E27FC236}">
                <a16:creationId xmlns:a16="http://schemas.microsoft.com/office/drawing/2014/main" id="{E45B1D5C-0827-4AF0-8186-11FC5A8B8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7909" y="2023110"/>
            <a:ext cx="2469624" cy="2846070"/>
          </a:xfrm>
        </p:spPr>
        <p:txBody>
          <a:bodyPr anchor="ctr">
            <a:normAutofit/>
          </a:bodyPr>
          <a:lstStyle/>
          <a:p>
            <a:pPr algn="l"/>
            <a:r>
              <a:rPr lang="pt-BR" sz="26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Instalação e comparação de desempenho de  máquina virtual com máquina real</a:t>
            </a:r>
            <a:endParaRPr lang="pt-BR" sz="26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7908" y="5086350"/>
            <a:ext cx="2446465" cy="1178298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pt-BR" sz="1600" b="1" i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Modelo SICT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lang="pt-BR" sz="1600" b="1" i="1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5" name="Rectangle 58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Rectangle 60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204121A-1CD8-4978-8B31-5097ADA539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88"/>
          <a:stretch/>
        </p:blipFill>
        <p:spPr>
          <a:xfrm>
            <a:off x="545238" y="858525"/>
            <a:ext cx="7608304" cy="5211906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3127D7F-49B6-4E8D-BBA4-57C554A6263E}"/>
              </a:ext>
            </a:extLst>
          </p:cNvPr>
          <p:cNvSpPr txBox="1"/>
          <p:nvPr/>
        </p:nvSpPr>
        <p:spPr>
          <a:xfrm>
            <a:off x="1209821" y="154745"/>
            <a:ext cx="737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Exemplo de um trabalho apresentado no SICT.</a:t>
            </a:r>
          </a:p>
        </p:txBody>
      </p:sp>
    </p:spTree>
    <p:extLst>
      <p:ext uri="{BB962C8B-B14F-4D97-AF65-F5344CB8AC3E}">
        <p14:creationId xmlns:p14="http://schemas.microsoft.com/office/powerpoint/2010/main" val="2002883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0019" y="182881"/>
            <a:ext cx="9132277" cy="717452"/>
          </a:xfrm>
        </p:spPr>
        <p:txBody>
          <a:bodyPr>
            <a:normAutofit/>
          </a:bodyPr>
          <a:lstStyle/>
          <a:p>
            <a:r>
              <a:rPr lang="pt-BR" sz="36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SICT - </a:t>
            </a:r>
            <a:r>
              <a:rPr lang="pt-BR" sz="2700" dirty="0">
                <a:hlinkClick r:id="rId2"/>
              </a:rPr>
              <a:t>http://bt.fatecsp.br/home/comissao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FCB266F-942D-4787-A3C1-8E9D838F4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11" y="1017023"/>
            <a:ext cx="10267070" cy="5482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43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761179"/>
          </a:xfrm>
        </p:spPr>
        <p:txBody>
          <a:bodyPr>
            <a:normAutofit/>
          </a:bodyPr>
          <a:lstStyle/>
          <a:p>
            <a:r>
              <a:rPr lang="pt-BR" sz="1050" dirty="0">
                <a:hlinkClick r:id="rId2"/>
              </a:rPr>
              <a:t>http://bt.fatecsp.br/media/bulletins/bt34.pdf</a:t>
            </a:r>
            <a:r>
              <a:rPr lang="pt-BR" sz="1050" dirty="0"/>
              <a:t>   pg.144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9B3907B-3B76-453D-A5B4-E46994381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858" y="1857514"/>
            <a:ext cx="3248025" cy="4619625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708" y="1032387"/>
            <a:ext cx="10874326" cy="582561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endParaRPr lang="pt-BR" b="1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818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57933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3200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Regras para a pontuação do trabalho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708" y="914399"/>
            <a:ext cx="10874326" cy="5549705"/>
          </a:xfrm>
        </p:spPr>
        <p:txBody>
          <a:bodyPr>
            <a:normAutofit fontScale="925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pt-BR" sz="3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A. Entrega do corpo do trabalho com nome dos participante, título do trabalho e ambiente de desenvolvimento: 10%</a:t>
            </a:r>
          </a:p>
          <a:p>
            <a:pPr marL="514350" indent="-514350">
              <a:lnSpc>
                <a:spcPct val="100000"/>
              </a:lnSpc>
              <a:spcBef>
                <a:spcPts val="0"/>
              </a:spcBef>
              <a:buAutoNum type="arabicPeriod"/>
            </a:pPr>
            <a:endParaRPr lang="pt-BR" sz="32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pt-BR" sz="32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B. </a:t>
            </a:r>
            <a:r>
              <a:rPr lang="pt-BR" sz="3200" b="1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Parte formal do trabalho</a:t>
            </a:r>
            <a:r>
              <a:rPr lang="pt-BR" sz="3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marL="514350" indent="-514350" algn="just">
              <a:lnSpc>
                <a:spcPct val="100000"/>
              </a:lnSpc>
              <a:spcBef>
                <a:spcPts val="0"/>
              </a:spcBef>
              <a:buAutoNum type="arabicPeriod"/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Confecção do texto. Seguir (rigorosamente) o modelo de simpósio: </a:t>
            </a:r>
          </a:p>
          <a:p>
            <a:pPr marL="514350" indent="-5143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tipos e tamanhos de letras;</a:t>
            </a:r>
          </a:p>
          <a:p>
            <a:pPr marL="514350" indent="-5143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Tabulação</a:t>
            </a:r>
          </a:p>
          <a:p>
            <a:pPr marL="514350" indent="-51435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Nome dos participantes, e-mails, referências bibliográficas referenciadas;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endParaRPr lang="pt-BR" sz="2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2. Apresentar a máquina virtual em operação. Deverá ser mostrada a execução do programa. O programa teste é CPU </a:t>
            </a:r>
            <a:r>
              <a:rPr lang="pt-BR" sz="2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bound</a:t>
            </a: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conforme modelo feito em sala .</a:t>
            </a:r>
          </a:p>
          <a:p>
            <a:pPr marL="514350" indent="-514350" algn="just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pt-BR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pt-BR" b="1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522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57933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3200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Regras para a pontuação do trabalho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837" y="745588"/>
            <a:ext cx="10874326" cy="5549705"/>
          </a:xfrm>
        </p:spPr>
        <p:txBody>
          <a:bodyPr>
            <a:normAutofit/>
          </a:bodyPr>
          <a:lstStyle/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Atenção: </a:t>
            </a: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 </a:t>
            </a:r>
            <a:r>
              <a:rPr lang="pt-BR" sz="3600" b="1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 a </a:t>
            </a:r>
            <a:r>
              <a:rPr lang="pt-BR" sz="3600" b="1" dirty="0">
                <a:solidFill>
                  <a:srgbClr val="FF000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conclusão</a:t>
            </a: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do trabalho são </a:t>
            </a:r>
            <a:r>
              <a:rPr lang="pt-BR" sz="2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os </a:t>
            </a:r>
            <a:r>
              <a:rPr lang="pt-BR" sz="3600" b="1" dirty="0">
                <a:solidFill>
                  <a:srgbClr val="FF000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último itens </a:t>
            </a:r>
            <a:r>
              <a:rPr lang="pt-BR" sz="2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serem escritos</a:t>
            </a: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introdução poderá ter uma breve descrição da máquina virtual e aplicações e </a:t>
            </a:r>
            <a:r>
              <a:rPr lang="pt-BR" sz="4000" b="1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deverá </a:t>
            </a:r>
            <a:r>
              <a:rPr lang="pt-BR" sz="4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mostrar </a:t>
            </a:r>
            <a:r>
              <a:rPr lang="pt-BR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que será feito no trabalho.</a:t>
            </a:r>
          </a:p>
          <a:p>
            <a:pPr marL="285750" indent="-285750" algn="just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conclusão deverá ser feita com bases nos resultados obtidos mostrados nas tabelas e gráficos.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pt-BR" b="1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18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57933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3200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Dicas para a </a:t>
            </a:r>
            <a:r>
              <a:rPr lang="pt-BR" sz="3600" b="1" i="1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ESCRITA</a:t>
            </a:r>
            <a:r>
              <a:rPr lang="pt-BR" sz="3200" b="1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do trabalho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836" y="745588"/>
            <a:ext cx="11183393" cy="5946157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Não coloque na conclusão termos como : </a:t>
            </a:r>
          </a:p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programa funcionou </a:t>
            </a:r>
            <a:r>
              <a:rPr lang="pt-BR" sz="32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maravilhosamente</a:t>
            </a: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bem.</a:t>
            </a:r>
          </a:p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É </a:t>
            </a:r>
            <a:r>
              <a:rPr lang="pt-BR" sz="3200" b="1" dirty="0">
                <a:solidFill>
                  <a:srgbClr val="FF000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fácil </a:t>
            </a: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 ver que...</a:t>
            </a:r>
          </a:p>
          <a:p>
            <a:pPr algn="r">
              <a:lnSpc>
                <a:spcPct val="120000"/>
              </a:lnSpc>
              <a:spcBef>
                <a:spcPts val="0"/>
              </a:spcBef>
            </a:pPr>
            <a:endParaRPr lang="pt-BR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l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Basear a conclusão em dados e tabelas obtidos:</a:t>
            </a:r>
          </a:p>
          <a:p>
            <a:pPr marL="285750" indent="-285750" algn="r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tabela 1 mostra que o desempenho do sistema...</a:t>
            </a:r>
          </a:p>
          <a:p>
            <a:pPr marL="285750" indent="-285750" algn="r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resultado apresentado na tabela ...</a:t>
            </a:r>
          </a:p>
          <a:p>
            <a:pPr marL="285750" indent="-285750" algn="r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 base nos resultados obtidos na Tabela 1 não se recomenda...</a:t>
            </a:r>
          </a:p>
          <a:p>
            <a:pPr marL="285750" indent="-285750" algn="r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Conforme a Figura 1, não há diferença significativa entre desempenho..</a:t>
            </a: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pt-BR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pt-BR" b="1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9311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579333"/>
          </a:xfrm>
        </p:spPr>
        <p:txBody>
          <a:bodyPr>
            <a:normAutofit fontScale="9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3200" b="1" dirty="0">
                <a:latin typeface="Calibri" panose="020F0502020204030204" pitchFamily="34" charset="0"/>
                <a:cs typeface="Times New Roman" panose="02020603050405020304" pitchFamily="18" charset="0"/>
              </a:rPr>
              <a:t>Código CPU </a:t>
            </a:r>
            <a:r>
              <a:rPr lang="pt-BR" sz="3200" b="1" dirty="0" err="1">
                <a:latin typeface="Calibri" panose="020F0502020204030204" pitchFamily="34" charset="0"/>
                <a:cs typeface="Times New Roman" panose="02020603050405020304" pitchFamily="18" charset="0"/>
              </a:rPr>
              <a:t>Bound</a:t>
            </a:r>
            <a:r>
              <a:rPr lang="pt-BR" sz="3200" b="1" dirty="0">
                <a:latin typeface="Calibri" panose="020F0502020204030204" pitchFamily="34" charset="0"/>
                <a:cs typeface="Times New Roman" panose="02020603050405020304" pitchFamily="18" charset="0"/>
              </a:rPr>
              <a:t> em Pascal</a:t>
            </a:r>
            <a:endParaRPr lang="pt-BR" sz="32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708" y="745589"/>
            <a:ext cx="10874326" cy="5514534"/>
          </a:xfrm>
        </p:spPr>
        <p:txBody>
          <a:bodyPr>
            <a:noAutofit/>
          </a:bodyPr>
          <a:lstStyle/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comparação de desempenho </a:t>
            </a:r>
            <a:r>
              <a:rPr lang="pt-BR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rodará um código similar em ambientes host e virtual.  </a:t>
            </a: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pt-BR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Times.h</a:t>
            </a:r>
            <a:r>
              <a:rPr lang="pt-BR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pt-BR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Tinicial</a:t>
            </a:r>
            <a:r>
              <a:rPr lang="pt-BR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: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millisegundos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For i:= 1 to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do 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For j:= 1 to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nj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do 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For k:= 1 to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nk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do 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C:=2*sin(1.2);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//Ni=300=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nj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nk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300*100*100=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000 000 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Tfinal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millisegundos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Dt=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tfinal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tinicial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Nota:  A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instrução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C:=2*sin(1.2);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poderá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ser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substituida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por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instrução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adequada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tempo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desejado</a:t>
            </a:r>
            <a:r>
              <a:rPr lang="en-US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operação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pt-BR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319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579333"/>
          </a:xfrm>
        </p:spPr>
        <p:txBody>
          <a:bodyPr>
            <a:normAutofit fontScale="9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3200" b="1" dirty="0">
                <a:latin typeface="Calibri" panose="020F0502020204030204" pitchFamily="34" charset="0"/>
                <a:cs typeface="Times New Roman" panose="02020603050405020304" pitchFamily="18" charset="0"/>
              </a:rPr>
              <a:t>Corpo do trabalho</a:t>
            </a:r>
            <a:endParaRPr lang="pt-BR" sz="32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D66AB3-24D7-486C-BAC2-CA4447706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708" y="745589"/>
            <a:ext cx="10874326" cy="6112412"/>
          </a:xfrm>
        </p:spPr>
        <p:txBody>
          <a:bodyPr>
            <a:noAutofit/>
          </a:bodyPr>
          <a:lstStyle/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pt-BR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valor do loop deverá ser suficientemente grande e mensurável para “gastar” algumas dezenas de segundo.</a:t>
            </a:r>
          </a:p>
          <a:p>
            <a:pPr marL="342900" lvl="0" indent="-342900" algn="just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 teste deverá contemplar pelo menos </a:t>
            </a:r>
            <a:r>
              <a:rPr lang="pt-BR" sz="3200" b="1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sete </a:t>
            </a: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valores diferentes de </a:t>
            </a:r>
            <a:r>
              <a:rPr lang="pt-BR" sz="3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</a:t>
            </a: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 </a:t>
            </a:r>
            <a:r>
              <a:rPr lang="pt-BR" sz="3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nj</a:t>
            </a: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*</a:t>
            </a:r>
            <a:r>
              <a:rPr lang="pt-BR" sz="3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nk</a:t>
            </a: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(e o tempo de execução)</a:t>
            </a:r>
          </a:p>
          <a:p>
            <a:pPr marL="342900" lvl="0" indent="-342900" algn="just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 conclusão observar se há correlação entre o tempo de execução e à quantidade de instruções. </a:t>
            </a:r>
          </a:p>
          <a:p>
            <a:pPr marL="342900" lvl="0" indent="-342900" algn="just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pt-BR" sz="3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Comparar o desempenho (tempos de execução) no ambiente HOST (Hospedeiro) e ambiente GUEST (convidado).</a:t>
            </a:r>
            <a:endParaRPr lang="pt-BR" sz="3200" b="1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807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579333"/>
          </a:xfrm>
        </p:spPr>
        <p:txBody>
          <a:bodyPr>
            <a:normAutofit fontScale="9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3200" b="1" dirty="0">
                <a:latin typeface="Calibri" panose="020F0502020204030204" pitchFamily="34" charset="0"/>
                <a:cs typeface="Times New Roman" panose="02020603050405020304" pitchFamily="18" charset="0"/>
              </a:rPr>
              <a:t>Corpo do trabalho. Exemplo de tabela</a:t>
            </a:r>
            <a:endParaRPr lang="pt-BR" sz="32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8973DE3-CA0A-446B-86EC-29DC1BEA0A64}"/>
              </a:ext>
            </a:extLst>
          </p:cNvPr>
          <p:cNvSpPr txBox="1"/>
          <p:nvPr/>
        </p:nvSpPr>
        <p:spPr>
          <a:xfrm>
            <a:off x="1716258" y="998806"/>
            <a:ext cx="87594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/>
              <a:t>Tabela 1. Comparação de desempenho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E54B0949-750C-42E4-A345-CEC9880C2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552809"/>
              </p:ext>
            </p:extLst>
          </p:nvPr>
        </p:nvGraphicFramePr>
        <p:xfrm>
          <a:off x="2406847" y="2093144"/>
          <a:ext cx="5485128" cy="3154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5404">
                  <a:extLst>
                    <a:ext uri="{9D8B030D-6E8A-4147-A177-3AD203B41FA5}">
                      <a16:colId xmlns:a16="http://schemas.microsoft.com/office/drawing/2014/main" val="774062396"/>
                    </a:ext>
                  </a:extLst>
                </a:gridCol>
                <a:gridCol w="1608508">
                  <a:extLst>
                    <a:ext uri="{9D8B030D-6E8A-4147-A177-3AD203B41FA5}">
                      <a16:colId xmlns:a16="http://schemas.microsoft.com/office/drawing/2014/main" val="1774894869"/>
                    </a:ext>
                  </a:extLst>
                </a:gridCol>
                <a:gridCol w="1481216">
                  <a:extLst>
                    <a:ext uri="{9D8B030D-6E8A-4147-A177-3AD203B41FA5}">
                      <a16:colId xmlns:a16="http://schemas.microsoft.com/office/drawing/2014/main" val="3574435085"/>
                    </a:ext>
                  </a:extLst>
                </a:gridCol>
              </a:tblGrid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Quant.  Instruções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>
                          <a:effectLst/>
                        </a:rPr>
                        <a:t>Tempo (s)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>
                          <a:effectLst/>
                        </a:rPr>
                        <a:t>Tempo(s)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85625149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>
                          <a:effectLst/>
                        </a:rPr>
                        <a:t>Milhões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Hospedeiro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>
                          <a:effectLst/>
                        </a:rPr>
                        <a:t>Convidado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5368656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9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12,2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14,1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31501052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12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15,7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18,4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11544859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15,3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19,2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23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39884586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19,4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21,5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28,1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4160298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25,8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25,2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36,7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25660675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31,4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29,4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42,8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73755085"/>
                  </a:ext>
                </a:extLst>
              </a:tr>
              <a:tr h="350456"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36,7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32,7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2000" u="none" strike="noStrike" dirty="0">
                          <a:effectLst/>
                        </a:rPr>
                        <a:t>50,1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9454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93780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C4BC-13FE-4E7B-A19E-4E527767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08" y="166255"/>
            <a:ext cx="10874326" cy="579333"/>
          </a:xfrm>
        </p:spPr>
        <p:txBody>
          <a:bodyPr>
            <a:normAutofit fontScale="9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3200" b="1" dirty="0">
                <a:latin typeface="Calibri" panose="020F0502020204030204" pitchFamily="34" charset="0"/>
                <a:cs typeface="Times New Roman" panose="02020603050405020304" pitchFamily="18" charset="0"/>
              </a:rPr>
              <a:t>Corpo do trabalho. Exemplo </a:t>
            </a:r>
            <a:r>
              <a:rPr lang="pt-BR" sz="3200" b="1">
                <a:latin typeface="Calibri" panose="020F0502020204030204" pitchFamily="34" charset="0"/>
                <a:cs typeface="Times New Roman" panose="02020603050405020304" pitchFamily="18" charset="0"/>
              </a:rPr>
              <a:t>de gráfico</a:t>
            </a:r>
            <a:endParaRPr lang="pt-BR" sz="32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8973DE3-CA0A-446B-86EC-29DC1BEA0A64}"/>
              </a:ext>
            </a:extLst>
          </p:cNvPr>
          <p:cNvSpPr txBox="1"/>
          <p:nvPr/>
        </p:nvSpPr>
        <p:spPr>
          <a:xfrm>
            <a:off x="1378634" y="5475849"/>
            <a:ext cx="9411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/>
              <a:t>Figura 1. Máquina real X virtual em CPU </a:t>
            </a:r>
            <a:r>
              <a:rPr lang="pt-BR" sz="3600" dirty="0" err="1"/>
              <a:t>bound</a:t>
            </a:r>
            <a:endParaRPr lang="pt-BR" sz="3600" dirty="0"/>
          </a:p>
        </p:txBody>
      </p: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DD3DF044-A1EB-4C4E-8B29-47BD68C487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42589634"/>
              </p:ext>
            </p:extLst>
          </p:nvPr>
        </p:nvGraphicFramePr>
        <p:xfrm>
          <a:off x="2825262" y="1716259"/>
          <a:ext cx="4940104" cy="31230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89311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D775917-20F3-474E-AB72-B4B0E937D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2271"/>
            <a:ext cx="10515600" cy="1128417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5200" dirty="0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12DFAAD-1A72-4704-8015-385A0A9C51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2031" r="19465" b="1"/>
          <a:stretch/>
        </p:blipFill>
        <p:spPr>
          <a:xfrm>
            <a:off x="838200" y="1845426"/>
            <a:ext cx="10512547" cy="445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702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707FC24-6981-43D9-B525-C7832BA22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11449"/>
            <a:ext cx="4332307" cy="6179552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D775917-20F3-474E-AB72-B4B0E937D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2950" y="742951"/>
            <a:ext cx="3476625" cy="49625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Virtualização baremetal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C1633E1-125F-4649-BD0D-1547ECC43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822" y="1536861"/>
            <a:ext cx="6553545" cy="379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244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707FC24-6981-43D9-B525-C7832BA22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11449"/>
            <a:ext cx="4332307" cy="6179552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D775917-20F3-474E-AB72-B4B0E937D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2950" y="742951"/>
            <a:ext cx="3476625" cy="49625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Virtualização</a:t>
            </a:r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hosted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A19331F4-E8C0-42BA-89EB-8631DBD92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822" y="1263840"/>
            <a:ext cx="6553545" cy="433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017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E6B3632-31A7-4B9A-9B3B-DAADD1D372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19CDAF70-B155-4731-94B6-A21E9A770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"/>
            <a:ext cx="10515600" cy="801858"/>
          </a:xfrm>
        </p:spPr>
        <p:txBody>
          <a:bodyPr/>
          <a:lstStyle/>
          <a:p>
            <a:pPr algn="ctr"/>
            <a:r>
              <a:rPr lang="pt-BR" dirty="0"/>
              <a:t>Conceitos Virtual Box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EA40311-FAE4-4A3F-9307-C2FF23E9BB74}"/>
              </a:ext>
            </a:extLst>
          </p:cNvPr>
          <p:cNvSpPr txBox="1"/>
          <p:nvPr/>
        </p:nvSpPr>
        <p:spPr>
          <a:xfrm>
            <a:off x="836675" y="1153551"/>
            <a:ext cx="10994253" cy="4353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Virtual </a:t>
            </a:r>
            <a:r>
              <a:rPr lang="pt-BR" sz="32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machine</a:t>
            </a:r>
            <a:r>
              <a:rPr lang="pt-BR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(VM).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This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special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environment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that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VM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VirtualBox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creates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for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your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guest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OS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while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it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running. </a:t>
            </a:r>
          </a:p>
          <a:p>
            <a:pPr algn="just">
              <a:lnSpc>
                <a:spcPct val="115000"/>
              </a:lnSpc>
            </a:pPr>
            <a:r>
              <a:rPr lang="pt-BR" sz="32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pt-BR" sz="3200" dirty="0">
              <a:solidFill>
                <a:srgbClr val="00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15000"/>
              </a:lnSpc>
            </a:pPr>
            <a:r>
              <a:rPr lang="pt-BR" sz="32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Host </a:t>
            </a:r>
            <a:r>
              <a:rPr lang="pt-BR" sz="3200" b="1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operating</a:t>
            </a:r>
            <a:r>
              <a:rPr lang="pt-BR" sz="32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system (host OS).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This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OS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physical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computer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which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Oracle VM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VirtualBox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was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installed</a:t>
            </a: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algn="just">
              <a:lnSpc>
                <a:spcPct val="115000"/>
              </a:lnSpc>
            </a:pPr>
            <a:r>
              <a:rPr lang="pt-BR" sz="3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r>
              <a:rPr lang="pt-BR" sz="32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Guest</a:t>
            </a:r>
            <a:r>
              <a:rPr lang="pt-BR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operating</a:t>
            </a:r>
            <a:r>
              <a:rPr lang="pt-BR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system (</a:t>
            </a:r>
            <a:r>
              <a:rPr lang="pt-BR" sz="32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guest</a:t>
            </a:r>
            <a:r>
              <a:rPr lang="pt-BR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OS).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This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OS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that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is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running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inside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virtual </a:t>
            </a:r>
            <a:r>
              <a:rPr lang="pt-BR" sz="3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machine</a:t>
            </a:r>
            <a:r>
              <a:rPr lang="pt-BR" sz="3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67770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E6B3632-31A7-4B9A-9B3B-DAADD1D372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19CDAF70-B155-4731-94B6-A21E9A770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5" y="1"/>
            <a:ext cx="10515600" cy="801858"/>
          </a:xfrm>
        </p:spPr>
        <p:txBody>
          <a:bodyPr/>
          <a:lstStyle/>
          <a:p>
            <a:pPr algn="ctr"/>
            <a:r>
              <a:rPr lang="pt-BR"/>
              <a:t>Ambiente Virtual </a:t>
            </a:r>
            <a:r>
              <a:rPr lang="pt-BR" dirty="0"/>
              <a:t>Box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06DFD2-ED8C-4624-9D75-D02FB3851D5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069145" y="1561515"/>
            <a:ext cx="9411285" cy="444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9048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B37C18B002AC749BFA94C54099E287A" ma:contentTypeVersion="10" ma:contentTypeDescription="Create a new document." ma:contentTypeScope="" ma:versionID="1e972ef578dfe549cb7c4d46cf1dad68">
  <xsd:schema xmlns:xsd="http://www.w3.org/2001/XMLSchema" xmlns:xs="http://www.w3.org/2001/XMLSchema" xmlns:p="http://schemas.microsoft.com/office/2006/metadata/properties" xmlns:ns2="1180d2be-1db5-433a-afa8-992e22bd646f" xmlns:ns3="0bbb84b2-e312-4831-b21e-2b9601e07b07" targetNamespace="http://schemas.microsoft.com/office/2006/metadata/properties" ma:root="true" ma:fieldsID="c1044444507e34b16da64f77d91bb574" ns2:_="" ns3:_="">
    <xsd:import namespace="1180d2be-1db5-433a-afa8-992e22bd646f"/>
    <xsd:import namespace="0bbb84b2-e312-4831-b21e-2b9601e07b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80d2be-1db5-433a-afa8-992e22bd646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0ef6089c-5148-4909-88ac-65974e5b7eb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bb84b2-e312-4831-b21e-2b9601e07b0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4cd5305-6b07-4f76-8d60-fc8eb047dcb3}" ma:internalName="TaxCatchAll" ma:showField="CatchAllData" ma:web="0bbb84b2-e312-4831-b21e-2b9601e07b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180d2be-1db5-433a-afa8-992e22bd646f">
      <Terms xmlns="http://schemas.microsoft.com/office/infopath/2007/PartnerControls"/>
    </lcf76f155ced4ddcb4097134ff3c332f>
    <TaxCatchAll xmlns="0bbb84b2-e312-4831-b21e-2b9601e07b07" xsi:nil="true"/>
  </documentManagement>
</p:properties>
</file>

<file path=customXml/itemProps1.xml><?xml version="1.0" encoding="utf-8"?>
<ds:datastoreItem xmlns:ds="http://schemas.openxmlformats.org/officeDocument/2006/customXml" ds:itemID="{50F78C7B-0382-4A6D-99A1-48E03DBC2FC7}"/>
</file>

<file path=customXml/itemProps2.xml><?xml version="1.0" encoding="utf-8"?>
<ds:datastoreItem xmlns:ds="http://schemas.openxmlformats.org/officeDocument/2006/customXml" ds:itemID="{F3E98DB9-BA30-459D-85EC-EDB7540C450E}"/>
</file>

<file path=customXml/itemProps3.xml><?xml version="1.0" encoding="utf-8"?>
<ds:datastoreItem xmlns:ds="http://schemas.openxmlformats.org/officeDocument/2006/customXml" ds:itemID="{BB7014AB-17C5-4EB0-A7F7-4B8CEC566F25}"/>
</file>

<file path=docProps/app.xml><?xml version="1.0" encoding="utf-8"?>
<Properties xmlns="http://schemas.openxmlformats.org/officeDocument/2006/extended-properties" xmlns:vt="http://schemas.openxmlformats.org/officeDocument/2006/docPropsVTypes">
  <TotalTime>1177</TotalTime>
  <Words>945</Words>
  <Application>Microsoft Office PowerPoint</Application>
  <PresentationFormat>Widescreen</PresentationFormat>
  <Paragraphs>124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Symbol</vt:lpstr>
      <vt:lpstr>Times New Roman</vt:lpstr>
      <vt:lpstr>Tema do Office</vt:lpstr>
      <vt:lpstr>Instalação/comparação de desempenho máquina Guest X Host</vt:lpstr>
      <vt:lpstr>Instalação e comparação de desempenho máquina virtual versus máquina real</vt:lpstr>
      <vt:lpstr>Apresentação do PowerPoint</vt:lpstr>
      <vt:lpstr>Instalação e comparação de desempenho de  máquina virtual com máquina real.</vt:lpstr>
      <vt:lpstr>Instalação e comparação de desempenho de  máquina virtual com máquina real</vt:lpstr>
      <vt:lpstr>Instalação e comparação de desempenho de  máquina virtual com máquina real</vt:lpstr>
      <vt:lpstr>SICT - http://bt.fatecsp.br/home/comissao</vt:lpstr>
      <vt:lpstr>http://bt.fatecsp.br/media/bulletins/bt34.pdf   pg.144</vt:lpstr>
      <vt:lpstr>Regras para a pontuação do trabalho</vt:lpstr>
      <vt:lpstr>Regras para a pontuação do trabalho</vt:lpstr>
      <vt:lpstr>Dicas para a ESCRITA do trabalho</vt:lpstr>
      <vt:lpstr>Código CPU Bound em Pascal</vt:lpstr>
      <vt:lpstr>Corpo do trabalho</vt:lpstr>
      <vt:lpstr>Corpo do trabalho. Exemplo de tabela</vt:lpstr>
      <vt:lpstr>Corpo do trabalho. Exemplo de gráfico</vt:lpstr>
      <vt:lpstr>Apresentação do PowerPoint</vt:lpstr>
      <vt:lpstr>Virtualização baremetal</vt:lpstr>
      <vt:lpstr>Virtualização hosted</vt:lpstr>
      <vt:lpstr>Conceitos Virtual Box</vt:lpstr>
      <vt:lpstr>Ambiente Virtual Box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Instalação e comparação de desempenho de  máquina virtual com máquina real</dc:title>
  <dc:creator>Milton Silva da Rocha</dc:creator>
  <cp:lastModifiedBy>Milton Silva da Rocha</cp:lastModifiedBy>
  <cp:revision>2</cp:revision>
  <dcterms:created xsi:type="dcterms:W3CDTF">2020-10-05T18:52:39Z</dcterms:created>
  <dcterms:modified xsi:type="dcterms:W3CDTF">2022-09-24T11:36:57Z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0x0101004B37C18B002AC749BFA94C54099E287A</vt:lpwstr>
  </property>
</Properties>
</file>