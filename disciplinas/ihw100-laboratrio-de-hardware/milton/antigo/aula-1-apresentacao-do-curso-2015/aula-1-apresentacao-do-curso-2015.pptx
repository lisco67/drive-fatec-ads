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1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A7A01-686E-4572-B6FA-ACA3CA3650EB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BBFCC-50DD-47FD-A0E3-17EA5ACD9FB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85038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  <p:sp>
        <p:nvSpPr>
          <p:cNvPr id="7270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82A6FA9-14CE-44FA-8BD8-9C636553243C}" type="slidenum">
              <a:rPr lang="pt-BR" smtClean="0"/>
              <a:pPr/>
              <a:t>1</a:t>
            </a:fld>
            <a:endParaRPr lang="pt-BR" smtClean="0"/>
          </a:p>
        </p:txBody>
      </p:sp>
    </p:spTree>
    <p:extLst>
      <p:ext uri="{BB962C8B-B14F-4D97-AF65-F5344CB8AC3E}">
        <p14:creationId xmlns="" xmlns:p14="http://schemas.microsoft.com/office/powerpoint/2010/main" val="3649390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01/08/2017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8"/>
            <a:ext cx="7988424" cy="864394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FF0000"/>
                </a:solidFill>
              </a:rPr>
              <a:t>Laboratório de Hardware:</a:t>
            </a:r>
            <a:r>
              <a:rPr lang="pt-BR" sz="4000" b="1" dirty="0" smtClean="0">
                <a:solidFill>
                  <a:srgbClr val="FF0000"/>
                </a:solidFill>
              </a:rPr>
              <a:t> Ementa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1520" y="1196752"/>
            <a:ext cx="8642350" cy="4751834"/>
          </a:xfrm>
        </p:spPr>
        <p:txBody>
          <a:bodyPr rtlCol="0">
            <a:normAutofit fontScale="32500" lnSpcReduction="20000"/>
          </a:bodyPr>
          <a:lstStyle/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sz="12300" b="1" dirty="0" smtClean="0">
                <a:solidFill>
                  <a:schemeClr val="tx1"/>
                </a:solidFill>
              </a:rPr>
              <a:t>Componentes da placa mãe.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sz="123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Alimentação, memória, processador.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sz="12300" b="1" dirty="0" smtClean="0">
                <a:solidFill>
                  <a:schemeClr val="tx1"/>
                </a:solidFill>
              </a:rPr>
              <a:t>Instalação e configuração de HD. 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sz="123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Instalação e configuração de placas, periféricos e dispositivos de hardware.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sz="12300" b="1" dirty="0" smtClean="0">
                <a:solidFill>
                  <a:schemeClr val="tx1"/>
                </a:solidFill>
              </a:rPr>
              <a:t>Instalação e configuração de SO.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sz="123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Manutenção corretiva, preditiva e preventiva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pt-BR" sz="2400" dirty="0" smtClean="0"/>
              <a:t>3</a:t>
            </a:r>
          </a:p>
        </p:txBody>
      </p:sp>
      <p:sp>
        <p:nvSpPr>
          <p:cNvPr id="5" name="Retângulo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6624736" cy="777875"/>
          </a:xfrm>
        </p:spPr>
        <p:txBody>
          <a:bodyPr/>
          <a:lstStyle/>
          <a:p>
            <a:pPr eaLnBrk="1" hangingPunct="1"/>
            <a:r>
              <a:rPr lang="pt-BR" u="sng" dirty="0" smtClean="0">
                <a:solidFill>
                  <a:srgbClr val="FF0000"/>
                </a:solidFill>
              </a:rPr>
              <a:t>Critérios de Avaliação</a:t>
            </a:r>
          </a:p>
        </p:txBody>
      </p:sp>
      <p:sp>
        <p:nvSpPr>
          <p:cNvPr id="6147" name="Espaço Reservado para Conteúdo 2"/>
          <p:cNvSpPr>
            <a:spLocks noGrp="1"/>
          </p:cNvSpPr>
          <p:nvPr>
            <p:ph idx="1"/>
          </p:nvPr>
        </p:nvSpPr>
        <p:spPr>
          <a:xfrm>
            <a:off x="179388" y="908720"/>
            <a:ext cx="8856662" cy="5616624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pt-BR" dirty="0"/>
              <a:t>Média = </a:t>
            </a:r>
            <a:r>
              <a:rPr lang="pt-BR" dirty="0" smtClean="0"/>
              <a:t>(0,3*Trabalhos+0,2*Grupo+ 0,5*Prova)</a:t>
            </a:r>
          </a:p>
          <a:p>
            <a:pPr algn="ctr">
              <a:buNone/>
            </a:pPr>
            <a:r>
              <a:rPr lang="pt-BR" sz="1400" dirty="0" smtClean="0"/>
              <a:t> </a:t>
            </a:r>
            <a:endParaRPr lang="pt-BR" sz="1400" dirty="0"/>
          </a:p>
          <a:p>
            <a:pPr algn="just"/>
            <a:r>
              <a:rPr lang="pt-BR" dirty="0" smtClean="0"/>
              <a:t> </a:t>
            </a:r>
            <a:r>
              <a:rPr lang="pt-BR" b="1" u="sng" dirty="0" smtClean="0"/>
              <a:t>Atividades em sala</a:t>
            </a:r>
            <a:r>
              <a:rPr lang="pt-BR" dirty="0" smtClean="0"/>
              <a:t>: 10 experimentos.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dirty="0" smtClean="0"/>
              <a:t>Cada experimento vale 1pt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dirty="0" smtClean="0"/>
              <a:t>Os experimentos </a:t>
            </a:r>
            <a:r>
              <a:rPr lang="pt-BR" dirty="0" smtClean="0"/>
              <a:t>serão </a:t>
            </a:r>
            <a:r>
              <a:rPr lang="pt-BR" dirty="0" smtClean="0"/>
              <a:t>feito APENAS  em sala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dirty="0" smtClean="0"/>
              <a:t>Para cada experimento deve haver um relatório com questões relativas ao tema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dirty="0" smtClean="0"/>
              <a:t>As anotações dos relatórios servirão de base para </a:t>
            </a:r>
            <a:r>
              <a:rPr lang="pt-BR" dirty="0" smtClean="0"/>
              <a:t>avaliação.</a:t>
            </a:r>
            <a:endParaRPr lang="pt-BR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pt-BR" dirty="0" smtClean="0"/>
              <a:t>Os relatórios poderão ser consultados durante a prova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dirty="0" smtClean="0"/>
              <a:t>Os relatórios serão  recolhidos </a:t>
            </a:r>
            <a:r>
              <a:rPr lang="pt-BR" dirty="0" smtClean="0"/>
              <a:t>e devolvidos após o último experimento e </a:t>
            </a:r>
            <a:r>
              <a:rPr lang="pt-BR" dirty="0" smtClean="0"/>
              <a:t>entregues  </a:t>
            </a:r>
            <a:r>
              <a:rPr lang="pt-BR" dirty="0" smtClean="0"/>
              <a:t>com </a:t>
            </a:r>
            <a:r>
              <a:rPr lang="pt-BR" dirty="0" smtClean="0"/>
              <a:t>a nota </a:t>
            </a:r>
            <a:r>
              <a:rPr lang="pt-BR" dirty="0" smtClean="0"/>
              <a:t>de laboratório.</a:t>
            </a:r>
            <a:endParaRPr lang="pt-BR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pt-BR" dirty="0" smtClean="0"/>
              <a:t>As anotações dos </a:t>
            </a:r>
            <a:r>
              <a:rPr lang="pt-BR" dirty="0" smtClean="0"/>
              <a:t>relatórios </a:t>
            </a:r>
            <a:r>
              <a:rPr lang="pt-BR" dirty="0" smtClean="0"/>
              <a:t>podem </a:t>
            </a:r>
            <a:r>
              <a:rPr lang="pt-BR" dirty="0" smtClean="0"/>
              <a:t>ser </a:t>
            </a:r>
            <a:r>
              <a:rPr lang="pt-BR" dirty="0" smtClean="0"/>
              <a:t>complementados à qualquer momento. </a:t>
            </a:r>
            <a:endParaRPr lang="pt-BR" dirty="0" smtClean="0"/>
          </a:p>
          <a:p>
            <a:pPr marL="514350" indent="-514350" algn="just">
              <a:buFont typeface="+mj-lt"/>
              <a:buAutoNum type="arabicPeriod"/>
            </a:pPr>
            <a:endParaRPr lang="pt-BR" dirty="0" smtClean="0"/>
          </a:p>
          <a:p>
            <a:pPr algn="just"/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6624736" cy="777875"/>
          </a:xfrm>
        </p:spPr>
        <p:txBody>
          <a:bodyPr/>
          <a:lstStyle/>
          <a:p>
            <a:pPr eaLnBrk="1" hangingPunct="1"/>
            <a:r>
              <a:rPr lang="pt-BR" u="sng" dirty="0" smtClean="0">
                <a:solidFill>
                  <a:srgbClr val="FF0000"/>
                </a:solidFill>
              </a:rPr>
              <a:t>Critérios de Avaliação</a:t>
            </a:r>
          </a:p>
        </p:txBody>
      </p:sp>
      <p:sp>
        <p:nvSpPr>
          <p:cNvPr id="6147" name="Espaço Reservado para Conteúdo 2"/>
          <p:cNvSpPr>
            <a:spLocks noGrp="1"/>
          </p:cNvSpPr>
          <p:nvPr>
            <p:ph idx="1"/>
          </p:nvPr>
        </p:nvSpPr>
        <p:spPr>
          <a:xfrm>
            <a:off x="179388" y="1196752"/>
            <a:ext cx="8856662" cy="4929411"/>
          </a:xfrm>
        </p:spPr>
        <p:txBody>
          <a:bodyPr>
            <a:normAutofit/>
          </a:bodyPr>
          <a:lstStyle/>
          <a:p>
            <a:pPr algn="just"/>
            <a:r>
              <a:rPr lang="pt-BR" b="1" u="sng" dirty="0" smtClean="0"/>
              <a:t>Trabalho </a:t>
            </a:r>
            <a:r>
              <a:rPr lang="pt-BR" b="1" u="sng" dirty="0"/>
              <a:t>em grupo</a:t>
            </a:r>
            <a:r>
              <a:rPr lang="pt-BR" dirty="0"/>
              <a:t>: </a:t>
            </a:r>
            <a:r>
              <a:rPr lang="pt-BR" dirty="0" smtClean="0"/>
              <a:t>Realizado por até 6 alunos.</a:t>
            </a:r>
          </a:p>
          <a:p>
            <a:pPr algn="just">
              <a:buNone/>
            </a:pPr>
            <a:r>
              <a:rPr lang="pt-BR" dirty="0" smtClean="0"/>
              <a:t>Apresentado na forma de simpósio com regras RÍGIDAS definidas na </a:t>
            </a:r>
            <a:r>
              <a:rPr lang="pt-BR" dirty="0" smtClean="0"/>
              <a:t>formatação do texto.</a:t>
            </a:r>
          </a:p>
          <a:p>
            <a:pPr algn="just">
              <a:buNone/>
            </a:pPr>
            <a:endParaRPr lang="pt-BR" dirty="0" smtClean="0"/>
          </a:p>
          <a:p>
            <a:pPr algn="just"/>
            <a:r>
              <a:rPr lang="pt-BR" b="1" i="1" u="sng" dirty="0" smtClean="0"/>
              <a:t>Modelo para formatação</a:t>
            </a:r>
            <a:r>
              <a:rPr lang="pt-BR" b="1" i="1" dirty="0" smtClean="0"/>
              <a:t>: </a:t>
            </a:r>
            <a:r>
              <a:rPr lang="pt-BR" b="1" i="1" dirty="0" err="1" smtClean="0"/>
              <a:t>sict</a:t>
            </a:r>
            <a:r>
              <a:rPr lang="pt-BR" b="1" i="1" dirty="0" smtClean="0"/>
              <a:t>.</a:t>
            </a:r>
            <a:r>
              <a:rPr lang="pt-BR" b="1" i="1" dirty="0" err="1" smtClean="0"/>
              <a:t>fatecsp</a:t>
            </a:r>
            <a:r>
              <a:rPr lang="pt-BR" b="1" i="1" dirty="0" smtClean="0"/>
              <a:t>.</a:t>
            </a:r>
            <a:r>
              <a:rPr lang="pt-BR" b="1" i="1" dirty="0" err="1" smtClean="0"/>
              <a:t>br</a:t>
            </a:r>
            <a:endParaRPr lang="pt-BR" b="1" i="1" dirty="0" smtClean="0"/>
          </a:p>
          <a:p>
            <a:pPr algn="just"/>
            <a:endParaRPr lang="pt-BR" b="1" i="1" dirty="0" smtClean="0"/>
          </a:p>
          <a:p>
            <a:pPr algn="just"/>
            <a:r>
              <a:rPr lang="pt-BR" b="1" i="1" dirty="0" smtClean="0"/>
              <a:t> </a:t>
            </a:r>
            <a:r>
              <a:rPr lang="pt-BR" b="1" i="1" u="sng" dirty="0" smtClean="0"/>
              <a:t>Tema</a:t>
            </a:r>
            <a:r>
              <a:rPr lang="pt-BR" b="1" i="1" dirty="0" smtClean="0"/>
              <a:t>: </a:t>
            </a:r>
            <a:r>
              <a:rPr lang="pt-BR" dirty="0" smtClean="0"/>
              <a:t>Instalação e teste de desempenho em máquina virtual</a:t>
            </a:r>
            <a:endParaRPr lang="pt-BR" dirty="0" smtClean="0"/>
          </a:p>
          <a:p>
            <a:pPr marL="514350" indent="-514350" algn="just">
              <a:buNone/>
            </a:pPr>
            <a:endParaRPr lang="pt-BR" dirty="0" smtClean="0"/>
          </a:p>
          <a:p>
            <a:pPr algn="just">
              <a:buNone/>
            </a:pPr>
            <a:endParaRPr lang="pt-BR" dirty="0"/>
          </a:p>
          <a:p>
            <a:pPr algn="just" eaLnBrk="1" hangingPunct="1">
              <a:buFont typeface="Arial" charset="0"/>
              <a:buNone/>
            </a:pPr>
            <a:endParaRPr lang="pt-B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6624736" cy="777875"/>
          </a:xfrm>
        </p:spPr>
        <p:txBody>
          <a:bodyPr/>
          <a:lstStyle/>
          <a:p>
            <a:pPr eaLnBrk="1" hangingPunct="1"/>
            <a:r>
              <a:rPr lang="pt-BR" u="sng" dirty="0" smtClean="0">
                <a:solidFill>
                  <a:srgbClr val="FF0000"/>
                </a:solidFill>
              </a:rPr>
              <a:t>Critérios de Avaliação</a:t>
            </a:r>
          </a:p>
        </p:txBody>
      </p:sp>
      <p:sp>
        <p:nvSpPr>
          <p:cNvPr id="6147" name="Espaço Reservado para Conteúdo 2"/>
          <p:cNvSpPr>
            <a:spLocks noGrp="1"/>
          </p:cNvSpPr>
          <p:nvPr>
            <p:ph idx="1"/>
          </p:nvPr>
        </p:nvSpPr>
        <p:spPr>
          <a:xfrm>
            <a:off x="179388" y="1196752"/>
            <a:ext cx="8856662" cy="4929411"/>
          </a:xfrm>
        </p:spPr>
        <p:txBody>
          <a:bodyPr>
            <a:normAutofit/>
          </a:bodyPr>
          <a:lstStyle/>
          <a:p>
            <a:pPr algn="just"/>
            <a:r>
              <a:rPr lang="pt-BR" b="1" i="1" u="sng" dirty="0" smtClean="0"/>
              <a:t>Prova</a:t>
            </a:r>
            <a:endParaRPr lang="pt-BR" b="1" i="1" u="sng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pt-BR" b="1" i="1" dirty="0" smtClean="0"/>
              <a:t>    </a:t>
            </a:r>
            <a:r>
              <a:rPr lang="pt-BR" dirty="0" smtClean="0"/>
              <a:t>Teórica. </a:t>
            </a:r>
            <a:r>
              <a:rPr lang="pt-BR" dirty="0" smtClean="0"/>
              <a:t>Com consulta </a:t>
            </a:r>
            <a:r>
              <a:rPr lang="pt-BR" dirty="0" smtClean="0"/>
              <a:t>AOS RELATÓRIOS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dirty="0" smtClean="0"/>
              <a:t>    </a:t>
            </a:r>
            <a:r>
              <a:rPr lang="pt-BR" dirty="0" smtClean="0"/>
              <a:t>Após </a:t>
            </a:r>
            <a:r>
              <a:rPr lang="pt-BR" dirty="0" smtClean="0"/>
              <a:t>realização </a:t>
            </a:r>
            <a:r>
              <a:rPr lang="pt-BR" dirty="0" smtClean="0"/>
              <a:t>das </a:t>
            </a:r>
            <a:r>
              <a:rPr lang="pt-BR" dirty="0" smtClean="0"/>
              <a:t>atividades em sala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dirty="0" smtClean="0"/>
              <a:t>    Tema: Assuntos tratados nas experiências realizadas em laboratório; Bases teóricas de AOC.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dirty="0" smtClean="0"/>
              <a:t>Devolvida aos alunos PARA </a:t>
            </a:r>
            <a:r>
              <a:rPr lang="pt-BR" dirty="0" smtClean="0"/>
              <a:t>VISTA </a:t>
            </a:r>
            <a:r>
              <a:rPr lang="pt-BR" dirty="0" smtClean="0"/>
              <a:t>DE PROVAS, COM GABARITO e correções.</a:t>
            </a:r>
          </a:p>
          <a:p>
            <a:pPr algn="just">
              <a:buNone/>
            </a:pPr>
            <a:endParaRPr lang="pt-BR" dirty="0" smtClean="0"/>
          </a:p>
          <a:p>
            <a:pPr algn="just">
              <a:buNone/>
            </a:pPr>
            <a:endParaRPr lang="pt-BR" dirty="0"/>
          </a:p>
          <a:p>
            <a:pPr algn="just" eaLnBrk="1" hangingPunct="1">
              <a:buFont typeface="Arial" charset="0"/>
              <a:buNone/>
            </a:pPr>
            <a:endParaRPr lang="pt-B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>
                <a:solidFill>
                  <a:srgbClr val="FF0000"/>
                </a:solidFill>
              </a:rPr>
              <a:t>Frequência</a:t>
            </a:r>
          </a:p>
        </p:txBody>
      </p:sp>
      <p:sp>
        <p:nvSpPr>
          <p:cNvPr id="717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pt-BR" dirty="0" smtClean="0"/>
              <a:t>A carga horária do curso permite 5 ausências.</a:t>
            </a:r>
          </a:p>
          <a:p>
            <a:pPr algn="just" eaLnBrk="1" hangingPunct="1">
              <a:buNone/>
            </a:pPr>
            <a:r>
              <a:rPr lang="pt-BR" dirty="0" smtClean="0"/>
              <a:t>           (75% de frequência)</a:t>
            </a:r>
          </a:p>
          <a:p>
            <a:pPr algn="just" eaLnBrk="1" hangingPunct="1">
              <a:buFont typeface="Arial" charset="0"/>
              <a:buNone/>
            </a:pPr>
            <a:endParaRPr lang="pt-BR" dirty="0" smtClean="0"/>
          </a:p>
          <a:p>
            <a:pPr algn="just" eaLnBrk="1" hangingPunct="1"/>
            <a:r>
              <a:rPr lang="pt-BR" dirty="0" smtClean="0"/>
              <a:t>Seis (6) faltas: Reprovação por </a:t>
            </a:r>
            <a:r>
              <a:rPr lang="pt-BR" b="1" dirty="0" smtClean="0"/>
              <a:t>faltas</a:t>
            </a:r>
          </a:p>
          <a:p>
            <a:pPr algn="just" eaLnBrk="1" hangingPunct="1">
              <a:buFont typeface="Arial" charset="0"/>
              <a:buNone/>
            </a:pPr>
            <a:r>
              <a:rPr lang="pt-BR" dirty="0" smtClean="0"/>
              <a:t>                              Conceito: </a:t>
            </a:r>
            <a:r>
              <a:rPr lang="pt-BR" b="1" dirty="0" smtClean="0"/>
              <a:t>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537"/>
          </a:xfrm>
        </p:spPr>
        <p:txBody>
          <a:bodyPr/>
          <a:lstStyle/>
          <a:p>
            <a:r>
              <a:rPr lang="pt-BR" sz="2400" smtClean="0"/>
              <a:t>Capa do relatório</a:t>
            </a:r>
          </a:p>
        </p:txBody>
      </p:sp>
      <p:sp>
        <p:nvSpPr>
          <p:cNvPr id="819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08050"/>
            <a:ext cx="8291264" cy="54012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1800" dirty="0" smtClean="0"/>
              <a:t>Aluno: _________________________Período: M (  )/T (   )/N (   )</a:t>
            </a:r>
          </a:p>
          <a:p>
            <a:r>
              <a:rPr lang="pt-BR" sz="1800" dirty="0" smtClean="0"/>
              <a:t>            Título                               Data                    Visto do professor      </a:t>
            </a:r>
          </a:p>
          <a:p>
            <a:r>
              <a:rPr lang="pt-BR" sz="2400" dirty="0" smtClean="0"/>
              <a:t>Exp1:________________________ ;   /   /20__  Visto: ______</a:t>
            </a:r>
          </a:p>
          <a:p>
            <a:r>
              <a:rPr lang="pt-BR" sz="2400" dirty="0" smtClean="0"/>
              <a:t>Exp2:________________________ ;   /   /20</a:t>
            </a:r>
            <a:r>
              <a:rPr lang="pt-BR" sz="2400" dirty="0"/>
              <a:t>__ </a:t>
            </a:r>
            <a:r>
              <a:rPr lang="pt-BR" sz="2400" dirty="0" smtClean="0"/>
              <a:t>Visto: ______</a:t>
            </a:r>
            <a:endParaRPr lang="pt-BR" sz="2400" dirty="0"/>
          </a:p>
          <a:p>
            <a:r>
              <a:rPr lang="pt-BR" sz="2400" dirty="0" smtClean="0"/>
              <a:t>Exp3:________________________ ;   /   /20__ Visto</a:t>
            </a:r>
            <a:r>
              <a:rPr lang="pt-BR" sz="2400" dirty="0"/>
              <a:t>: </a:t>
            </a:r>
            <a:r>
              <a:rPr lang="pt-BR" sz="2400" dirty="0" smtClean="0"/>
              <a:t>______</a:t>
            </a:r>
          </a:p>
          <a:p>
            <a:r>
              <a:rPr lang="pt-BR" sz="2400" dirty="0" smtClean="0"/>
              <a:t>Exp4:________________________ ;   /   /20__ Visto: ______</a:t>
            </a:r>
            <a:endParaRPr lang="pt-BR" sz="2400" dirty="0"/>
          </a:p>
          <a:p>
            <a:r>
              <a:rPr lang="pt-BR" sz="2400" dirty="0" smtClean="0"/>
              <a:t>Exp5:________________________ ;   /   /20__ Visto: ______</a:t>
            </a:r>
          </a:p>
          <a:p>
            <a:r>
              <a:rPr lang="pt-BR" sz="2400" dirty="0" smtClean="0"/>
              <a:t>Exp6:________________________ ;   /   /20__ Visto: ______      </a:t>
            </a:r>
          </a:p>
          <a:p>
            <a:r>
              <a:rPr lang="pt-BR" sz="2400" dirty="0" smtClean="0"/>
              <a:t>Exp7:________________________ ;   /   /20__ Visto: </a:t>
            </a:r>
            <a:r>
              <a:rPr lang="pt-BR" sz="2400" dirty="0"/>
              <a:t>______      </a:t>
            </a:r>
          </a:p>
          <a:p>
            <a:r>
              <a:rPr lang="pt-BR" sz="2400" dirty="0" smtClean="0"/>
              <a:t>Exp8:________________________  ;   /   /20__Visto: </a:t>
            </a:r>
            <a:r>
              <a:rPr lang="pt-BR" sz="2400" dirty="0"/>
              <a:t>______      </a:t>
            </a:r>
          </a:p>
          <a:p>
            <a:r>
              <a:rPr lang="pt-BR" sz="2400" dirty="0" smtClean="0"/>
              <a:t>Exp9:________________________  ;   /   /20__Visto: </a:t>
            </a:r>
            <a:r>
              <a:rPr lang="pt-BR" sz="2400" dirty="0"/>
              <a:t>______      </a:t>
            </a:r>
          </a:p>
          <a:p>
            <a:r>
              <a:rPr lang="pt-BR" sz="2400" dirty="0" smtClean="0"/>
              <a:t>Exp10:_______________________   ;   /   /20__Visto: ______</a:t>
            </a:r>
          </a:p>
          <a:p>
            <a:pPr>
              <a:buNone/>
            </a:pPr>
            <a:r>
              <a:rPr lang="pt-BR" sz="2400" dirty="0" smtClean="0"/>
              <a:t>     Nota Laboratório: ___________________     </a:t>
            </a:r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Regras/roteiro para relatório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717294"/>
            <a:ext cx="8784976" cy="5289451"/>
          </a:xfrm>
        </p:spPr>
        <p:txBody>
          <a:bodyPr/>
          <a:lstStyle/>
          <a:p>
            <a:r>
              <a:rPr lang="pt-BR" dirty="0" smtClean="0"/>
              <a:t>Responder as questões na folha de relatório. As questões são os temas da avaliação.</a:t>
            </a:r>
          </a:p>
          <a:p>
            <a:r>
              <a:rPr lang="pt-BR" dirty="0" smtClean="0"/>
              <a:t>As respostas são livres. O aluno pode incluir informações que julgar relevante.</a:t>
            </a:r>
          </a:p>
          <a:p>
            <a:r>
              <a:rPr lang="pt-BR" dirty="0" smtClean="0"/>
              <a:t>Os experimentos somente serão feitos em sala.</a:t>
            </a:r>
          </a:p>
          <a:p>
            <a:r>
              <a:rPr lang="pt-BR" dirty="0" smtClean="0"/>
              <a:t>O </a:t>
            </a:r>
            <a:r>
              <a:rPr lang="pt-BR" dirty="0"/>
              <a:t>relatório deve ser feito em </a:t>
            </a:r>
            <a:r>
              <a:rPr lang="pt-BR" dirty="0" smtClean="0"/>
              <a:t>sala e pode ser complementado a qualquer momento sem </a:t>
            </a:r>
            <a:r>
              <a:rPr lang="pt-BR" smtClean="0"/>
              <a:t>prejuízo de </a:t>
            </a:r>
            <a:r>
              <a:rPr lang="pt-BR" dirty="0" smtClean="0"/>
              <a:t>nota.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36083155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445</Words>
  <Application>Microsoft Office PowerPoint</Application>
  <PresentationFormat>Apresentação na tela (4:3)</PresentationFormat>
  <Paragraphs>60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Laboratório de Hardware: Ementa </vt:lpstr>
      <vt:lpstr>Critérios de Avaliação</vt:lpstr>
      <vt:lpstr>Critérios de Avaliação</vt:lpstr>
      <vt:lpstr>Critérios de Avaliação</vt:lpstr>
      <vt:lpstr>Frequência</vt:lpstr>
      <vt:lpstr>Capa do relatório</vt:lpstr>
      <vt:lpstr>Regras/roteiro para relatório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Ementa  2014-Ementa e atividades do curso.ppt</dc:title>
  <cp:lastModifiedBy>DTI_POS_01</cp:lastModifiedBy>
  <cp:revision>15</cp:revision>
  <dcterms:modified xsi:type="dcterms:W3CDTF">2017-08-01T16:56:41Z</dcterms:modified>
</cp:coreProperties>
</file>