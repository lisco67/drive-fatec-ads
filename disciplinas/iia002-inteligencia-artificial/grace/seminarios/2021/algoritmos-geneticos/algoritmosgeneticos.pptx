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subTitle"/>
          </p:nvPr>
        </p:nvSpPr>
        <p:spPr>
          <a:xfrm>
            <a:off x="713160" y="1905840"/>
            <a:ext cx="6142320" cy="10287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13160" y="785160"/>
            <a:ext cx="6142320" cy="2702520"/>
          </a:xfrm>
          <a:prstGeom prst="rect">
            <a:avLst/>
          </a:prstGeom>
        </p:spPr>
        <p:txBody>
          <a:bodyPr tIns="91440" bIns="91440" anchor="b">
            <a:noAutofit/>
          </a:bodyPr>
          <a:p>
            <a:r>
              <a:rPr b="0" lang="pt-BR" sz="57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5700" spc="-1" strike="noStrike">
                <a:solidFill>
                  <a:srgbClr val="000000"/>
                </a:solidFill>
                <a:latin typeface="Arial"/>
              </a:rPr>
              <a:t>formato do texto do </a:t>
            </a:r>
            <a:r>
              <a:rPr b="0" lang="pt-BR" sz="57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5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roup 2"/>
          <p:cNvGrpSpPr/>
          <p:nvPr/>
        </p:nvGrpSpPr>
        <p:grpSpPr>
          <a:xfrm>
            <a:off x="7632720" y="-333360"/>
            <a:ext cx="1829160" cy="1828800"/>
            <a:chOff x="7632720" y="-333360"/>
            <a:chExt cx="1829160" cy="1828800"/>
          </a:xfrm>
        </p:grpSpPr>
        <p:sp>
          <p:nvSpPr>
            <p:cNvPr id="2" name="CustomShape 3"/>
            <p:cNvSpPr/>
            <p:nvPr/>
          </p:nvSpPr>
          <p:spPr>
            <a:xfrm>
              <a:off x="7642080" y="7848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CustomShape 4"/>
            <p:cNvSpPr/>
            <p:nvPr/>
          </p:nvSpPr>
          <p:spPr>
            <a:xfrm>
              <a:off x="7851600" y="78480"/>
              <a:ext cx="54720" cy="4680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8060760" y="7848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8269920" y="78480"/>
              <a:ext cx="55440" cy="4752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8479800" y="78480"/>
              <a:ext cx="54720" cy="4716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8689320" y="78480"/>
              <a:ext cx="54720" cy="4716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8898840" y="78480"/>
              <a:ext cx="55080" cy="4680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CustomShape 10"/>
            <p:cNvSpPr/>
            <p:nvPr/>
          </p:nvSpPr>
          <p:spPr>
            <a:xfrm>
              <a:off x="9108000" y="78480"/>
              <a:ext cx="55080" cy="4680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CustomShape 11"/>
            <p:cNvSpPr/>
            <p:nvPr/>
          </p:nvSpPr>
          <p:spPr>
            <a:xfrm>
              <a:off x="7642080" y="29772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CustomShape 12"/>
            <p:cNvSpPr/>
            <p:nvPr/>
          </p:nvSpPr>
          <p:spPr>
            <a:xfrm>
              <a:off x="7851600" y="297720"/>
              <a:ext cx="54720" cy="4680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CustomShape 13"/>
            <p:cNvSpPr/>
            <p:nvPr/>
          </p:nvSpPr>
          <p:spPr>
            <a:xfrm>
              <a:off x="8060760" y="29772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CustomShape 14"/>
            <p:cNvSpPr/>
            <p:nvPr/>
          </p:nvSpPr>
          <p:spPr>
            <a:xfrm>
              <a:off x="8269920" y="297720"/>
              <a:ext cx="55440" cy="4716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CustomShape 15"/>
            <p:cNvSpPr/>
            <p:nvPr/>
          </p:nvSpPr>
          <p:spPr>
            <a:xfrm>
              <a:off x="8479800" y="29772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CustomShape 16"/>
            <p:cNvSpPr/>
            <p:nvPr/>
          </p:nvSpPr>
          <p:spPr>
            <a:xfrm>
              <a:off x="8689320" y="297720"/>
              <a:ext cx="54720" cy="4680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CustomShape 17"/>
            <p:cNvSpPr/>
            <p:nvPr/>
          </p:nvSpPr>
          <p:spPr>
            <a:xfrm>
              <a:off x="8898840" y="29772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CustomShape 18"/>
            <p:cNvSpPr/>
            <p:nvPr/>
          </p:nvSpPr>
          <p:spPr>
            <a:xfrm>
              <a:off x="9108000" y="297720"/>
              <a:ext cx="54720" cy="4680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CustomShape 19"/>
            <p:cNvSpPr/>
            <p:nvPr/>
          </p:nvSpPr>
          <p:spPr>
            <a:xfrm>
              <a:off x="7649640" y="516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CustomShape 20"/>
            <p:cNvSpPr/>
            <p:nvPr/>
          </p:nvSpPr>
          <p:spPr>
            <a:xfrm>
              <a:off x="7859160" y="516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CustomShape 21"/>
            <p:cNvSpPr/>
            <p:nvPr/>
          </p:nvSpPr>
          <p:spPr>
            <a:xfrm>
              <a:off x="8068320" y="516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CustomShape 22"/>
            <p:cNvSpPr/>
            <p:nvPr/>
          </p:nvSpPr>
          <p:spPr>
            <a:xfrm>
              <a:off x="8269920" y="516600"/>
              <a:ext cx="55440" cy="4716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" name="CustomShape 23"/>
            <p:cNvSpPr/>
            <p:nvPr/>
          </p:nvSpPr>
          <p:spPr>
            <a:xfrm>
              <a:off x="8479800" y="51660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" name="CustomShape 24"/>
            <p:cNvSpPr/>
            <p:nvPr/>
          </p:nvSpPr>
          <p:spPr>
            <a:xfrm>
              <a:off x="8696880" y="516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CustomShape 25"/>
            <p:cNvSpPr/>
            <p:nvPr/>
          </p:nvSpPr>
          <p:spPr>
            <a:xfrm>
              <a:off x="8906400" y="516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CustomShape 26"/>
            <p:cNvSpPr/>
            <p:nvPr/>
          </p:nvSpPr>
          <p:spPr>
            <a:xfrm>
              <a:off x="9115560" y="516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" name="CustomShape 27"/>
            <p:cNvSpPr/>
            <p:nvPr/>
          </p:nvSpPr>
          <p:spPr>
            <a:xfrm>
              <a:off x="7642080" y="73548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" name="CustomShape 28"/>
            <p:cNvSpPr/>
            <p:nvPr/>
          </p:nvSpPr>
          <p:spPr>
            <a:xfrm>
              <a:off x="7851600" y="735480"/>
              <a:ext cx="54720" cy="4680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" name="CustomShape 29"/>
            <p:cNvSpPr/>
            <p:nvPr/>
          </p:nvSpPr>
          <p:spPr>
            <a:xfrm>
              <a:off x="8060760" y="73548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" name="CustomShape 30"/>
            <p:cNvSpPr/>
            <p:nvPr/>
          </p:nvSpPr>
          <p:spPr>
            <a:xfrm>
              <a:off x="8269920" y="735480"/>
              <a:ext cx="55440" cy="4716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" name="CustomShape 31"/>
            <p:cNvSpPr/>
            <p:nvPr/>
          </p:nvSpPr>
          <p:spPr>
            <a:xfrm>
              <a:off x="8479800" y="73548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CustomShape 32"/>
            <p:cNvSpPr/>
            <p:nvPr/>
          </p:nvSpPr>
          <p:spPr>
            <a:xfrm>
              <a:off x="8689320" y="735480"/>
              <a:ext cx="54720" cy="4680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CustomShape 33"/>
            <p:cNvSpPr/>
            <p:nvPr/>
          </p:nvSpPr>
          <p:spPr>
            <a:xfrm>
              <a:off x="8898840" y="735480"/>
              <a:ext cx="55080" cy="4680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" name="CustomShape 34"/>
            <p:cNvSpPr/>
            <p:nvPr/>
          </p:nvSpPr>
          <p:spPr>
            <a:xfrm>
              <a:off x="9108000" y="735480"/>
              <a:ext cx="55080" cy="4680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" name="CustomShape 35"/>
            <p:cNvSpPr/>
            <p:nvPr/>
          </p:nvSpPr>
          <p:spPr>
            <a:xfrm>
              <a:off x="7642080" y="95436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" name="CustomShape 36"/>
            <p:cNvSpPr/>
            <p:nvPr/>
          </p:nvSpPr>
          <p:spPr>
            <a:xfrm>
              <a:off x="7851600" y="954360"/>
              <a:ext cx="54720" cy="4680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" name="CustomShape 37"/>
            <p:cNvSpPr/>
            <p:nvPr/>
          </p:nvSpPr>
          <p:spPr>
            <a:xfrm>
              <a:off x="8060760" y="95436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" name="CustomShape 38"/>
            <p:cNvSpPr/>
            <p:nvPr/>
          </p:nvSpPr>
          <p:spPr>
            <a:xfrm>
              <a:off x="8269920" y="954360"/>
              <a:ext cx="55440" cy="4716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" name="CustomShape 39"/>
            <p:cNvSpPr/>
            <p:nvPr/>
          </p:nvSpPr>
          <p:spPr>
            <a:xfrm>
              <a:off x="8479800" y="95436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" name="CustomShape 40"/>
            <p:cNvSpPr/>
            <p:nvPr/>
          </p:nvSpPr>
          <p:spPr>
            <a:xfrm>
              <a:off x="8689320" y="954360"/>
              <a:ext cx="54720" cy="4680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" name="CustomShape 41"/>
            <p:cNvSpPr/>
            <p:nvPr/>
          </p:nvSpPr>
          <p:spPr>
            <a:xfrm>
              <a:off x="8898840" y="954360"/>
              <a:ext cx="55080" cy="4680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" name="CustomShape 42"/>
            <p:cNvSpPr/>
            <p:nvPr/>
          </p:nvSpPr>
          <p:spPr>
            <a:xfrm>
              <a:off x="9108000" y="954360"/>
              <a:ext cx="55080" cy="4680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" name="CustomShape 43"/>
            <p:cNvSpPr/>
            <p:nvPr/>
          </p:nvSpPr>
          <p:spPr>
            <a:xfrm>
              <a:off x="7649640" y="1173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" name="CustomShape 44"/>
            <p:cNvSpPr/>
            <p:nvPr/>
          </p:nvSpPr>
          <p:spPr>
            <a:xfrm>
              <a:off x="7859160" y="1173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CustomShape 45"/>
            <p:cNvSpPr/>
            <p:nvPr/>
          </p:nvSpPr>
          <p:spPr>
            <a:xfrm>
              <a:off x="8068320" y="1173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CustomShape 46"/>
            <p:cNvSpPr/>
            <p:nvPr/>
          </p:nvSpPr>
          <p:spPr>
            <a:xfrm>
              <a:off x="8269920" y="1173600"/>
              <a:ext cx="55440" cy="4716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" name="CustomShape 47"/>
            <p:cNvSpPr/>
            <p:nvPr/>
          </p:nvSpPr>
          <p:spPr>
            <a:xfrm>
              <a:off x="8479800" y="1173600"/>
              <a:ext cx="54720" cy="4680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CustomShape 48"/>
            <p:cNvSpPr/>
            <p:nvPr/>
          </p:nvSpPr>
          <p:spPr>
            <a:xfrm>
              <a:off x="8696880" y="1173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" name="CustomShape 49"/>
            <p:cNvSpPr/>
            <p:nvPr/>
          </p:nvSpPr>
          <p:spPr>
            <a:xfrm>
              <a:off x="8906400" y="1173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CustomShape 50"/>
            <p:cNvSpPr/>
            <p:nvPr/>
          </p:nvSpPr>
          <p:spPr>
            <a:xfrm>
              <a:off x="9115560" y="1173600"/>
              <a:ext cx="47160" cy="475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CustomShape 51"/>
            <p:cNvSpPr/>
            <p:nvPr/>
          </p:nvSpPr>
          <p:spPr>
            <a:xfrm>
              <a:off x="7649640" y="1392480"/>
              <a:ext cx="47160" cy="471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CustomShape 52"/>
            <p:cNvSpPr/>
            <p:nvPr/>
          </p:nvSpPr>
          <p:spPr>
            <a:xfrm>
              <a:off x="7859160" y="1392480"/>
              <a:ext cx="47160" cy="471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CustomShape 53"/>
            <p:cNvSpPr/>
            <p:nvPr/>
          </p:nvSpPr>
          <p:spPr>
            <a:xfrm>
              <a:off x="8068320" y="1392480"/>
              <a:ext cx="47160" cy="471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" name="CustomShape 54"/>
            <p:cNvSpPr/>
            <p:nvPr/>
          </p:nvSpPr>
          <p:spPr>
            <a:xfrm>
              <a:off x="8269920" y="1392480"/>
              <a:ext cx="55440" cy="4752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" name="CustomShape 55"/>
            <p:cNvSpPr/>
            <p:nvPr/>
          </p:nvSpPr>
          <p:spPr>
            <a:xfrm>
              <a:off x="8479800" y="1392480"/>
              <a:ext cx="54720" cy="4716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" name="CustomShape 56"/>
            <p:cNvSpPr/>
            <p:nvPr/>
          </p:nvSpPr>
          <p:spPr>
            <a:xfrm>
              <a:off x="8696880" y="1392480"/>
              <a:ext cx="47160" cy="471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" name="CustomShape 57"/>
            <p:cNvSpPr/>
            <p:nvPr/>
          </p:nvSpPr>
          <p:spPr>
            <a:xfrm>
              <a:off x="8906400" y="1392480"/>
              <a:ext cx="47160" cy="471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" name="CustomShape 58"/>
            <p:cNvSpPr/>
            <p:nvPr/>
          </p:nvSpPr>
          <p:spPr>
            <a:xfrm>
              <a:off x="9115560" y="1392480"/>
              <a:ext cx="47160" cy="471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" name="CustomShape 59"/>
            <p:cNvSpPr/>
            <p:nvPr/>
          </p:nvSpPr>
          <p:spPr>
            <a:xfrm>
              <a:off x="7632720" y="-333360"/>
              <a:ext cx="1829160" cy="1828800"/>
            </a:xfrm>
            <a:custGeom>
              <a:avLst/>
              <a:gdLst/>
              <a:ahLst/>
              <a:rect l="l" t="t" r="r" b="b"/>
              <a:pathLst>
                <a:path w="208565" h="208504">
                  <a:moveTo>
                    <a:pt x="86236" y="1"/>
                  </a:moveTo>
                  <a:cubicBezTo>
                    <a:pt x="53900" y="1"/>
                    <a:pt x="22862" y="12844"/>
                    <a:pt x="0" y="35768"/>
                  </a:cubicBezTo>
                  <a:lnTo>
                    <a:pt x="172766" y="208504"/>
                  </a:lnTo>
                  <a:cubicBezTo>
                    <a:pt x="195687" y="185645"/>
                    <a:pt x="208564" y="154560"/>
                    <a:pt x="208503" y="122151"/>
                  </a:cubicBezTo>
                  <a:cubicBezTo>
                    <a:pt x="208503" y="54684"/>
                    <a:pt x="153820" y="1"/>
                    <a:pt x="86352" y="1"/>
                  </a:cubicBezTo>
                  <a:cubicBezTo>
                    <a:pt x="86314" y="1"/>
                    <a:pt x="86275" y="1"/>
                    <a:pt x="862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CustomShape 60"/>
            <p:cNvSpPr/>
            <p:nvPr/>
          </p:nvSpPr>
          <p:spPr>
            <a:xfrm>
              <a:off x="7808040" y="-85320"/>
              <a:ext cx="1405440" cy="1405440"/>
            </a:xfrm>
            <a:custGeom>
              <a:avLst/>
              <a:gdLst/>
              <a:ahLst/>
              <a:rect l="l" t="t" r="r" b="b"/>
              <a:pathLst>
                <a:path w="160260" h="160259">
                  <a:moveTo>
                    <a:pt x="6039" y="33549"/>
                  </a:moveTo>
                  <a:cubicBezTo>
                    <a:pt x="39372" y="216"/>
                    <a:pt x="93408" y="216"/>
                    <a:pt x="126741" y="33549"/>
                  </a:cubicBezTo>
                  <a:cubicBezTo>
                    <a:pt x="160075" y="66882"/>
                    <a:pt x="160075" y="120918"/>
                    <a:pt x="126741" y="154221"/>
                  </a:cubicBezTo>
                  <a:lnTo>
                    <a:pt x="132779" y="160259"/>
                  </a:lnTo>
                  <a:cubicBezTo>
                    <a:pt x="150370" y="142668"/>
                    <a:pt x="160259" y="118792"/>
                    <a:pt x="160229" y="93900"/>
                  </a:cubicBezTo>
                  <a:cubicBezTo>
                    <a:pt x="160229" y="42021"/>
                    <a:pt x="118239" y="62"/>
                    <a:pt x="66359" y="62"/>
                  </a:cubicBezTo>
                  <a:cubicBezTo>
                    <a:pt x="41467" y="0"/>
                    <a:pt x="17592" y="9889"/>
                    <a:pt x="1" y="27511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" name="CustomShape 61"/>
            <p:cNvSpPr/>
            <p:nvPr/>
          </p:nvSpPr>
          <p:spPr>
            <a:xfrm>
              <a:off x="7860960" y="-83520"/>
              <a:ext cx="1351080" cy="1350720"/>
            </a:xfrm>
            <a:custGeom>
              <a:avLst/>
              <a:gdLst/>
              <a:ahLst/>
              <a:rect l="l" t="t" r="r" b="b"/>
              <a:pathLst>
                <a:path w="154036" h="154006">
                  <a:moveTo>
                    <a:pt x="60320" y="16914"/>
                  </a:moveTo>
                  <a:cubicBezTo>
                    <a:pt x="91374" y="16914"/>
                    <a:pt x="119378" y="35614"/>
                    <a:pt x="131269" y="64295"/>
                  </a:cubicBezTo>
                  <a:cubicBezTo>
                    <a:pt x="143161" y="92977"/>
                    <a:pt x="136630" y="126002"/>
                    <a:pt x="114664" y="147998"/>
                  </a:cubicBezTo>
                  <a:lnTo>
                    <a:pt x="120702" y="154006"/>
                  </a:lnTo>
                  <a:cubicBezTo>
                    <a:pt x="154036" y="120672"/>
                    <a:pt x="154036" y="66637"/>
                    <a:pt x="120702" y="33334"/>
                  </a:cubicBezTo>
                  <a:cubicBezTo>
                    <a:pt x="87369" y="1"/>
                    <a:pt x="33333" y="1"/>
                    <a:pt x="0" y="33334"/>
                  </a:cubicBezTo>
                  <a:lnTo>
                    <a:pt x="6038" y="39372"/>
                  </a:lnTo>
                  <a:cubicBezTo>
                    <a:pt x="20425" y="24955"/>
                    <a:pt x="39957" y="16883"/>
                    <a:pt x="60320" y="16914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" name="CustomShape 62"/>
            <p:cNvSpPr/>
            <p:nvPr/>
          </p:nvSpPr>
          <p:spPr>
            <a:xfrm>
              <a:off x="7913880" y="64440"/>
              <a:ext cx="1202400" cy="1150200"/>
            </a:xfrm>
            <a:custGeom>
              <a:avLst/>
              <a:gdLst/>
              <a:ahLst/>
              <a:rect l="l" t="t" r="r" b="b"/>
              <a:pathLst>
                <a:path w="137123" h="131147">
                  <a:moveTo>
                    <a:pt x="54282" y="62"/>
                  </a:moveTo>
                  <a:cubicBezTo>
                    <a:pt x="33919" y="0"/>
                    <a:pt x="14387" y="8103"/>
                    <a:pt x="0" y="22520"/>
                  </a:cubicBezTo>
                  <a:lnTo>
                    <a:pt x="6038" y="28558"/>
                  </a:lnTo>
                  <a:cubicBezTo>
                    <a:pt x="32687" y="1880"/>
                    <a:pt x="75909" y="1880"/>
                    <a:pt x="102588" y="28528"/>
                  </a:cubicBezTo>
                  <a:cubicBezTo>
                    <a:pt x="129236" y="55207"/>
                    <a:pt x="129236" y="98429"/>
                    <a:pt x="102588" y="125108"/>
                  </a:cubicBezTo>
                  <a:lnTo>
                    <a:pt x="108626" y="131146"/>
                  </a:lnTo>
                  <a:cubicBezTo>
                    <a:pt x="130592" y="109150"/>
                    <a:pt x="137123" y="76125"/>
                    <a:pt x="125231" y="47443"/>
                  </a:cubicBezTo>
                  <a:cubicBezTo>
                    <a:pt x="113340" y="18762"/>
                    <a:pt x="85367" y="62"/>
                    <a:pt x="54313" y="62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CustomShape 63"/>
            <p:cNvSpPr/>
            <p:nvPr/>
          </p:nvSpPr>
          <p:spPr>
            <a:xfrm>
              <a:off x="7966800" y="80640"/>
              <a:ext cx="1080360" cy="1080720"/>
            </a:xfrm>
            <a:custGeom>
              <a:avLst/>
              <a:gdLst/>
              <a:ahLst/>
              <a:rect l="l" t="t" r="r" b="b"/>
              <a:pathLst>
                <a:path w="123199" h="123229">
                  <a:moveTo>
                    <a:pt x="48244" y="15250"/>
                  </a:moveTo>
                  <a:cubicBezTo>
                    <a:pt x="72397" y="15250"/>
                    <a:pt x="94178" y="29791"/>
                    <a:pt x="103420" y="52095"/>
                  </a:cubicBezTo>
                  <a:cubicBezTo>
                    <a:pt x="112662" y="74400"/>
                    <a:pt x="107579" y="100093"/>
                    <a:pt x="90512" y="117191"/>
                  </a:cubicBezTo>
                  <a:lnTo>
                    <a:pt x="96550" y="123229"/>
                  </a:lnTo>
                  <a:cubicBezTo>
                    <a:pt x="123198" y="96550"/>
                    <a:pt x="123198" y="53328"/>
                    <a:pt x="96550" y="26679"/>
                  </a:cubicBezTo>
                  <a:cubicBezTo>
                    <a:pt x="69902" y="1"/>
                    <a:pt x="26649" y="1"/>
                    <a:pt x="0" y="26679"/>
                  </a:cubicBezTo>
                  <a:lnTo>
                    <a:pt x="6039" y="32687"/>
                  </a:lnTo>
                  <a:cubicBezTo>
                    <a:pt x="17222" y="21504"/>
                    <a:pt x="32409" y="15219"/>
                    <a:pt x="48244" y="15250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" name="CustomShape 64"/>
            <p:cNvSpPr/>
            <p:nvPr/>
          </p:nvSpPr>
          <p:spPr>
            <a:xfrm>
              <a:off x="8019720" y="214200"/>
              <a:ext cx="934560" cy="893880"/>
            </a:xfrm>
            <a:custGeom>
              <a:avLst/>
              <a:gdLst/>
              <a:ahLst/>
              <a:rect l="l" t="t" r="r" b="b"/>
              <a:pathLst>
                <a:path w="106594" h="101941">
                  <a:moveTo>
                    <a:pt x="42206" y="31"/>
                  </a:moveTo>
                  <a:cubicBezTo>
                    <a:pt x="26371" y="0"/>
                    <a:pt x="11184" y="6285"/>
                    <a:pt x="1" y="17468"/>
                  </a:cubicBezTo>
                  <a:lnTo>
                    <a:pt x="6039" y="23506"/>
                  </a:lnTo>
                  <a:cubicBezTo>
                    <a:pt x="26187" y="4560"/>
                    <a:pt x="57764" y="5053"/>
                    <a:pt x="77326" y="24615"/>
                  </a:cubicBezTo>
                  <a:cubicBezTo>
                    <a:pt x="96889" y="44178"/>
                    <a:pt x="97382" y="75755"/>
                    <a:pt x="78436" y="95903"/>
                  </a:cubicBezTo>
                  <a:lnTo>
                    <a:pt x="84474" y="101941"/>
                  </a:lnTo>
                  <a:cubicBezTo>
                    <a:pt x="101510" y="84843"/>
                    <a:pt x="106593" y="59181"/>
                    <a:pt x="97351" y="36876"/>
                  </a:cubicBezTo>
                  <a:cubicBezTo>
                    <a:pt x="88109" y="14572"/>
                    <a:pt x="66359" y="31"/>
                    <a:pt x="42206" y="31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" name="CustomShape 65"/>
            <p:cNvSpPr/>
            <p:nvPr/>
          </p:nvSpPr>
          <p:spPr>
            <a:xfrm>
              <a:off x="8072640" y="254520"/>
              <a:ext cx="801000" cy="801000"/>
            </a:xfrm>
            <a:custGeom>
              <a:avLst/>
              <a:gdLst/>
              <a:ahLst/>
              <a:rect l="l" t="t" r="r" b="b"/>
              <a:pathLst>
                <a:path w="91344" h="91344">
                  <a:moveTo>
                    <a:pt x="36168" y="12508"/>
                  </a:moveTo>
                  <a:cubicBezTo>
                    <a:pt x="53420" y="12508"/>
                    <a:pt x="68978" y="22890"/>
                    <a:pt x="75571" y="38817"/>
                  </a:cubicBezTo>
                  <a:cubicBezTo>
                    <a:pt x="82194" y="54745"/>
                    <a:pt x="78559" y="73106"/>
                    <a:pt x="66359" y="85305"/>
                  </a:cubicBezTo>
                  <a:lnTo>
                    <a:pt x="72398" y="91344"/>
                  </a:lnTo>
                  <a:cubicBezTo>
                    <a:pt x="91344" y="71165"/>
                    <a:pt x="90851" y="39618"/>
                    <a:pt x="71288" y="20056"/>
                  </a:cubicBezTo>
                  <a:cubicBezTo>
                    <a:pt x="51726" y="493"/>
                    <a:pt x="20179" y="0"/>
                    <a:pt x="1" y="18947"/>
                  </a:cubicBezTo>
                  <a:lnTo>
                    <a:pt x="6039" y="24985"/>
                  </a:lnTo>
                  <a:cubicBezTo>
                    <a:pt x="14018" y="16975"/>
                    <a:pt x="24862" y="12477"/>
                    <a:pt x="36168" y="12508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CustomShape 66"/>
            <p:cNvSpPr/>
            <p:nvPr/>
          </p:nvSpPr>
          <p:spPr>
            <a:xfrm>
              <a:off x="8125560" y="363960"/>
              <a:ext cx="668160" cy="638640"/>
            </a:xfrm>
            <a:custGeom>
              <a:avLst/>
              <a:gdLst/>
              <a:ahLst/>
              <a:rect l="l" t="t" r="r" b="b"/>
              <a:pathLst>
                <a:path w="76187" h="72829">
                  <a:moveTo>
                    <a:pt x="30160" y="31"/>
                  </a:moveTo>
                  <a:cubicBezTo>
                    <a:pt x="18854" y="0"/>
                    <a:pt x="8010" y="4498"/>
                    <a:pt x="0" y="12477"/>
                  </a:cubicBezTo>
                  <a:lnTo>
                    <a:pt x="6038" y="18515"/>
                  </a:lnTo>
                  <a:cubicBezTo>
                    <a:pt x="19378" y="5176"/>
                    <a:pt x="41004" y="5176"/>
                    <a:pt x="54313" y="18515"/>
                  </a:cubicBezTo>
                  <a:cubicBezTo>
                    <a:pt x="67653" y="31855"/>
                    <a:pt x="67653" y="53451"/>
                    <a:pt x="54313" y="66790"/>
                  </a:cubicBezTo>
                  <a:lnTo>
                    <a:pt x="60351" y="72828"/>
                  </a:lnTo>
                  <a:cubicBezTo>
                    <a:pt x="72551" y="60629"/>
                    <a:pt x="76186" y="42268"/>
                    <a:pt x="69563" y="26340"/>
                  </a:cubicBezTo>
                  <a:cubicBezTo>
                    <a:pt x="62970" y="10413"/>
                    <a:pt x="47412" y="31"/>
                    <a:pt x="30160" y="31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" name="CustomShape 67"/>
            <p:cNvSpPr/>
            <p:nvPr/>
          </p:nvSpPr>
          <p:spPr>
            <a:xfrm>
              <a:off x="8178480" y="409320"/>
              <a:ext cx="540000" cy="540000"/>
            </a:xfrm>
            <a:custGeom>
              <a:avLst/>
              <a:gdLst/>
              <a:ahLst/>
              <a:rect l="l" t="t" r="r" b="b"/>
              <a:pathLst>
                <a:path w="61615" h="61616">
                  <a:moveTo>
                    <a:pt x="24122" y="11893"/>
                  </a:moveTo>
                  <a:cubicBezTo>
                    <a:pt x="34474" y="11893"/>
                    <a:pt x="43808" y="18146"/>
                    <a:pt x="47782" y="27697"/>
                  </a:cubicBezTo>
                  <a:cubicBezTo>
                    <a:pt x="51726" y="37247"/>
                    <a:pt x="49569" y="48245"/>
                    <a:pt x="42268" y="55577"/>
                  </a:cubicBezTo>
                  <a:lnTo>
                    <a:pt x="48275" y="61615"/>
                  </a:lnTo>
                  <a:cubicBezTo>
                    <a:pt x="61615" y="48276"/>
                    <a:pt x="61615" y="26680"/>
                    <a:pt x="48275" y="13340"/>
                  </a:cubicBezTo>
                  <a:cubicBezTo>
                    <a:pt x="34966" y="1"/>
                    <a:pt x="13340" y="1"/>
                    <a:pt x="0" y="13340"/>
                  </a:cubicBezTo>
                  <a:lnTo>
                    <a:pt x="6039" y="19379"/>
                  </a:lnTo>
                  <a:cubicBezTo>
                    <a:pt x="10844" y="14573"/>
                    <a:pt x="17345" y="11893"/>
                    <a:pt x="24122" y="11893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CustomShape 68"/>
            <p:cNvSpPr/>
            <p:nvPr/>
          </p:nvSpPr>
          <p:spPr>
            <a:xfrm>
              <a:off x="8231400" y="513720"/>
              <a:ext cx="400320" cy="383040"/>
            </a:xfrm>
            <a:custGeom>
              <a:avLst/>
              <a:gdLst/>
              <a:ahLst/>
              <a:rect l="l" t="t" r="r" b="b"/>
              <a:pathLst>
                <a:path w="45688" h="43685">
                  <a:moveTo>
                    <a:pt x="18084" y="1"/>
                  </a:moveTo>
                  <a:cubicBezTo>
                    <a:pt x="11307" y="1"/>
                    <a:pt x="4806" y="2681"/>
                    <a:pt x="1" y="7487"/>
                  </a:cubicBezTo>
                  <a:lnTo>
                    <a:pt x="6039" y="13525"/>
                  </a:lnTo>
                  <a:cubicBezTo>
                    <a:pt x="12693" y="6840"/>
                    <a:pt x="23506" y="6840"/>
                    <a:pt x="30192" y="13525"/>
                  </a:cubicBezTo>
                  <a:cubicBezTo>
                    <a:pt x="36846" y="20179"/>
                    <a:pt x="36846" y="30992"/>
                    <a:pt x="30192" y="37647"/>
                  </a:cubicBezTo>
                  <a:lnTo>
                    <a:pt x="36230" y="43685"/>
                  </a:lnTo>
                  <a:cubicBezTo>
                    <a:pt x="43531" y="36353"/>
                    <a:pt x="45688" y="25355"/>
                    <a:pt x="41744" y="15805"/>
                  </a:cubicBezTo>
                  <a:cubicBezTo>
                    <a:pt x="37770" y="6254"/>
                    <a:pt x="28436" y="1"/>
                    <a:pt x="18084" y="1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CustomShape 69"/>
            <p:cNvSpPr/>
            <p:nvPr/>
          </p:nvSpPr>
          <p:spPr>
            <a:xfrm>
              <a:off x="8284320" y="573840"/>
              <a:ext cx="270000" cy="270000"/>
            </a:xfrm>
            <a:custGeom>
              <a:avLst/>
              <a:gdLst/>
              <a:ahLst/>
              <a:rect l="l" t="t" r="r" b="b"/>
              <a:pathLst>
                <a:path w="30808" h="30808">
                  <a:moveTo>
                    <a:pt x="12046" y="10229"/>
                  </a:moveTo>
                  <a:cubicBezTo>
                    <a:pt x="19625" y="10229"/>
                    <a:pt x="23445" y="19409"/>
                    <a:pt x="18115" y="24770"/>
                  </a:cubicBezTo>
                  <a:lnTo>
                    <a:pt x="24154" y="30808"/>
                  </a:lnTo>
                  <a:cubicBezTo>
                    <a:pt x="30808" y="24153"/>
                    <a:pt x="30808" y="13340"/>
                    <a:pt x="24154" y="6686"/>
                  </a:cubicBezTo>
                  <a:cubicBezTo>
                    <a:pt x="17468" y="1"/>
                    <a:pt x="6655" y="1"/>
                    <a:pt x="1" y="6686"/>
                  </a:cubicBezTo>
                  <a:lnTo>
                    <a:pt x="6039" y="12724"/>
                  </a:lnTo>
                  <a:cubicBezTo>
                    <a:pt x="7641" y="11122"/>
                    <a:pt x="9797" y="10229"/>
                    <a:pt x="12046" y="10229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CustomShape 70"/>
            <p:cNvSpPr/>
            <p:nvPr/>
          </p:nvSpPr>
          <p:spPr>
            <a:xfrm>
              <a:off x="8337240" y="663480"/>
              <a:ext cx="152280" cy="127080"/>
            </a:xfrm>
            <a:custGeom>
              <a:avLst/>
              <a:gdLst/>
              <a:ahLst/>
              <a:rect l="l" t="t" r="r" b="b"/>
              <a:pathLst>
                <a:path w="17407" h="14542">
                  <a:moveTo>
                    <a:pt x="6008" y="1"/>
                  </a:moveTo>
                  <a:cubicBezTo>
                    <a:pt x="3759" y="1"/>
                    <a:pt x="1603" y="894"/>
                    <a:pt x="1" y="2496"/>
                  </a:cubicBezTo>
                  <a:lnTo>
                    <a:pt x="12077" y="14542"/>
                  </a:lnTo>
                  <a:cubicBezTo>
                    <a:pt x="17407" y="9181"/>
                    <a:pt x="13587" y="1"/>
                    <a:pt x="6008" y="1"/>
                  </a:cubicBezTo>
                  <a:close/>
                </a:path>
              </a:pathLst>
            </a:custGeom>
            <a:noFill/>
            <a:ln w="108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0" name="CustomShape 71"/>
          <p:cNvSpPr/>
          <p:nvPr/>
        </p:nvSpPr>
        <p:spPr>
          <a:xfrm>
            <a:off x="-1583280" y="-1810800"/>
            <a:ext cx="2302920" cy="23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1" name="Group 72"/>
          <p:cNvGrpSpPr/>
          <p:nvPr/>
        </p:nvGrpSpPr>
        <p:grpSpPr>
          <a:xfrm>
            <a:off x="6931800" y="2929680"/>
            <a:ext cx="2213640" cy="2213640"/>
            <a:chOff x="6931800" y="2929680"/>
            <a:chExt cx="2213640" cy="2213640"/>
          </a:xfrm>
        </p:grpSpPr>
        <p:sp>
          <p:nvSpPr>
            <p:cNvPr id="72" name="CustomShape 73"/>
            <p:cNvSpPr/>
            <p:nvPr/>
          </p:nvSpPr>
          <p:spPr>
            <a:xfrm>
              <a:off x="6931800" y="370260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" y="135397"/>
                  </a:lnTo>
                  <a:lnTo>
                    <a:pt x="135429" y="135397"/>
                  </a:lnTo>
                  <a:lnTo>
                    <a:pt x="1354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CustomShape 74"/>
            <p:cNvSpPr/>
            <p:nvPr/>
          </p:nvSpPr>
          <p:spPr>
            <a:xfrm>
              <a:off x="6931800" y="370260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CustomShape 75"/>
            <p:cNvSpPr/>
            <p:nvPr/>
          </p:nvSpPr>
          <p:spPr>
            <a:xfrm>
              <a:off x="6955560" y="367884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CustomShape 76"/>
            <p:cNvSpPr/>
            <p:nvPr/>
          </p:nvSpPr>
          <p:spPr>
            <a:xfrm>
              <a:off x="6978600" y="3655440"/>
              <a:ext cx="1440720" cy="144072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" name="CustomShape 77"/>
            <p:cNvSpPr/>
            <p:nvPr/>
          </p:nvSpPr>
          <p:spPr>
            <a:xfrm>
              <a:off x="7002000" y="363240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CustomShape 78"/>
            <p:cNvSpPr/>
            <p:nvPr/>
          </p:nvSpPr>
          <p:spPr>
            <a:xfrm>
              <a:off x="7025760" y="360864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CustomShape 79"/>
            <p:cNvSpPr/>
            <p:nvPr/>
          </p:nvSpPr>
          <p:spPr>
            <a:xfrm>
              <a:off x="7048800" y="358560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CustomShape 80"/>
            <p:cNvSpPr/>
            <p:nvPr/>
          </p:nvSpPr>
          <p:spPr>
            <a:xfrm>
              <a:off x="7072560" y="356184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CustomShape 81"/>
            <p:cNvSpPr/>
            <p:nvPr/>
          </p:nvSpPr>
          <p:spPr>
            <a:xfrm>
              <a:off x="7095960" y="35384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CustomShape 82"/>
            <p:cNvSpPr/>
            <p:nvPr/>
          </p:nvSpPr>
          <p:spPr>
            <a:xfrm>
              <a:off x="7119360" y="3515400"/>
              <a:ext cx="1440720" cy="144072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CustomShape 83"/>
            <p:cNvSpPr/>
            <p:nvPr/>
          </p:nvSpPr>
          <p:spPr>
            <a:xfrm>
              <a:off x="7142760" y="349164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CustomShape 84"/>
            <p:cNvSpPr/>
            <p:nvPr/>
          </p:nvSpPr>
          <p:spPr>
            <a:xfrm>
              <a:off x="7166160" y="34682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CustomShape 85"/>
            <p:cNvSpPr/>
            <p:nvPr/>
          </p:nvSpPr>
          <p:spPr>
            <a:xfrm>
              <a:off x="7189560" y="344484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CustomShape 86"/>
            <p:cNvSpPr/>
            <p:nvPr/>
          </p:nvSpPr>
          <p:spPr>
            <a:xfrm>
              <a:off x="7212960" y="34214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1"/>
                  </a:moveTo>
                  <a:lnTo>
                    <a:pt x="135429" y="1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CustomShape 87"/>
            <p:cNvSpPr/>
            <p:nvPr/>
          </p:nvSpPr>
          <p:spPr>
            <a:xfrm>
              <a:off x="7236360" y="3398400"/>
              <a:ext cx="1440720" cy="144072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CustomShape 88"/>
            <p:cNvSpPr/>
            <p:nvPr/>
          </p:nvSpPr>
          <p:spPr>
            <a:xfrm>
              <a:off x="7259760" y="3374640"/>
              <a:ext cx="1440720" cy="144072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CustomShape 89"/>
            <p:cNvSpPr/>
            <p:nvPr/>
          </p:nvSpPr>
          <p:spPr>
            <a:xfrm>
              <a:off x="7283160" y="33512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CustomShape 90"/>
            <p:cNvSpPr/>
            <p:nvPr/>
          </p:nvSpPr>
          <p:spPr>
            <a:xfrm>
              <a:off x="7306560" y="332784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CustomShape 91"/>
            <p:cNvSpPr/>
            <p:nvPr/>
          </p:nvSpPr>
          <p:spPr>
            <a:xfrm>
              <a:off x="7329960" y="33044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CustomShape 92"/>
            <p:cNvSpPr/>
            <p:nvPr/>
          </p:nvSpPr>
          <p:spPr>
            <a:xfrm>
              <a:off x="7353360" y="328104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CustomShape 93"/>
            <p:cNvSpPr/>
            <p:nvPr/>
          </p:nvSpPr>
          <p:spPr>
            <a:xfrm>
              <a:off x="7376760" y="3257640"/>
              <a:ext cx="1440720" cy="144072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CustomShape 94"/>
            <p:cNvSpPr/>
            <p:nvPr/>
          </p:nvSpPr>
          <p:spPr>
            <a:xfrm>
              <a:off x="7400520" y="3234240"/>
              <a:ext cx="1440720" cy="144072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CustomShape 95"/>
            <p:cNvSpPr/>
            <p:nvPr/>
          </p:nvSpPr>
          <p:spPr>
            <a:xfrm>
              <a:off x="7423560" y="321084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1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CustomShape 96"/>
            <p:cNvSpPr/>
            <p:nvPr/>
          </p:nvSpPr>
          <p:spPr>
            <a:xfrm>
              <a:off x="7446960" y="31874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CustomShape 97"/>
            <p:cNvSpPr/>
            <p:nvPr/>
          </p:nvSpPr>
          <p:spPr>
            <a:xfrm>
              <a:off x="7470720" y="316368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CustomShape 98"/>
            <p:cNvSpPr/>
            <p:nvPr/>
          </p:nvSpPr>
          <p:spPr>
            <a:xfrm>
              <a:off x="7493760" y="31406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CustomShape 99"/>
            <p:cNvSpPr/>
            <p:nvPr/>
          </p:nvSpPr>
          <p:spPr>
            <a:xfrm>
              <a:off x="7517520" y="3117240"/>
              <a:ext cx="1440720" cy="144072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CustomShape 100"/>
            <p:cNvSpPr/>
            <p:nvPr/>
          </p:nvSpPr>
          <p:spPr>
            <a:xfrm>
              <a:off x="7540560" y="309348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" name="CustomShape 101"/>
            <p:cNvSpPr/>
            <p:nvPr/>
          </p:nvSpPr>
          <p:spPr>
            <a:xfrm>
              <a:off x="7563960" y="30704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" name="CustomShape 102"/>
            <p:cNvSpPr/>
            <p:nvPr/>
          </p:nvSpPr>
          <p:spPr>
            <a:xfrm>
              <a:off x="7587720" y="304668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CustomShape 103"/>
            <p:cNvSpPr/>
            <p:nvPr/>
          </p:nvSpPr>
          <p:spPr>
            <a:xfrm>
              <a:off x="7610760" y="30236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CustomShape 104"/>
            <p:cNvSpPr/>
            <p:nvPr/>
          </p:nvSpPr>
          <p:spPr>
            <a:xfrm>
              <a:off x="7634520" y="299988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CustomShape 105"/>
            <p:cNvSpPr/>
            <p:nvPr/>
          </p:nvSpPr>
          <p:spPr>
            <a:xfrm>
              <a:off x="7657920" y="2976480"/>
              <a:ext cx="1440720" cy="144072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CustomShape 106"/>
            <p:cNvSpPr/>
            <p:nvPr/>
          </p:nvSpPr>
          <p:spPr>
            <a:xfrm>
              <a:off x="7680960" y="2953440"/>
              <a:ext cx="1441080" cy="144072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CustomShape 107"/>
            <p:cNvSpPr/>
            <p:nvPr/>
          </p:nvSpPr>
          <p:spPr>
            <a:xfrm>
              <a:off x="7704720" y="2929680"/>
              <a:ext cx="1440720" cy="144108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7" name="CustomShape 108"/>
          <p:cNvSpPr/>
          <p:nvPr/>
        </p:nvSpPr>
        <p:spPr>
          <a:xfrm>
            <a:off x="5040720" y="4246200"/>
            <a:ext cx="308160" cy="308160"/>
          </a:xfrm>
          <a:custGeom>
            <a:avLst/>
            <a:gdLst/>
            <a:ahLst/>
            <a:rect l="l" t="t" r="r" b="b"/>
            <a:pathLst>
              <a:path w="18363" h="18363">
                <a:moveTo>
                  <a:pt x="18362" y="8850"/>
                </a:moveTo>
                <a:cubicBezTo>
                  <a:pt x="18362" y="12417"/>
                  <a:pt x="16213" y="15641"/>
                  <a:pt x="12897" y="17013"/>
                </a:cubicBezTo>
                <a:cubicBezTo>
                  <a:pt x="9604" y="18362"/>
                  <a:pt x="5808" y="17608"/>
                  <a:pt x="3270" y="15092"/>
                </a:cubicBezTo>
                <a:cubicBezTo>
                  <a:pt x="755" y="12554"/>
                  <a:pt x="0" y="8758"/>
                  <a:pt x="1372" y="5465"/>
                </a:cubicBezTo>
                <a:cubicBezTo>
                  <a:pt x="2721" y="2150"/>
                  <a:pt x="5946" y="0"/>
                  <a:pt x="9536" y="0"/>
                </a:cubicBezTo>
                <a:cubicBezTo>
                  <a:pt x="14406" y="0"/>
                  <a:pt x="18362" y="3956"/>
                  <a:pt x="18362" y="8850"/>
                </a:cubicBezTo>
                <a:close/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109"/>
          <p:cNvSpPr/>
          <p:nvPr/>
        </p:nvSpPr>
        <p:spPr>
          <a:xfrm>
            <a:off x="-585720" y="4657320"/>
            <a:ext cx="1069920" cy="1069560"/>
          </a:xfrm>
          <a:custGeom>
            <a:avLst/>
            <a:gdLst/>
            <a:ahLst/>
            <a:rect l="l" t="t" r="r" b="b"/>
            <a:pathLst>
              <a:path w="135429" h="135398">
                <a:moveTo>
                  <a:pt x="1" y="0"/>
                </a:moveTo>
                <a:lnTo>
                  <a:pt x="1" y="135397"/>
                </a:lnTo>
                <a:lnTo>
                  <a:pt x="135429" y="135397"/>
                </a:lnTo>
                <a:lnTo>
                  <a:pt x="13542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9" name="Group 110"/>
          <p:cNvGrpSpPr/>
          <p:nvPr/>
        </p:nvGrpSpPr>
        <p:grpSpPr>
          <a:xfrm>
            <a:off x="176040" y="2444040"/>
            <a:ext cx="308520" cy="458280"/>
            <a:chOff x="176040" y="2444040"/>
            <a:chExt cx="308520" cy="458280"/>
          </a:xfrm>
        </p:grpSpPr>
        <p:sp>
          <p:nvSpPr>
            <p:cNvPr id="110" name="CustomShape 111"/>
            <p:cNvSpPr/>
            <p:nvPr/>
          </p:nvSpPr>
          <p:spPr>
            <a:xfrm>
              <a:off x="176040" y="2524680"/>
              <a:ext cx="308520" cy="3085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CustomShape 112"/>
            <p:cNvSpPr/>
            <p:nvPr/>
          </p:nvSpPr>
          <p:spPr>
            <a:xfrm>
              <a:off x="335880" y="2444040"/>
              <a:ext cx="360" cy="45828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2" name="CustomShape 113"/>
          <p:cNvSpPr/>
          <p:nvPr/>
        </p:nvSpPr>
        <p:spPr>
          <a:xfrm>
            <a:off x="5348880" y="3787920"/>
            <a:ext cx="457920" cy="457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3" name="Group 114"/>
          <p:cNvGrpSpPr/>
          <p:nvPr/>
        </p:nvGrpSpPr>
        <p:grpSpPr>
          <a:xfrm>
            <a:off x="-1135080" y="4581000"/>
            <a:ext cx="1695600" cy="1695600"/>
            <a:chOff x="-1135080" y="4581000"/>
            <a:chExt cx="1695600" cy="1695600"/>
          </a:xfrm>
        </p:grpSpPr>
        <p:sp>
          <p:nvSpPr>
            <p:cNvPr id="114" name="CustomShape 115"/>
            <p:cNvSpPr/>
            <p:nvPr/>
          </p:nvSpPr>
          <p:spPr>
            <a:xfrm>
              <a:off x="-1135080" y="4581000"/>
              <a:ext cx="1695600" cy="1695600"/>
            </a:xfrm>
            <a:custGeom>
              <a:avLst/>
              <a:gdLst/>
              <a:ahLst/>
              <a:rect l="l" t="t" r="r" b="b"/>
              <a:pathLst>
                <a:path w="160260" h="160259">
                  <a:moveTo>
                    <a:pt x="6039" y="33549"/>
                  </a:moveTo>
                  <a:cubicBezTo>
                    <a:pt x="39372" y="216"/>
                    <a:pt x="93408" y="216"/>
                    <a:pt x="126741" y="33549"/>
                  </a:cubicBezTo>
                  <a:cubicBezTo>
                    <a:pt x="160075" y="66882"/>
                    <a:pt x="160075" y="120918"/>
                    <a:pt x="126741" y="154221"/>
                  </a:cubicBezTo>
                  <a:lnTo>
                    <a:pt x="132779" y="160259"/>
                  </a:lnTo>
                  <a:cubicBezTo>
                    <a:pt x="150370" y="142668"/>
                    <a:pt x="160259" y="118792"/>
                    <a:pt x="160229" y="93900"/>
                  </a:cubicBezTo>
                  <a:cubicBezTo>
                    <a:pt x="160229" y="42021"/>
                    <a:pt x="118239" y="62"/>
                    <a:pt x="66359" y="62"/>
                  </a:cubicBezTo>
                  <a:cubicBezTo>
                    <a:pt x="41467" y="0"/>
                    <a:pt x="17592" y="9889"/>
                    <a:pt x="1" y="27511"/>
                  </a:cubicBezTo>
                  <a:close/>
                </a:path>
              </a:pathLst>
            </a:custGeom>
            <a:noFill/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CustomShape 116"/>
            <p:cNvSpPr/>
            <p:nvPr/>
          </p:nvSpPr>
          <p:spPr>
            <a:xfrm>
              <a:off x="-1007280" y="4761720"/>
              <a:ext cx="1450800" cy="1387440"/>
            </a:xfrm>
            <a:custGeom>
              <a:avLst/>
              <a:gdLst/>
              <a:ahLst/>
              <a:rect l="l" t="t" r="r" b="b"/>
              <a:pathLst>
                <a:path w="137123" h="131147">
                  <a:moveTo>
                    <a:pt x="54282" y="62"/>
                  </a:moveTo>
                  <a:cubicBezTo>
                    <a:pt x="33919" y="0"/>
                    <a:pt x="14387" y="8103"/>
                    <a:pt x="0" y="22520"/>
                  </a:cubicBezTo>
                  <a:lnTo>
                    <a:pt x="6038" y="28558"/>
                  </a:lnTo>
                  <a:cubicBezTo>
                    <a:pt x="32687" y="1880"/>
                    <a:pt x="75909" y="1880"/>
                    <a:pt x="102588" y="28528"/>
                  </a:cubicBezTo>
                  <a:cubicBezTo>
                    <a:pt x="129236" y="55207"/>
                    <a:pt x="129236" y="98429"/>
                    <a:pt x="102588" y="125108"/>
                  </a:cubicBezTo>
                  <a:lnTo>
                    <a:pt x="108626" y="131146"/>
                  </a:lnTo>
                  <a:cubicBezTo>
                    <a:pt x="130592" y="109150"/>
                    <a:pt x="137123" y="76125"/>
                    <a:pt x="125231" y="47443"/>
                  </a:cubicBezTo>
                  <a:cubicBezTo>
                    <a:pt x="113340" y="18762"/>
                    <a:pt x="85367" y="62"/>
                    <a:pt x="54313" y="62"/>
                  </a:cubicBezTo>
                  <a:close/>
                </a:path>
              </a:pathLst>
            </a:custGeom>
            <a:noFill/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CustomShape 117"/>
            <p:cNvSpPr/>
            <p:nvPr/>
          </p:nvSpPr>
          <p:spPr>
            <a:xfrm>
              <a:off x="-879480" y="4942800"/>
              <a:ext cx="1127520" cy="1078560"/>
            </a:xfrm>
            <a:custGeom>
              <a:avLst/>
              <a:gdLst/>
              <a:ahLst/>
              <a:rect l="l" t="t" r="r" b="b"/>
              <a:pathLst>
                <a:path w="106594" h="101941">
                  <a:moveTo>
                    <a:pt x="42206" y="31"/>
                  </a:moveTo>
                  <a:cubicBezTo>
                    <a:pt x="26371" y="0"/>
                    <a:pt x="11184" y="6285"/>
                    <a:pt x="1" y="17468"/>
                  </a:cubicBezTo>
                  <a:lnTo>
                    <a:pt x="6039" y="23506"/>
                  </a:lnTo>
                  <a:cubicBezTo>
                    <a:pt x="26187" y="4560"/>
                    <a:pt x="57764" y="5053"/>
                    <a:pt x="77326" y="24615"/>
                  </a:cubicBezTo>
                  <a:cubicBezTo>
                    <a:pt x="96889" y="44178"/>
                    <a:pt x="97382" y="75755"/>
                    <a:pt x="78436" y="95903"/>
                  </a:cubicBezTo>
                  <a:lnTo>
                    <a:pt x="84474" y="101941"/>
                  </a:lnTo>
                  <a:cubicBezTo>
                    <a:pt x="101510" y="84843"/>
                    <a:pt x="106593" y="59181"/>
                    <a:pt x="97351" y="36876"/>
                  </a:cubicBezTo>
                  <a:cubicBezTo>
                    <a:pt x="88109" y="14572"/>
                    <a:pt x="66359" y="31"/>
                    <a:pt x="42206" y="31"/>
                  </a:cubicBezTo>
                  <a:close/>
                </a:path>
              </a:pathLst>
            </a:custGeom>
            <a:noFill/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7" name="PlaceHolder 11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3827880" cy="159948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do texto do 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title"/>
          </p:nvPr>
        </p:nvSpPr>
        <p:spPr>
          <a:xfrm>
            <a:off x="4000320" y="3313440"/>
            <a:ext cx="3433320" cy="26604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Clique para editar o formato do texto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title"/>
          </p:nvPr>
        </p:nvSpPr>
        <p:spPr>
          <a:xfrm>
            <a:off x="4000320" y="2327760"/>
            <a:ext cx="3433320" cy="26604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Clique para editar o formato do texto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title"/>
          </p:nvPr>
        </p:nvSpPr>
        <p:spPr>
          <a:xfrm>
            <a:off x="4000320" y="4304160"/>
            <a:ext cx="3433320" cy="26604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Clique para editar o formato do texto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8" name="Group 5"/>
          <p:cNvGrpSpPr/>
          <p:nvPr/>
        </p:nvGrpSpPr>
        <p:grpSpPr>
          <a:xfrm>
            <a:off x="-1181520" y="3436920"/>
            <a:ext cx="2918160" cy="2917080"/>
            <a:chOff x="-1181520" y="3436920"/>
            <a:chExt cx="2918160" cy="2917080"/>
          </a:xfrm>
        </p:grpSpPr>
        <p:sp>
          <p:nvSpPr>
            <p:cNvPr id="159" name="CustomShape 6"/>
            <p:cNvSpPr/>
            <p:nvPr/>
          </p:nvSpPr>
          <p:spPr>
            <a:xfrm>
              <a:off x="-1181520" y="3436920"/>
              <a:ext cx="2918160" cy="2917080"/>
            </a:xfrm>
            <a:custGeom>
              <a:avLst/>
              <a:gdLst/>
              <a:ahLst/>
              <a:rect l="l" t="t" r="r" b="b"/>
              <a:pathLst>
                <a:path w="208565" h="208504">
                  <a:moveTo>
                    <a:pt x="86236" y="1"/>
                  </a:moveTo>
                  <a:cubicBezTo>
                    <a:pt x="53900" y="1"/>
                    <a:pt x="22862" y="12844"/>
                    <a:pt x="0" y="35768"/>
                  </a:cubicBezTo>
                  <a:lnTo>
                    <a:pt x="172766" y="208504"/>
                  </a:lnTo>
                  <a:cubicBezTo>
                    <a:pt x="195687" y="185645"/>
                    <a:pt x="208564" y="154560"/>
                    <a:pt x="208503" y="122151"/>
                  </a:cubicBezTo>
                  <a:cubicBezTo>
                    <a:pt x="208503" y="54684"/>
                    <a:pt x="153820" y="1"/>
                    <a:pt x="86352" y="1"/>
                  </a:cubicBezTo>
                  <a:cubicBezTo>
                    <a:pt x="86314" y="1"/>
                    <a:pt x="86275" y="1"/>
                    <a:pt x="86236" y="1"/>
                  </a:cubicBezTo>
                  <a:close/>
                </a:path>
              </a:pathLst>
            </a:custGeom>
            <a:solidFill>
              <a:srgbClr val="00ff7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CustomShape 7"/>
            <p:cNvSpPr/>
            <p:nvPr/>
          </p:nvSpPr>
          <p:spPr>
            <a:xfrm>
              <a:off x="-57240" y="5026680"/>
              <a:ext cx="243360" cy="203040"/>
            </a:xfrm>
            <a:custGeom>
              <a:avLst/>
              <a:gdLst/>
              <a:ahLst/>
              <a:rect l="l" t="t" r="r" b="b"/>
              <a:pathLst>
                <a:path w="17407" h="14542">
                  <a:moveTo>
                    <a:pt x="6008" y="1"/>
                  </a:moveTo>
                  <a:cubicBezTo>
                    <a:pt x="3759" y="1"/>
                    <a:pt x="1603" y="894"/>
                    <a:pt x="1" y="2496"/>
                  </a:cubicBezTo>
                  <a:lnTo>
                    <a:pt x="12077" y="14542"/>
                  </a:lnTo>
                  <a:cubicBezTo>
                    <a:pt x="17407" y="9181"/>
                    <a:pt x="13587" y="1"/>
                    <a:pt x="6008" y="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CustomShape 8"/>
            <p:cNvSpPr/>
            <p:nvPr/>
          </p:nvSpPr>
          <p:spPr>
            <a:xfrm>
              <a:off x="-141480" y="4883760"/>
              <a:ext cx="430560" cy="430560"/>
            </a:xfrm>
            <a:custGeom>
              <a:avLst/>
              <a:gdLst/>
              <a:ahLst/>
              <a:rect l="l" t="t" r="r" b="b"/>
              <a:pathLst>
                <a:path w="30808" h="30808">
                  <a:moveTo>
                    <a:pt x="12046" y="10229"/>
                  </a:moveTo>
                  <a:cubicBezTo>
                    <a:pt x="19625" y="10229"/>
                    <a:pt x="23445" y="19409"/>
                    <a:pt x="18115" y="24770"/>
                  </a:cubicBezTo>
                  <a:lnTo>
                    <a:pt x="24154" y="30808"/>
                  </a:lnTo>
                  <a:cubicBezTo>
                    <a:pt x="30808" y="24153"/>
                    <a:pt x="30808" y="13340"/>
                    <a:pt x="24154" y="6686"/>
                  </a:cubicBezTo>
                  <a:cubicBezTo>
                    <a:pt x="17468" y="1"/>
                    <a:pt x="6655" y="1"/>
                    <a:pt x="1" y="6686"/>
                  </a:cubicBezTo>
                  <a:lnTo>
                    <a:pt x="6039" y="12724"/>
                  </a:lnTo>
                  <a:cubicBezTo>
                    <a:pt x="7641" y="11122"/>
                    <a:pt x="9797" y="10229"/>
                    <a:pt x="12046" y="10229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CustomShape 9"/>
            <p:cNvSpPr/>
            <p:nvPr/>
          </p:nvSpPr>
          <p:spPr>
            <a:xfrm>
              <a:off x="-226080" y="4788000"/>
              <a:ext cx="639000" cy="610920"/>
            </a:xfrm>
            <a:custGeom>
              <a:avLst/>
              <a:gdLst/>
              <a:ahLst/>
              <a:rect l="l" t="t" r="r" b="b"/>
              <a:pathLst>
                <a:path w="45688" h="43685">
                  <a:moveTo>
                    <a:pt x="18084" y="1"/>
                  </a:moveTo>
                  <a:cubicBezTo>
                    <a:pt x="11307" y="1"/>
                    <a:pt x="4806" y="2681"/>
                    <a:pt x="1" y="7487"/>
                  </a:cubicBezTo>
                  <a:lnTo>
                    <a:pt x="6039" y="13525"/>
                  </a:lnTo>
                  <a:cubicBezTo>
                    <a:pt x="12693" y="6840"/>
                    <a:pt x="23506" y="6840"/>
                    <a:pt x="30192" y="13525"/>
                  </a:cubicBezTo>
                  <a:cubicBezTo>
                    <a:pt x="36846" y="20179"/>
                    <a:pt x="36846" y="30992"/>
                    <a:pt x="30192" y="37647"/>
                  </a:cubicBezTo>
                  <a:lnTo>
                    <a:pt x="36230" y="43685"/>
                  </a:lnTo>
                  <a:cubicBezTo>
                    <a:pt x="43531" y="36353"/>
                    <a:pt x="45688" y="25355"/>
                    <a:pt x="41744" y="15805"/>
                  </a:cubicBezTo>
                  <a:cubicBezTo>
                    <a:pt x="37770" y="6254"/>
                    <a:pt x="28436" y="1"/>
                    <a:pt x="18084" y="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CustomShape 10"/>
            <p:cNvSpPr/>
            <p:nvPr/>
          </p:nvSpPr>
          <p:spPr>
            <a:xfrm>
              <a:off x="-310680" y="4621680"/>
              <a:ext cx="861840" cy="861840"/>
            </a:xfrm>
            <a:custGeom>
              <a:avLst/>
              <a:gdLst/>
              <a:ahLst/>
              <a:rect l="l" t="t" r="r" b="b"/>
              <a:pathLst>
                <a:path w="61615" h="61616">
                  <a:moveTo>
                    <a:pt x="24122" y="11893"/>
                  </a:moveTo>
                  <a:cubicBezTo>
                    <a:pt x="34474" y="11893"/>
                    <a:pt x="43808" y="18146"/>
                    <a:pt x="47782" y="27697"/>
                  </a:cubicBezTo>
                  <a:cubicBezTo>
                    <a:pt x="51726" y="37247"/>
                    <a:pt x="49569" y="48245"/>
                    <a:pt x="42268" y="55577"/>
                  </a:cubicBezTo>
                  <a:lnTo>
                    <a:pt x="48275" y="61615"/>
                  </a:lnTo>
                  <a:cubicBezTo>
                    <a:pt x="61615" y="48276"/>
                    <a:pt x="61615" y="26680"/>
                    <a:pt x="48275" y="13340"/>
                  </a:cubicBezTo>
                  <a:cubicBezTo>
                    <a:pt x="34966" y="1"/>
                    <a:pt x="13340" y="1"/>
                    <a:pt x="0" y="13340"/>
                  </a:cubicBezTo>
                  <a:lnTo>
                    <a:pt x="6039" y="19379"/>
                  </a:lnTo>
                  <a:cubicBezTo>
                    <a:pt x="10844" y="14573"/>
                    <a:pt x="17345" y="11893"/>
                    <a:pt x="24122" y="11893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CustomShape 11"/>
            <p:cNvSpPr/>
            <p:nvPr/>
          </p:nvSpPr>
          <p:spPr>
            <a:xfrm>
              <a:off x="-394920" y="4548960"/>
              <a:ext cx="1065600" cy="1018800"/>
            </a:xfrm>
            <a:custGeom>
              <a:avLst/>
              <a:gdLst/>
              <a:ahLst/>
              <a:rect l="l" t="t" r="r" b="b"/>
              <a:pathLst>
                <a:path w="76187" h="72829">
                  <a:moveTo>
                    <a:pt x="30160" y="31"/>
                  </a:moveTo>
                  <a:cubicBezTo>
                    <a:pt x="18854" y="0"/>
                    <a:pt x="8010" y="4498"/>
                    <a:pt x="0" y="12477"/>
                  </a:cubicBezTo>
                  <a:lnTo>
                    <a:pt x="6038" y="18515"/>
                  </a:lnTo>
                  <a:cubicBezTo>
                    <a:pt x="19378" y="5176"/>
                    <a:pt x="41004" y="5176"/>
                    <a:pt x="54313" y="18515"/>
                  </a:cubicBezTo>
                  <a:cubicBezTo>
                    <a:pt x="67653" y="31855"/>
                    <a:pt x="67653" y="53451"/>
                    <a:pt x="54313" y="66790"/>
                  </a:cubicBezTo>
                  <a:lnTo>
                    <a:pt x="60351" y="72828"/>
                  </a:lnTo>
                  <a:cubicBezTo>
                    <a:pt x="72551" y="60629"/>
                    <a:pt x="76186" y="42268"/>
                    <a:pt x="69563" y="26340"/>
                  </a:cubicBezTo>
                  <a:cubicBezTo>
                    <a:pt x="62970" y="10413"/>
                    <a:pt x="47412" y="31"/>
                    <a:pt x="30160" y="3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CustomShape 12"/>
            <p:cNvSpPr/>
            <p:nvPr/>
          </p:nvSpPr>
          <p:spPr>
            <a:xfrm>
              <a:off x="-479160" y="4374720"/>
              <a:ext cx="1277640" cy="1277640"/>
            </a:xfrm>
            <a:custGeom>
              <a:avLst/>
              <a:gdLst/>
              <a:ahLst/>
              <a:rect l="l" t="t" r="r" b="b"/>
              <a:pathLst>
                <a:path w="91344" h="91344">
                  <a:moveTo>
                    <a:pt x="36168" y="12508"/>
                  </a:moveTo>
                  <a:cubicBezTo>
                    <a:pt x="53420" y="12508"/>
                    <a:pt x="68978" y="22890"/>
                    <a:pt x="75571" y="38817"/>
                  </a:cubicBezTo>
                  <a:cubicBezTo>
                    <a:pt x="82194" y="54745"/>
                    <a:pt x="78559" y="73106"/>
                    <a:pt x="66359" y="85305"/>
                  </a:cubicBezTo>
                  <a:lnTo>
                    <a:pt x="72398" y="91344"/>
                  </a:lnTo>
                  <a:cubicBezTo>
                    <a:pt x="91344" y="71165"/>
                    <a:pt x="90851" y="39618"/>
                    <a:pt x="71288" y="20056"/>
                  </a:cubicBezTo>
                  <a:cubicBezTo>
                    <a:pt x="51726" y="493"/>
                    <a:pt x="20179" y="0"/>
                    <a:pt x="1" y="18947"/>
                  </a:cubicBezTo>
                  <a:lnTo>
                    <a:pt x="6039" y="24985"/>
                  </a:lnTo>
                  <a:cubicBezTo>
                    <a:pt x="14018" y="16975"/>
                    <a:pt x="24862" y="12477"/>
                    <a:pt x="36168" y="12508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CustomShape 13"/>
            <p:cNvSpPr/>
            <p:nvPr/>
          </p:nvSpPr>
          <p:spPr>
            <a:xfrm>
              <a:off x="-563760" y="4310280"/>
              <a:ext cx="1491120" cy="1425960"/>
            </a:xfrm>
            <a:custGeom>
              <a:avLst/>
              <a:gdLst/>
              <a:ahLst/>
              <a:rect l="l" t="t" r="r" b="b"/>
              <a:pathLst>
                <a:path w="106594" h="101941">
                  <a:moveTo>
                    <a:pt x="42206" y="31"/>
                  </a:moveTo>
                  <a:cubicBezTo>
                    <a:pt x="26371" y="0"/>
                    <a:pt x="11184" y="6285"/>
                    <a:pt x="1" y="17468"/>
                  </a:cubicBezTo>
                  <a:lnTo>
                    <a:pt x="6039" y="23506"/>
                  </a:lnTo>
                  <a:cubicBezTo>
                    <a:pt x="26187" y="4560"/>
                    <a:pt x="57764" y="5053"/>
                    <a:pt x="77326" y="24615"/>
                  </a:cubicBezTo>
                  <a:cubicBezTo>
                    <a:pt x="96889" y="44178"/>
                    <a:pt x="97382" y="75755"/>
                    <a:pt x="78436" y="95903"/>
                  </a:cubicBezTo>
                  <a:lnTo>
                    <a:pt x="84474" y="101941"/>
                  </a:lnTo>
                  <a:cubicBezTo>
                    <a:pt x="101510" y="84843"/>
                    <a:pt x="106593" y="59181"/>
                    <a:pt x="97351" y="36876"/>
                  </a:cubicBezTo>
                  <a:cubicBezTo>
                    <a:pt x="88109" y="14572"/>
                    <a:pt x="66359" y="31"/>
                    <a:pt x="42206" y="3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CustomShape 14"/>
            <p:cNvSpPr/>
            <p:nvPr/>
          </p:nvSpPr>
          <p:spPr>
            <a:xfrm>
              <a:off x="-648000" y="4097520"/>
              <a:ext cx="1723680" cy="1724040"/>
            </a:xfrm>
            <a:custGeom>
              <a:avLst/>
              <a:gdLst/>
              <a:ahLst/>
              <a:rect l="l" t="t" r="r" b="b"/>
              <a:pathLst>
                <a:path w="123199" h="123229">
                  <a:moveTo>
                    <a:pt x="48244" y="15250"/>
                  </a:moveTo>
                  <a:cubicBezTo>
                    <a:pt x="72397" y="15250"/>
                    <a:pt x="94178" y="29791"/>
                    <a:pt x="103420" y="52095"/>
                  </a:cubicBezTo>
                  <a:cubicBezTo>
                    <a:pt x="112662" y="74400"/>
                    <a:pt x="107579" y="100093"/>
                    <a:pt x="90512" y="117191"/>
                  </a:cubicBezTo>
                  <a:lnTo>
                    <a:pt x="96550" y="123229"/>
                  </a:lnTo>
                  <a:cubicBezTo>
                    <a:pt x="123198" y="96550"/>
                    <a:pt x="123198" y="53328"/>
                    <a:pt x="96550" y="26679"/>
                  </a:cubicBezTo>
                  <a:cubicBezTo>
                    <a:pt x="69902" y="1"/>
                    <a:pt x="26649" y="1"/>
                    <a:pt x="0" y="26679"/>
                  </a:cubicBezTo>
                  <a:lnTo>
                    <a:pt x="6039" y="32687"/>
                  </a:lnTo>
                  <a:cubicBezTo>
                    <a:pt x="17222" y="21504"/>
                    <a:pt x="32409" y="15219"/>
                    <a:pt x="48244" y="15250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CustomShape 15"/>
            <p:cNvSpPr/>
            <p:nvPr/>
          </p:nvSpPr>
          <p:spPr>
            <a:xfrm>
              <a:off x="-732600" y="4071240"/>
              <a:ext cx="1918440" cy="1834560"/>
            </a:xfrm>
            <a:custGeom>
              <a:avLst/>
              <a:gdLst/>
              <a:ahLst/>
              <a:rect l="l" t="t" r="r" b="b"/>
              <a:pathLst>
                <a:path w="137123" h="131147">
                  <a:moveTo>
                    <a:pt x="54282" y="62"/>
                  </a:moveTo>
                  <a:cubicBezTo>
                    <a:pt x="33919" y="0"/>
                    <a:pt x="14387" y="8103"/>
                    <a:pt x="0" y="22520"/>
                  </a:cubicBezTo>
                  <a:lnTo>
                    <a:pt x="6038" y="28558"/>
                  </a:lnTo>
                  <a:cubicBezTo>
                    <a:pt x="32687" y="1880"/>
                    <a:pt x="75909" y="1880"/>
                    <a:pt x="102588" y="28528"/>
                  </a:cubicBezTo>
                  <a:cubicBezTo>
                    <a:pt x="129236" y="55207"/>
                    <a:pt x="129236" y="98429"/>
                    <a:pt x="102588" y="125108"/>
                  </a:cubicBezTo>
                  <a:lnTo>
                    <a:pt x="108626" y="131146"/>
                  </a:lnTo>
                  <a:cubicBezTo>
                    <a:pt x="130592" y="109150"/>
                    <a:pt x="137123" y="76125"/>
                    <a:pt x="125231" y="47443"/>
                  </a:cubicBezTo>
                  <a:cubicBezTo>
                    <a:pt x="113340" y="18762"/>
                    <a:pt x="85367" y="62"/>
                    <a:pt x="54313" y="62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CustomShape 16"/>
            <p:cNvSpPr/>
            <p:nvPr/>
          </p:nvSpPr>
          <p:spPr>
            <a:xfrm>
              <a:off x="-817200" y="3835440"/>
              <a:ext cx="2154960" cy="2154600"/>
            </a:xfrm>
            <a:custGeom>
              <a:avLst/>
              <a:gdLst/>
              <a:ahLst/>
              <a:rect l="l" t="t" r="r" b="b"/>
              <a:pathLst>
                <a:path w="154036" h="154006">
                  <a:moveTo>
                    <a:pt x="60320" y="16914"/>
                  </a:moveTo>
                  <a:cubicBezTo>
                    <a:pt x="91374" y="16914"/>
                    <a:pt x="119378" y="35614"/>
                    <a:pt x="131269" y="64295"/>
                  </a:cubicBezTo>
                  <a:cubicBezTo>
                    <a:pt x="143161" y="92977"/>
                    <a:pt x="136630" y="126002"/>
                    <a:pt x="114664" y="147998"/>
                  </a:cubicBezTo>
                  <a:lnTo>
                    <a:pt x="120702" y="154006"/>
                  </a:lnTo>
                  <a:cubicBezTo>
                    <a:pt x="154036" y="120672"/>
                    <a:pt x="154036" y="66637"/>
                    <a:pt x="120702" y="33334"/>
                  </a:cubicBezTo>
                  <a:cubicBezTo>
                    <a:pt x="87369" y="1"/>
                    <a:pt x="33333" y="1"/>
                    <a:pt x="0" y="33334"/>
                  </a:cubicBezTo>
                  <a:lnTo>
                    <a:pt x="6038" y="39372"/>
                  </a:lnTo>
                  <a:cubicBezTo>
                    <a:pt x="20425" y="24955"/>
                    <a:pt x="39957" y="16883"/>
                    <a:pt x="60320" y="16914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CustomShape 17"/>
            <p:cNvSpPr/>
            <p:nvPr/>
          </p:nvSpPr>
          <p:spPr>
            <a:xfrm>
              <a:off x="-901440" y="3832200"/>
              <a:ext cx="2242080" cy="2242080"/>
            </a:xfrm>
            <a:custGeom>
              <a:avLst/>
              <a:gdLst/>
              <a:ahLst/>
              <a:rect l="l" t="t" r="r" b="b"/>
              <a:pathLst>
                <a:path w="160260" h="160259">
                  <a:moveTo>
                    <a:pt x="6039" y="33549"/>
                  </a:moveTo>
                  <a:cubicBezTo>
                    <a:pt x="39372" y="216"/>
                    <a:pt x="93408" y="216"/>
                    <a:pt x="126741" y="33549"/>
                  </a:cubicBezTo>
                  <a:cubicBezTo>
                    <a:pt x="160075" y="66882"/>
                    <a:pt x="160075" y="120918"/>
                    <a:pt x="126741" y="154221"/>
                  </a:cubicBezTo>
                  <a:lnTo>
                    <a:pt x="132779" y="160259"/>
                  </a:lnTo>
                  <a:cubicBezTo>
                    <a:pt x="150370" y="142668"/>
                    <a:pt x="160259" y="118792"/>
                    <a:pt x="160229" y="93900"/>
                  </a:cubicBezTo>
                  <a:cubicBezTo>
                    <a:pt x="160229" y="42021"/>
                    <a:pt x="118239" y="62"/>
                    <a:pt x="66359" y="62"/>
                  </a:cubicBezTo>
                  <a:cubicBezTo>
                    <a:pt x="41467" y="0"/>
                    <a:pt x="17592" y="9889"/>
                    <a:pt x="1" y="2751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1" name="CustomShape 18"/>
          <p:cNvSpPr/>
          <p:nvPr/>
        </p:nvSpPr>
        <p:spPr>
          <a:xfrm>
            <a:off x="7936920" y="-330120"/>
            <a:ext cx="1352160" cy="135216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2" name="Group 19"/>
          <p:cNvGrpSpPr/>
          <p:nvPr/>
        </p:nvGrpSpPr>
        <p:grpSpPr>
          <a:xfrm>
            <a:off x="8451000" y="183960"/>
            <a:ext cx="323640" cy="323640"/>
            <a:chOff x="8451000" y="183960"/>
            <a:chExt cx="323640" cy="323640"/>
          </a:xfrm>
        </p:grpSpPr>
        <p:sp>
          <p:nvSpPr>
            <p:cNvPr id="173" name="CustomShape 20"/>
            <p:cNvSpPr/>
            <p:nvPr/>
          </p:nvSpPr>
          <p:spPr>
            <a:xfrm>
              <a:off x="8452800" y="197640"/>
              <a:ext cx="308520" cy="3085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24"/>
                  </a:cubicBezTo>
                  <a:cubicBezTo>
                    <a:pt x="14430" y="24"/>
                    <a:pt x="18363" y="3957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CustomShape 21"/>
            <p:cNvSpPr/>
            <p:nvPr/>
          </p:nvSpPr>
          <p:spPr>
            <a:xfrm>
              <a:off x="8451000" y="183960"/>
              <a:ext cx="323640" cy="323640"/>
            </a:xfrm>
            <a:custGeom>
              <a:avLst/>
              <a:gdLst/>
              <a:ahLst/>
              <a:rect l="l" t="t" r="r" b="b"/>
              <a:pathLst>
                <a:path w="19300" h="19301">
                  <a:moveTo>
                    <a:pt x="19300" y="19300"/>
                  </a:moveTo>
                  <a:lnTo>
                    <a:pt x="0" y="1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CustomShape 22"/>
            <p:cNvSpPr/>
            <p:nvPr/>
          </p:nvSpPr>
          <p:spPr>
            <a:xfrm>
              <a:off x="8451000" y="183960"/>
              <a:ext cx="323640" cy="323640"/>
            </a:xfrm>
            <a:custGeom>
              <a:avLst/>
              <a:gdLst/>
              <a:ahLst/>
              <a:rect l="l" t="t" r="r" b="b"/>
              <a:pathLst>
                <a:path w="19300" h="19301">
                  <a:moveTo>
                    <a:pt x="19300" y="1"/>
                  </a:moveTo>
                  <a:lnTo>
                    <a:pt x="0" y="1930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6" name="PlaceHolder 2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8321040" y="4478400"/>
            <a:ext cx="1600920" cy="9295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14" name="Group 2"/>
          <p:cNvGrpSpPr/>
          <p:nvPr/>
        </p:nvGrpSpPr>
        <p:grpSpPr>
          <a:xfrm>
            <a:off x="8123760" y="4270320"/>
            <a:ext cx="1671480" cy="1496160"/>
            <a:chOff x="8123760" y="4270320"/>
            <a:chExt cx="1671480" cy="1496160"/>
          </a:xfrm>
        </p:grpSpPr>
        <p:sp>
          <p:nvSpPr>
            <p:cNvPr id="215" name="CustomShape 3"/>
            <p:cNvSpPr/>
            <p:nvPr/>
          </p:nvSpPr>
          <p:spPr>
            <a:xfrm>
              <a:off x="8123760" y="427032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CustomShape 4"/>
            <p:cNvSpPr/>
            <p:nvPr/>
          </p:nvSpPr>
          <p:spPr>
            <a:xfrm>
              <a:off x="8353800" y="4270320"/>
              <a:ext cx="60120" cy="5148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CustomShape 5"/>
            <p:cNvSpPr/>
            <p:nvPr/>
          </p:nvSpPr>
          <p:spPr>
            <a:xfrm>
              <a:off x="8583840" y="427032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CustomShape 6"/>
            <p:cNvSpPr/>
            <p:nvPr/>
          </p:nvSpPr>
          <p:spPr>
            <a:xfrm>
              <a:off x="8813520" y="4270320"/>
              <a:ext cx="61200" cy="5220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CustomShape 7"/>
            <p:cNvSpPr/>
            <p:nvPr/>
          </p:nvSpPr>
          <p:spPr>
            <a:xfrm>
              <a:off x="9044280" y="4270320"/>
              <a:ext cx="60120" cy="5184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CustomShape 8"/>
            <p:cNvSpPr/>
            <p:nvPr/>
          </p:nvSpPr>
          <p:spPr>
            <a:xfrm>
              <a:off x="9274320" y="4270320"/>
              <a:ext cx="60120" cy="5184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CustomShape 9"/>
            <p:cNvSpPr/>
            <p:nvPr/>
          </p:nvSpPr>
          <p:spPr>
            <a:xfrm>
              <a:off x="9504720" y="4270320"/>
              <a:ext cx="60480" cy="5148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CustomShape 10"/>
            <p:cNvSpPr/>
            <p:nvPr/>
          </p:nvSpPr>
          <p:spPr>
            <a:xfrm>
              <a:off x="9734760" y="4270320"/>
              <a:ext cx="60480" cy="5148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CustomShape 11"/>
            <p:cNvSpPr/>
            <p:nvPr/>
          </p:nvSpPr>
          <p:spPr>
            <a:xfrm>
              <a:off x="8123760" y="451116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CustomShape 12"/>
            <p:cNvSpPr/>
            <p:nvPr/>
          </p:nvSpPr>
          <p:spPr>
            <a:xfrm>
              <a:off x="8353800" y="4511160"/>
              <a:ext cx="60120" cy="5148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" name="CustomShape 13"/>
            <p:cNvSpPr/>
            <p:nvPr/>
          </p:nvSpPr>
          <p:spPr>
            <a:xfrm>
              <a:off x="8583840" y="451116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CustomShape 14"/>
            <p:cNvSpPr/>
            <p:nvPr/>
          </p:nvSpPr>
          <p:spPr>
            <a:xfrm>
              <a:off x="8813520" y="4511160"/>
              <a:ext cx="61200" cy="5220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CustomShape 15"/>
            <p:cNvSpPr/>
            <p:nvPr/>
          </p:nvSpPr>
          <p:spPr>
            <a:xfrm>
              <a:off x="9044280" y="451116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CustomShape 16"/>
            <p:cNvSpPr/>
            <p:nvPr/>
          </p:nvSpPr>
          <p:spPr>
            <a:xfrm>
              <a:off x="9274320" y="4511160"/>
              <a:ext cx="60120" cy="5148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CustomShape 17"/>
            <p:cNvSpPr/>
            <p:nvPr/>
          </p:nvSpPr>
          <p:spPr>
            <a:xfrm>
              <a:off x="9504720" y="451116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" name="CustomShape 18"/>
            <p:cNvSpPr/>
            <p:nvPr/>
          </p:nvSpPr>
          <p:spPr>
            <a:xfrm>
              <a:off x="9734760" y="4511160"/>
              <a:ext cx="60120" cy="5148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1" name="CustomShape 19"/>
            <p:cNvSpPr/>
            <p:nvPr/>
          </p:nvSpPr>
          <p:spPr>
            <a:xfrm>
              <a:off x="8132040" y="47516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CustomShape 20"/>
            <p:cNvSpPr/>
            <p:nvPr/>
          </p:nvSpPr>
          <p:spPr>
            <a:xfrm>
              <a:off x="8362080" y="47516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" name="CustomShape 21"/>
            <p:cNvSpPr/>
            <p:nvPr/>
          </p:nvSpPr>
          <p:spPr>
            <a:xfrm>
              <a:off x="8592480" y="47516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CustomShape 22"/>
            <p:cNvSpPr/>
            <p:nvPr/>
          </p:nvSpPr>
          <p:spPr>
            <a:xfrm>
              <a:off x="8813520" y="4752000"/>
              <a:ext cx="60840" cy="5184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CustomShape 23"/>
            <p:cNvSpPr/>
            <p:nvPr/>
          </p:nvSpPr>
          <p:spPr>
            <a:xfrm>
              <a:off x="9044280" y="475200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" name="CustomShape 24"/>
            <p:cNvSpPr/>
            <p:nvPr/>
          </p:nvSpPr>
          <p:spPr>
            <a:xfrm>
              <a:off x="9282960" y="47516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CustomShape 25"/>
            <p:cNvSpPr/>
            <p:nvPr/>
          </p:nvSpPr>
          <p:spPr>
            <a:xfrm>
              <a:off x="9513000" y="47516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CustomShape 26"/>
            <p:cNvSpPr/>
            <p:nvPr/>
          </p:nvSpPr>
          <p:spPr>
            <a:xfrm>
              <a:off x="9743040" y="47516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CustomShape 27"/>
            <p:cNvSpPr/>
            <p:nvPr/>
          </p:nvSpPr>
          <p:spPr>
            <a:xfrm>
              <a:off x="8123760" y="499248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0" name="CustomShape 28"/>
            <p:cNvSpPr/>
            <p:nvPr/>
          </p:nvSpPr>
          <p:spPr>
            <a:xfrm>
              <a:off x="8353800" y="4992480"/>
              <a:ext cx="60120" cy="5148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CustomShape 29"/>
            <p:cNvSpPr/>
            <p:nvPr/>
          </p:nvSpPr>
          <p:spPr>
            <a:xfrm>
              <a:off x="8583840" y="499248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CustomShape 30"/>
            <p:cNvSpPr/>
            <p:nvPr/>
          </p:nvSpPr>
          <p:spPr>
            <a:xfrm>
              <a:off x="8813520" y="4992480"/>
              <a:ext cx="60840" cy="5184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CustomShape 31"/>
            <p:cNvSpPr/>
            <p:nvPr/>
          </p:nvSpPr>
          <p:spPr>
            <a:xfrm>
              <a:off x="9044280" y="499248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CustomShape 32"/>
            <p:cNvSpPr/>
            <p:nvPr/>
          </p:nvSpPr>
          <p:spPr>
            <a:xfrm>
              <a:off x="9274320" y="4992480"/>
              <a:ext cx="60120" cy="5148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CustomShape 33"/>
            <p:cNvSpPr/>
            <p:nvPr/>
          </p:nvSpPr>
          <p:spPr>
            <a:xfrm>
              <a:off x="9504720" y="4992480"/>
              <a:ext cx="60480" cy="5148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CustomShape 34"/>
            <p:cNvSpPr/>
            <p:nvPr/>
          </p:nvSpPr>
          <p:spPr>
            <a:xfrm>
              <a:off x="9734760" y="4992480"/>
              <a:ext cx="60480" cy="5148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CustomShape 35"/>
            <p:cNvSpPr/>
            <p:nvPr/>
          </p:nvSpPr>
          <p:spPr>
            <a:xfrm>
              <a:off x="8123760" y="523296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CustomShape 36"/>
            <p:cNvSpPr/>
            <p:nvPr/>
          </p:nvSpPr>
          <p:spPr>
            <a:xfrm>
              <a:off x="8353800" y="5232960"/>
              <a:ext cx="60120" cy="5148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" name="CustomShape 37"/>
            <p:cNvSpPr/>
            <p:nvPr/>
          </p:nvSpPr>
          <p:spPr>
            <a:xfrm>
              <a:off x="8583840" y="523296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CustomShape 38"/>
            <p:cNvSpPr/>
            <p:nvPr/>
          </p:nvSpPr>
          <p:spPr>
            <a:xfrm>
              <a:off x="8813520" y="5232960"/>
              <a:ext cx="60840" cy="5220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CustomShape 39"/>
            <p:cNvSpPr/>
            <p:nvPr/>
          </p:nvSpPr>
          <p:spPr>
            <a:xfrm>
              <a:off x="9044280" y="523296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CustomShape 40"/>
            <p:cNvSpPr/>
            <p:nvPr/>
          </p:nvSpPr>
          <p:spPr>
            <a:xfrm>
              <a:off x="9274320" y="5232960"/>
              <a:ext cx="60120" cy="5148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CustomShape 41"/>
            <p:cNvSpPr/>
            <p:nvPr/>
          </p:nvSpPr>
          <p:spPr>
            <a:xfrm>
              <a:off x="9504720" y="5232960"/>
              <a:ext cx="60480" cy="5148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CustomShape 42"/>
            <p:cNvSpPr/>
            <p:nvPr/>
          </p:nvSpPr>
          <p:spPr>
            <a:xfrm>
              <a:off x="9734760" y="5232960"/>
              <a:ext cx="60480" cy="5148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CustomShape 43"/>
            <p:cNvSpPr/>
            <p:nvPr/>
          </p:nvSpPr>
          <p:spPr>
            <a:xfrm>
              <a:off x="8132040" y="54734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CustomShape 44"/>
            <p:cNvSpPr/>
            <p:nvPr/>
          </p:nvSpPr>
          <p:spPr>
            <a:xfrm>
              <a:off x="8362080" y="54734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CustomShape 45"/>
            <p:cNvSpPr/>
            <p:nvPr/>
          </p:nvSpPr>
          <p:spPr>
            <a:xfrm>
              <a:off x="8592480" y="54734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CustomShape 46"/>
            <p:cNvSpPr/>
            <p:nvPr/>
          </p:nvSpPr>
          <p:spPr>
            <a:xfrm>
              <a:off x="8813520" y="5473800"/>
              <a:ext cx="61200" cy="5220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CustomShape 47"/>
            <p:cNvSpPr/>
            <p:nvPr/>
          </p:nvSpPr>
          <p:spPr>
            <a:xfrm>
              <a:off x="9044280" y="5473800"/>
              <a:ext cx="60120" cy="514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" name="CustomShape 48"/>
            <p:cNvSpPr/>
            <p:nvPr/>
          </p:nvSpPr>
          <p:spPr>
            <a:xfrm>
              <a:off x="9282960" y="54734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CustomShape 49"/>
            <p:cNvSpPr/>
            <p:nvPr/>
          </p:nvSpPr>
          <p:spPr>
            <a:xfrm>
              <a:off x="9513000" y="54734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CustomShape 50"/>
            <p:cNvSpPr/>
            <p:nvPr/>
          </p:nvSpPr>
          <p:spPr>
            <a:xfrm>
              <a:off x="9743040" y="5473440"/>
              <a:ext cx="51840" cy="522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CustomShape 51"/>
            <p:cNvSpPr/>
            <p:nvPr/>
          </p:nvSpPr>
          <p:spPr>
            <a:xfrm>
              <a:off x="8132040" y="5714280"/>
              <a:ext cx="51840" cy="518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CustomShape 52"/>
            <p:cNvSpPr/>
            <p:nvPr/>
          </p:nvSpPr>
          <p:spPr>
            <a:xfrm>
              <a:off x="8362080" y="5714280"/>
              <a:ext cx="51840" cy="518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CustomShape 53"/>
            <p:cNvSpPr/>
            <p:nvPr/>
          </p:nvSpPr>
          <p:spPr>
            <a:xfrm>
              <a:off x="8592480" y="5714280"/>
              <a:ext cx="51840" cy="518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CustomShape 54"/>
            <p:cNvSpPr/>
            <p:nvPr/>
          </p:nvSpPr>
          <p:spPr>
            <a:xfrm>
              <a:off x="8813520" y="5714280"/>
              <a:ext cx="61200" cy="5220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CustomShape 55"/>
            <p:cNvSpPr/>
            <p:nvPr/>
          </p:nvSpPr>
          <p:spPr>
            <a:xfrm>
              <a:off x="9044280" y="5714280"/>
              <a:ext cx="60120" cy="5184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CustomShape 56"/>
            <p:cNvSpPr/>
            <p:nvPr/>
          </p:nvSpPr>
          <p:spPr>
            <a:xfrm>
              <a:off x="9282960" y="5714280"/>
              <a:ext cx="51840" cy="518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CustomShape 57"/>
            <p:cNvSpPr/>
            <p:nvPr/>
          </p:nvSpPr>
          <p:spPr>
            <a:xfrm>
              <a:off x="9513000" y="5714280"/>
              <a:ext cx="51840" cy="518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CustomShape 58"/>
            <p:cNvSpPr/>
            <p:nvPr/>
          </p:nvSpPr>
          <p:spPr>
            <a:xfrm>
              <a:off x="9743040" y="5714280"/>
              <a:ext cx="51840" cy="518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1" name="CustomShape 59"/>
          <p:cNvSpPr/>
          <p:nvPr/>
        </p:nvSpPr>
        <p:spPr>
          <a:xfrm>
            <a:off x="8123760" y="-237960"/>
            <a:ext cx="1165320" cy="11653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72" name="Group 60"/>
          <p:cNvGrpSpPr/>
          <p:nvPr/>
        </p:nvGrpSpPr>
        <p:grpSpPr>
          <a:xfrm>
            <a:off x="8566920" y="205200"/>
            <a:ext cx="279000" cy="279000"/>
            <a:chOff x="8566920" y="205200"/>
            <a:chExt cx="279000" cy="279000"/>
          </a:xfrm>
        </p:grpSpPr>
        <p:sp>
          <p:nvSpPr>
            <p:cNvPr id="273" name="CustomShape 61"/>
            <p:cNvSpPr/>
            <p:nvPr/>
          </p:nvSpPr>
          <p:spPr>
            <a:xfrm>
              <a:off x="8568360" y="216720"/>
              <a:ext cx="265680" cy="26568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24"/>
                  </a:cubicBezTo>
                  <a:cubicBezTo>
                    <a:pt x="14430" y="24"/>
                    <a:pt x="18363" y="3957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CustomShape 62"/>
            <p:cNvSpPr/>
            <p:nvPr/>
          </p:nvSpPr>
          <p:spPr>
            <a:xfrm>
              <a:off x="8566920" y="205200"/>
              <a:ext cx="279000" cy="279000"/>
            </a:xfrm>
            <a:custGeom>
              <a:avLst/>
              <a:gdLst/>
              <a:ahLst/>
              <a:rect l="l" t="t" r="r" b="b"/>
              <a:pathLst>
                <a:path w="19300" h="19301">
                  <a:moveTo>
                    <a:pt x="19300" y="19300"/>
                  </a:moveTo>
                  <a:lnTo>
                    <a:pt x="0" y="1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" name="CustomShape 63"/>
            <p:cNvSpPr/>
            <p:nvPr/>
          </p:nvSpPr>
          <p:spPr>
            <a:xfrm>
              <a:off x="8566920" y="205200"/>
              <a:ext cx="279000" cy="279000"/>
            </a:xfrm>
            <a:custGeom>
              <a:avLst/>
              <a:gdLst/>
              <a:ahLst/>
              <a:rect l="l" t="t" r="r" b="b"/>
              <a:pathLst>
                <a:path w="19300" h="19301">
                  <a:moveTo>
                    <a:pt x="19300" y="1"/>
                  </a:moveTo>
                  <a:lnTo>
                    <a:pt x="0" y="1930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6" name="CustomShape 64"/>
          <p:cNvSpPr/>
          <p:nvPr/>
        </p:nvSpPr>
        <p:spPr>
          <a:xfrm>
            <a:off x="-450000" y="-57240"/>
            <a:ext cx="1797480" cy="1557000"/>
          </a:xfrm>
          <a:custGeom>
            <a:avLst/>
            <a:gdLst/>
            <a:ahLst/>
            <a:rect l="l" t="t" r="r" b="b"/>
            <a:pathLst>
              <a:path w="147194" h="127482">
                <a:moveTo>
                  <a:pt x="36793" y="0"/>
                </a:moveTo>
                <a:lnTo>
                  <a:pt x="1" y="63752"/>
                </a:lnTo>
                <a:lnTo>
                  <a:pt x="36793" y="127482"/>
                </a:lnTo>
                <a:lnTo>
                  <a:pt x="110401" y="127482"/>
                </a:lnTo>
                <a:lnTo>
                  <a:pt x="147193" y="63752"/>
                </a:lnTo>
                <a:lnTo>
                  <a:pt x="11040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CustomShape 65"/>
          <p:cNvSpPr/>
          <p:nvPr/>
        </p:nvSpPr>
        <p:spPr>
          <a:xfrm>
            <a:off x="-792000" y="-162000"/>
            <a:ext cx="1797480" cy="1556640"/>
          </a:xfrm>
          <a:custGeom>
            <a:avLst/>
            <a:gdLst/>
            <a:ahLst/>
            <a:rect l="l" t="t" r="r" b="b"/>
            <a:pathLst>
              <a:path w="147194" h="127460">
                <a:moveTo>
                  <a:pt x="110401" y="1"/>
                </a:moveTo>
                <a:lnTo>
                  <a:pt x="36793" y="1"/>
                </a:lnTo>
                <a:lnTo>
                  <a:pt x="1" y="63730"/>
                </a:lnTo>
                <a:lnTo>
                  <a:pt x="36793" y="127460"/>
                </a:lnTo>
                <a:lnTo>
                  <a:pt x="110401" y="127460"/>
                </a:lnTo>
                <a:lnTo>
                  <a:pt x="147193" y="63730"/>
                </a:lnTo>
                <a:close/>
              </a:path>
            </a:pathLst>
          </a:custGeom>
          <a:noFill/>
          <a:ln w="97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PlaceHolder 66"/>
          <p:cNvSpPr>
            <a:spLocks noGrp="1"/>
          </p:cNvSpPr>
          <p:nvPr>
            <p:ph type="title"/>
          </p:nvPr>
        </p:nvSpPr>
        <p:spPr>
          <a:xfrm>
            <a:off x="2703600" y="3065400"/>
            <a:ext cx="3809520" cy="8413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formato do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texto do título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67"/>
          <p:cNvSpPr>
            <a:spLocks noGrp="1"/>
          </p:cNvSpPr>
          <p:nvPr>
            <p:ph type="title"/>
          </p:nvPr>
        </p:nvSpPr>
        <p:spPr>
          <a:xfrm>
            <a:off x="3793320" y="1396800"/>
            <a:ext cx="1557360" cy="155664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53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53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53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53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pt-BR" sz="5300" spc="-1" strike="noStrike">
                <a:solidFill>
                  <a:srgbClr val="000000"/>
                </a:solidFill>
                <a:latin typeface="Arial"/>
              </a:rPr>
              <a:t>do texto </a:t>
            </a:r>
            <a:r>
              <a:rPr b="0" lang="pt-BR" sz="53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0" name="Group 68"/>
          <p:cNvGrpSpPr/>
          <p:nvPr/>
        </p:nvGrpSpPr>
        <p:grpSpPr>
          <a:xfrm>
            <a:off x="-1253160" y="3423240"/>
            <a:ext cx="2918160" cy="2917080"/>
            <a:chOff x="-1253160" y="3423240"/>
            <a:chExt cx="2918160" cy="2917080"/>
          </a:xfrm>
        </p:grpSpPr>
        <p:sp>
          <p:nvSpPr>
            <p:cNvPr id="281" name="CustomShape 69"/>
            <p:cNvSpPr/>
            <p:nvPr/>
          </p:nvSpPr>
          <p:spPr>
            <a:xfrm>
              <a:off x="-1253160" y="3423240"/>
              <a:ext cx="2918160" cy="2917080"/>
            </a:xfrm>
            <a:custGeom>
              <a:avLst/>
              <a:gdLst/>
              <a:ahLst/>
              <a:rect l="l" t="t" r="r" b="b"/>
              <a:pathLst>
                <a:path w="208565" h="208504">
                  <a:moveTo>
                    <a:pt x="86236" y="1"/>
                  </a:moveTo>
                  <a:cubicBezTo>
                    <a:pt x="53900" y="1"/>
                    <a:pt x="22862" y="12844"/>
                    <a:pt x="0" y="35768"/>
                  </a:cubicBezTo>
                  <a:lnTo>
                    <a:pt x="172766" y="208504"/>
                  </a:lnTo>
                  <a:cubicBezTo>
                    <a:pt x="195687" y="185645"/>
                    <a:pt x="208564" y="154560"/>
                    <a:pt x="208503" y="122151"/>
                  </a:cubicBezTo>
                  <a:cubicBezTo>
                    <a:pt x="208503" y="54684"/>
                    <a:pt x="153820" y="1"/>
                    <a:pt x="86352" y="1"/>
                  </a:cubicBezTo>
                  <a:cubicBezTo>
                    <a:pt x="86314" y="1"/>
                    <a:pt x="86275" y="1"/>
                    <a:pt x="86236" y="1"/>
                  </a:cubicBezTo>
                  <a:close/>
                </a:path>
              </a:pathLst>
            </a:custGeom>
            <a:solidFill>
              <a:srgbClr val="00ff7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CustomShape 70"/>
            <p:cNvSpPr/>
            <p:nvPr/>
          </p:nvSpPr>
          <p:spPr>
            <a:xfrm>
              <a:off x="-213480" y="4869720"/>
              <a:ext cx="430560" cy="430560"/>
            </a:xfrm>
            <a:custGeom>
              <a:avLst/>
              <a:gdLst/>
              <a:ahLst/>
              <a:rect l="l" t="t" r="r" b="b"/>
              <a:pathLst>
                <a:path w="30808" h="30808">
                  <a:moveTo>
                    <a:pt x="12046" y="10229"/>
                  </a:moveTo>
                  <a:cubicBezTo>
                    <a:pt x="19625" y="10229"/>
                    <a:pt x="23445" y="19409"/>
                    <a:pt x="18115" y="24770"/>
                  </a:cubicBezTo>
                  <a:lnTo>
                    <a:pt x="24154" y="30808"/>
                  </a:lnTo>
                  <a:cubicBezTo>
                    <a:pt x="30808" y="24153"/>
                    <a:pt x="30808" y="13340"/>
                    <a:pt x="24154" y="6686"/>
                  </a:cubicBezTo>
                  <a:cubicBezTo>
                    <a:pt x="17468" y="1"/>
                    <a:pt x="6655" y="1"/>
                    <a:pt x="1" y="6686"/>
                  </a:cubicBezTo>
                  <a:lnTo>
                    <a:pt x="6039" y="12724"/>
                  </a:lnTo>
                  <a:cubicBezTo>
                    <a:pt x="7641" y="11122"/>
                    <a:pt x="9797" y="10229"/>
                    <a:pt x="12046" y="10229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CustomShape 71"/>
            <p:cNvSpPr/>
            <p:nvPr/>
          </p:nvSpPr>
          <p:spPr>
            <a:xfrm>
              <a:off x="-297720" y="4773960"/>
              <a:ext cx="639000" cy="610920"/>
            </a:xfrm>
            <a:custGeom>
              <a:avLst/>
              <a:gdLst/>
              <a:ahLst/>
              <a:rect l="l" t="t" r="r" b="b"/>
              <a:pathLst>
                <a:path w="45688" h="43685">
                  <a:moveTo>
                    <a:pt x="18084" y="1"/>
                  </a:moveTo>
                  <a:cubicBezTo>
                    <a:pt x="11307" y="1"/>
                    <a:pt x="4806" y="2681"/>
                    <a:pt x="1" y="7487"/>
                  </a:cubicBezTo>
                  <a:lnTo>
                    <a:pt x="6039" y="13525"/>
                  </a:lnTo>
                  <a:cubicBezTo>
                    <a:pt x="12693" y="6840"/>
                    <a:pt x="23506" y="6840"/>
                    <a:pt x="30192" y="13525"/>
                  </a:cubicBezTo>
                  <a:cubicBezTo>
                    <a:pt x="36846" y="20179"/>
                    <a:pt x="36846" y="30992"/>
                    <a:pt x="30192" y="37647"/>
                  </a:cubicBezTo>
                  <a:lnTo>
                    <a:pt x="36230" y="43685"/>
                  </a:lnTo>
                  <a:cubicBezTo>
                    <a:pt x="43531" y="36353"/>
                    <a:pt x="45688" y="25355"/>
                    <a:pt x="41744" y="15805"/>
                  </a:cubicBezTo>
                  <a:cubicBezTo>
                    <a:pt x="37770" y="6254"/>
                    <a:pt x="28436" y="1"/>
                    <a:pt x="18084" y="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CustomShape 72"/>
            <p:cNvSpPr/>
            <p:nvPr/>
          </p:nvSpPr>
          <p:spPr>
            <a:xfrm>
              <a:off x="-382320" y="4607640"/>
              <a:ext cx="861840" cy="861840"/>
            </a:xfrm>
            <a:custGeom>
              <a:avLst/>
              <a:gdLst/>
              <a:ahLst/>
              <a:rect l="l" t="t" r="r" b="b"/>
              <a:pathLst>
                <a:path w="61615" h="61616">
                  <a:moveTo>
                    <a:pt x="24122" y="11893"/>
                  </a:moveTo>
                  <a:cubicBezTo>
                    <a:pt x="34474" y="11893"/>
                    <a:pt x="43808" y="18146"/>
                    <a:pt x="47782" y="27697"/>
                  </a:cubicBezTo>
                  <a:cubicBezTo>
                    <a:pt x="51726" y="37247"/>
                    <a:pt x="49569" y="48245"/>
                    <a:pt x="42268" y="55577"/>
                  </a:cubicBezTo>
                  <a:lnTo>
                    <a:pt x="48275" y="61615"/>
                  </a:lnTo>
                  <a:cubicBezTo>
                    <a:pt x="61615" y="48276"/>
                    <a:pt x="61615" y="26680"/>
                    <a:pt x="48275" y="13340"/>
                  </a:cubicBezTo>
                  <a:cubicBezTo>
                    <a:pt x="34966" y="1"/>
                    <a:pt x="13340" y="1"/>
                    <a:pt x="0" y="13340"/>
                  </a:cubicBezTo>
                  <a:lnTo>
                    <a:pt x="6039" y="19379"/>
                  </a:lnTo>
                  <a:cubicBezTo>
                    <a:pt x="10844" y="14573"/>
                    <a:pt x="17345" y="11893"/>
                    <a:pt x="24122" y="11893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CustomShape 73"/>
            <p:cNvSpPr/>
            <p:nvPr/>
          </p:nvSpPr>
          <p:spPr>
            <a:xfrm>
              <a:off x="-466920" y="4535280"/>
              <a:ext cx="1065600" cy="1018800"/>
            </a:xfrm>
            <a:custGeom>
              <a:avLst/>
              <a:gdLst/>
              <a:ahLst/>
              <a:rect l="l" t="t" r="r" b="b"/>
              <a:pathLst>
                <a:path w="76187" h="72829">
                  <a:moveTo>
                    <a:pt x="30160" y="31"/>
                  </a:moveTo>
                  <a:cubicBezTo>
                    <a:pt x="18854" y="0"/>
                    <a:pt x="8010" y="4498"/>
                    <a:pt x="0" y="12477"/>
                  </a:cubicBezTo>
                  <a:lnTo>
                    <a:pt x="6038" y="18515"/>
                  </a:lnTo>
                  <a:cubicBezTo>
                    <a:pt x="19378" y="5176"/>
                    <a:pt x="41004" y="5176"/>
                    <a:pt x="54313" y="18515"/>
                  </a:cubicBezTo>
                  <a:cubicBezTo>
                    <a:pt x="67653" y="31855"/>
                    <a:pt x="67653" y="53451"/>
                    <a:pt x="54313" y="66790"/>
                  </a:cubicBezTo>
                  <a:lnTo>
                    <a:pt x="60351" y="72828"/>
                  </a:lnTo>
                  <a:cubicBezTo>
                    <a:pt x="72551" y="60629"/>
                    <a:pt x="76186" y="42268"/>
                    <a:pt x="69563" y="26340"/>
                  </a:cubicBezTo>
                  <a:cubicBezTo>
                    <a:pt x="62970" y="10413"/>
                    <a:pt x="47412" y="31"/>
                    <a:pt x="30160" y="3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CustomShape 74"/>
            <p:cNvSpPr/>
            <p:nvPr/>
          </p:nvSpPr>
          <p:spPr>
            <a:xfrm>
              <a:off x="-550800" y="4360680"/>
              <a:ext cx="1277640" cy="1277640"/>
            </a:xfrm>
            <a:custGeom>
              <a:avLst/>
              <a:gdLst/>
              <a:ahLst/>
              <a:rect l="l" t="t" r="r" b="b"/>
              <a:pathLst>
                <a:path w="91344" h="91344">
                  <a:moveTo>
                    <a:pt x="36168" y="12508"/>
                  </a:moveTo>
                  <a:cubicBezTo>
                    <a:pt x="53420" y="12508"/>
                    <a:pt x="68978" y="22890"/>
                    <a:pt x="75571" y="38817"/>
                  </a:cubicBezTo>
                  <a:cubicBezTo>
                    <a:pt x="82194" y="54745"/>
                    <a:pt x="78559" y="73106"/>
                    <a:pt x="66359" y="85305"/>
                  </a:cubicBezTo>
                  <a:lnTo>
                    <a:pt x="72398" y="91344"/>
                  </a:lnTo>
                  <a:cubicBezTo>
                    <a:pt x="91344" y="71165"/>
                    <a:pt x="90851" y="39618"/>
                    <a:pt x="71288" y="20056"/>
                  </a:cubicBezTo>
                  <a:cubicBezTo>
                    <a:pt x="51726" y="493"/>
                    <a:pt x="20179" y="0"/>
                    <a:pt x="1" y="18947"/>
                  </a:cubicBezTo>
                  <a:lnTo>
                    <a:pt x="6039" y="24985"/>
                  </a:lnTo>
                  <a:cubicBezTo>
                    <a:pt x="14018" y="16975"/>
                    <a:pt x="24862" y="12477"/>
                    <a:pt x="36168" y="12508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CustomShape 75"/>
            <p:cNvSpPr/>
            <p:nvPr/>
          </p:nvSpPr>
          <p:spPr>
            <a:xfrm>
              <a:off x="-635400" y="4296600"/>
              <a:ext cx="1491120" cy="1425960"/>
            </a:xfrm>
            <a:custGeom>
              <a:avLst/>
              <a:gdLst/>
              <a:ahLst/>
              <a:rect l="l" t="t" r="r" b="b"/>
              <a:pathLst>
                <a:path w="106594" h="101941">
                  <a:moveTo>
                    <a:pt x="42206" y="31"/>
                  </a:moveTo>
                  <a:cubicBezTo>
                    <a:pt x="26371" y="0"/>
                    <a:pt x="11184" y="6285"/>
                    <a:pt x="1" y="17468"/>
                  </a:cubicBezTo>
                  <a:lnTo>
                    <a:pt x="6039" y="23506"/>
                  </a:lnTo>
                  <a:cubicBezTo>
                    <a:pt x="26187" y="4560"/>
                    <a:pt x="57764" y="5053"/>
                    <a:pt x="77326" y="24615"/>
                  </a:cubicBezTo>
                  <a:cubicBezTo>
                    <a:pt x="96889" y="44178"/>
                    <a:pt x="97382" y="75755"/>
                    <a:pt x="78436" y="95903"/>
                  </a:cubicBezTo>
                  <a:lnTo>
                    <a:pt x="84474" y="101941"/>
                  </a:lnTo>
                  <a:cubicBezTo>
                    <a:pt x="101510" y="84843"/>
                    <a:pt x="106593" y="59181"/>
                    <a:pt x="97351" y="36876"/>
                  </a:cubicBezTo>
                  <a:cubicBezTo>
                    <a:pt x="88109" y="14572"/>
                    <a:pt x="66359" y="31"/>
                    <a:pt x="42206" y="3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CustomShape 76"/>
            <p:cNvSpPr/>
            <p:nvPr/>
          </p:nvSpPr>
          <p:spPr>
            <a:xfrm>
              <a:off x="-720000" y="4083480"/>
              <a:ext cx="1723680" cy="1724040"/>
            </a:xfrm>
            <a:custGeom>
              <a:avLst/>
              <a:gdLst/>
              <a:ahLst/>
              <a:rect l="l" t="t" r="r" b="b"/>
              <a:pathLst>
                <a:path w="123199" h="123229">
                  <a:moveTo>
                    <a:pt x="48244" y="15250"/>
                  </a:moveTo>
                  <a:cubicBezTo>
                    <a:pt x="72397" y="15250"/>
                    <a:pt x="94178" y="29791"/>
                    <a:pt x="103420" y="52095"/>
                  </a:cubicBezTo>
                  <a:cubicBezTo>
                    <a:pt x="112662" y="74400"/>
                    <a:pt x="107579" y="100093"/>
                    <a:pt x="90512" y="117191"/>
                  </a:cubicBezTo>
                  <a:lnTo>
                    <a:pt x="96550" y="123229"/>
                  </a:lnTo>
                  <a:cubicBezTo>
                    <a:pt x="123198" y="96550"/>
                    <a:pt x="123198" y="53328"/>
                    <a:pt x="96550" y="26679"/>
                  </a:cubicBezTo>
                  <a:cubicBezTo>
                    <a:pt x="69902" y="1"/>
                    <a:pt x="26649" y="1"/>
                    <a:pt x="0" y="26679"/>
                  </a:cubicBezTo>
                  <a:lnTo>
                    <a:pt x="6039" y="32687"/>
                  </a:lnTo>
                  <a:cubicBezTo>
                    <a:pt x="17222" y="21504"/>
                    <a:pt x="32409" y="15219"/>
                    <a:pt x="48244" y="15250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CustomShape 77"/>
            <p:cNvSpPr/>
            <p:nvPr/>
          </p:nvSpPr>
          <p:spPr>
            <a:xfrm>
              <a:off x="-804240" y="4057200"/>
              <a:ext cx="1918440" cy="1834560"/>
            </a:xfrm>
            <a:custGeom>
              <a:avLst/>
              <a:gdLst/>
              <a:ahLst/>
              <a:rect l="l" t="t" r="r" b="b"/>
              <a:pathLst>
                <a:path w="137123" h="131147">
                  <a:moveTo>
                    <a:pt x="54282" y="62"/>
                  </a:moveTo>
                  <a:cubicBezTo>
                    <a:pt x="33919" y="0"/>
                    <a:pt x="14387" y="8103"/>
                    <a:pt x="0" y="22520"/>
                  </a:cubicBezTo>
                  <a:lnTo>
                    <a:pt x="6038" y="28558"/>
                  </a:lnTo>
                  <a:cubicBezTo>
                    <a:pt x="32687" y="1880"/>
                    <a:pt x="75909" y="1880"/>
                    <a:pt x="102588" y="28528"/>
                  </a:cubicBezTo>
                  <a:cubicBezTo>
                    <a:pt x="129236" y="55207"/>
                    <a:pt x="129236" y="98429"/>
                    <a:pt x="102588" y="125108"/>
                  </a:cubicBezTo>
                  <a:lnTo>
                    <a:pt x="108626" y="131146"/>
                  </a:lnTo>
                  <a:cubicBezTo>
                    <a:pt x="130592" y="109150"/>
                    <a:pt x="137123" y="76125"/>
                    <a:pt x="125231" y="47443"/>
                  </a:cubicBezTo>
                  <a:cubicBezTo>
                    <a:pt x="113340" y="18762"/>
                    <a:pt x="85367" y="62"/>
                    <a:pt x="54313" y="62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0" name="CustomShape 78"/>
            <p:cNvSpPr/>
            <p:nvPr/>
          </p:nvSpPr>
          <p:spPr>
            <a:xfrm>
              <a:off x="-888840" y="3821400"/>
              <a:ext cx="2154960" cy="2154600"/>
            </a:xfrm>
            <a:custGeom>
              <a:avLst/>
              <a:gdLst/>
              <a:ahLst/>
              <a:rect l="l" t="t" r="r" b="b"/>
              <a:pathLst>
                <a:path w="154036" h="154006">
                  <a:moveTo>
                    <a:pt x="60320" y="16914"/>
                  </a:moveTo>
                  <a:cubicBezTo>
                    <a:pt x="91374" y="16914"/>
                    <a:pt x="119378" y="35614"/>
                    <a:pt x="131269" y="64295"/>
                  </a:cubicBezTo>
                  <a:cubicBezTo>
                    <a:pt x="143161" y="92977"/>
                    <a:pt x="136630" y="126002"/>
                    <a:pt x="114664" y="147998"/>
                  </a:cubicBezTo>
                  <a:lnTo>
                    <a:pt x="120702" y="154006"/>
                  </a:lnTo>
                  <a:cubicBezTo>
                    <a:pt x="154036" y="120672"/>
                    <a:pt x="154036" y="66637"/>
                    <a:pt x="120702" y="33334"/>
                  </a:cubicBezTo>
                  <a:cubicBezTo>
                    <a:pt x="87369" y="1"/>
                    <a:pt x="33333" y="1"/>
                    <a:pt x="0" y="33334"/>
                  </a:cubicBezTo>
                  <a:lnTo>
                    <a:pt x="6038" y="39372"/>
                  </a:lnTo>
                  <a:cubicBezTo>
                    <a:pt x="20425" y="24955"/>
                    <a:pt x="39957" y="16883"/>
                    <a:pt x="60320" y="16914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CustomShape 79"/>
            <p:cNvSpPr/>
            <p:nvPr/>
          </p:nvSpPr>
          <p:spPr>
            <a:xfrm>
              <a:off x="-973440" y="3818520"/>
              <a:ext cx="2242080" cy="2242080"/>
            </a:xfrm>
            <a:custGeom>
              <a:avLst/>
              <a:gdLst/>
              <a:ahLst/>
              <a:rect l="l" t="t" r="r" b="b"/>
              <a:pathLst>
                <a:path w="160260" h="160259">
                  <a:moveTo>
                    <a:pt x="6039" y="33549"/>
                  </a:moveTo>
                  <a:cubicBezTo>
                    <a:pt x="39372" y="216"/>
                    <a:pt x="93408" y="216"/>
                    <a:pt x="126741" y="33549"/>
                  </a:cubicBezTo>
                  <a:cubicBezTo>
                    <a:pt x="160075" y="66882"/>
                    <a:pt x="160075" y="120918"/>
                    <a:pt x="126741" y="154221"/>
                  </a:cubicBezTo>
                  <a:lnTo>
                    <a:pt x="132779" y="160259"/>
                  </a:lnTo>
                  <a:cubicBezTo>
                    <a:pt x="150370" y="142668"/>
                    <a:pt x="160259" y="118792"/>
                    <a:pt x="160229" y="93900"/>
                  </a:cubicBezTo>
                  <a:cubicBezTo>
                    <a:pt x="160229" y="42021"/>
                    <a:pt x="118239" y="62"/>
                    <a:pt x="66359" y="62"/>
                  </a:cubicBezTo>
                  <a:cubicBezTo>
                    <a:pt x="41467" y="0"/>
                    <a:pt x="17592" y="9889"/>
                    <a:pt x="1" y="2751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2" name="PlaceHolder 80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8555040" y="-1054800"/>
            <a:ext cx="1671120" cy="1669320"/>
          </a:xfrm>
          <a:prstGeom prst="ellipse">
            <a:avLst/>
          </a:prstGeom>
          <a:solidFill>
            <a:srgbClr val="00ff7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CustomShape 2"/>
          <p:cNvSpPr/>
          <p:nvPr/>
        </p:nvSpPr>
        <p:spPr>
          <a:xfrm>
            <a:off x="-223920" y="4197600"/>
            <a:ext cx="1117440" cy="1117440"/>
          </a:xfrm>
          <a:prstGeom prst="ellipse">
            <a:avLst/>
          </a:prstGeom>
          <a:solidFill>
            <a:srgbClr val="00ff7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31" name="Group 3"/>
          <p:cNvGrpSpPr/>
          <p:nvPr/>
        </p:nvGrpSpPr>
        <p:grpSpPr>
          <a:xfrm>
            <a:off x="1582920" y="-774360"/>
            <a:ext cx="5977800" cy="9206280"/>
            <a:chOff x="1582920" y="-774360"/>
            <a:chExt cx="5977800" cy="9206280"/>
          </a:xfrm>
        </p:grpSpPr>
        <p:sp>
          <p:nvSpPr>
            <p:cNvPr id="332" name="CustomShape 4"/>
            <p:cNvSpPr/>
            <p:nvPr/>
          </p:nvSpPr>
          <p:spPr>
            <a:xfrm>
              <a:off x="1582920" y="-774360"/>
              <a:ext cx="5977800" cy="5177160"/>
            </a:xfrm>
            <a:custGeom>
              <a:avLst/>
              <a:gdLst/>
              <a:ahLst/>
              <a:rect l="l" t="t" r="r" b="b"/>
              <a:pathLst>
                <a:path w="147194" h="127482">
                  <a:moveTo>
                    <a:pt x="36793" y="0"/>
                  </a:moveTo>
                  <a:lnTo>
                    <a:pt x="1" y="63752"/>
                  </a:lnTo>
                  <a:lnTo>
                    <a:pt x="36793" y="127482"/>
                  </a:lnTo>
                  <a:lnTo>
                    <a:pt x="110401" y="127482"/>
                  </a:lnTo>
                  <a:lnTo>
                    <a:pt x="147193" y="63752"/>
                  </a:lnTo>
                  <a:lnTo>
                    <a:pt x="110401" y="0"/>
                  </a:lnTo>
                  <a:close/>
                </a:path>
              </a:pathLst>
            </a:custGeom>
            <a:solidFill>
              <a:srgbClr val="00ff7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CustomShape 5"/>
            <p:cNvSpPr/>
            <p:nvPr/>
          </p:nvSpPr>
          <p:spPr>
            <a:xfrm>
              <a:off x="1582920" y="3255480"/>
              <a:ext cx="5977800" cy="5176440"/>
            </a:xfrm>
            <a:custGeom>
              <a:avLst/>
              <a:gdLst/>
              <a:ahLst/>
              <a:rect l="l" t="t" r="r" b="b"/>
              <a:pathLst>
                <a:path w="147194" h="127460">
                  <a:moveTo>
                    <a:pt x="110401" y="1"/>
                  </a:moveTo>
                  <a:lnTo>
                    <a:pt x="36793" y="1"/>
                  </a:lnTo>
                  <a:lnTo>
                    <a:pt x="1" y="63730"/>
                  </a:lnTo>
                  <a:lnTo>
                    <a:pt x="36793" y="127460"/>
                  </a:lnTo>
                  <a:lnTo>
                    <a:pt x="110401" y="127460"/>
                  </a:lnTo>
                  <a:lnTo>
                    <a:pt x="147193" y="63730"/>
                  </a:lnTo>
                  <a:close/>
                </a:path>
              </a:pathLst>
            </a:custGeom>
            <a:noFill/>
            <a:ln w="97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34" name="Group 6"/>
          <p:cNvGrpSpPr/>
          <p:nvPr/>
        </p:nvGrpSpPr>
        <p:grpSpPr>
          <a:xfrm>
            <a:off x="-776520" y="4156920"/>
            <a:ext cx="1727280" cy="1545480"/>
            <a:chOff x="-776520" y="4156920"/>
            <a:chExt cx="1727280" cy="1545480"/>
          </a:xfrm>
        </p:grpSpPr>
        <p:sp>
          <p:nvSpPr>
            <p:cNvPr id="335" name="CustomShape 7"/>
            <p:cNvSpPr/>
            <p:nvPr/>
          </p:nvSpPr>
          <p:spPr>
            <a:xfrm>
              <a:off x="-776520" y="415692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CustomShape 8"/>
            <p:cNvSpPr/>
            <p:nvPr/>
          </p:nvSpPr>
          <p:spPr>
            <a:xfrm>
              <a:off x="-538920" y="4156920"/>
              <a:ext cx="62280" cy="5328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CustomShape 9"/>
            <p:cNvSpPr/>
            <p:nvPr/>
          </p:nvSpPr>
          <p:spPr>
            <a:xfrm>
              <a:off x="-300960" y="415692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CustomShape 10"/>
            <p:cNvSpPr/>
            <p:nvPr/>
          </p:nvSpPr>
          <p:spPr>
            <a:xfrm>
              <a:off x="-63720" y="4156920"/>
              <a:ext cx="63000" cy="5400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CustomShape 11"/>
            <p:cNvSpPr/>
            <p:nvPr/>
          </p:nvSpPr>
          <p:spPr>
            <a:xfrm>
              <a:off x="174600" y="4156920"/>
              <a:ext cx="62280" cy="5364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CustomShape 12"/>
            <p:cNvSpPr/>
            <p:nvPr/>
          </p:nvSpPr>
          <p:spPr>
            <a:xfrm>
              <a:off x="412560" y="4156920"/>
              <a:ext cx="62280" cy="5364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CustomShape 13"/>
            <p:cNvSpPr/>
            <p:nvPr/>
          </p:nvSpPr>
          <p:spPr>
            <a:xfrm>
              <a:off x="650160" y="4156920"/>
              <a:ext cx="62640" cy="5328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CustomShape 14"/>
            <p:cNvSpPr/>
            <p:nvPr/>
          </p:nvSpPr>
          <p:spPr>
            <a:xfrm>
              <a:off x="888120" y="4156920"/>
              <a:ext cx="62640" cy="5328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CustomShape 15"/>
            <p:cNvSpPr/>
            <p:nvPr/>
          </p:nvSpPr>
          <p:spPr>
            <a:xfrm>
              <a:off x="-776520" y="440568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CustomShape 16"/>
            <p:cNvSpPr/>
            <p:nvPr/>
          </p:nvSpPr>
          <p:spPr>
            <a:xfrm>
              <a:off x="-538920" y="4405680"/>
              <a:ext cx="62280" cy="5328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CustomShape 17"/>
            <p:cNvSpPr/>
            <p:nvPr/>
          </p:nvSpPr>
          <p:spPr>
            <a:xfrm>
              <a:off x="-300960" y="440568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CustomShape 18"/>
            <p:cNvSpPr/>
            <p:nvPr/>
          </p:nvSpPr>
          <p:spPr>
            <a:xfrm>
              <a:off x="-63720" y="4405680"/>
              <a:ext cx="63000" cy="5364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CustomShape 19"/>
            <p:cNvSpPr/>
            <p:nvPr/>
          </p:nvSpPr>
          <p:spPr>
            <a:xfrm>
              <a:off x="174600" y="440568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CustomShape 20"/>
            <p:cNvSpPr/>
            <p:nvPr/>
          </p:nvSpPr>
          <p:spPr>
            <a:xfrm>
              <a:off x="412560" y="4405680"/>
              <a:ext cx="62280" cy="5328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CustomShape 21"/>
            <p:cNvSpPr/>
            <p:nvPr/>
          </p:nvSpPr>
          <p:spPr>
            <a:xfrm>
              <a:off x="650160" y="440568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CustomShape 22"/>
            <p:cNvSpPr/>
            <p:nvPr/>
          </p:nvSpPr>
          <p:spPr>
            <a:xfrm>
              <a:off x="888120" y="4405680"/>
              <a:ext cx="62280" cy="5328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1" name="CustomShape 23"/>
            <p:cNvSpPr/>
            <p:nvPr/>
          </p:nvSpPr>
          <p:spPr>
            <a:xfrm>
              <a:off x="-767880" y="465408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CustomShape 24"/>
            <p:cNvSpPr/>
            <p:nvPr/>
          </p:nvSpPr>
          <p:spPr>
            <a:xfrm>
              <a:off x="-530280" y="465408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3" name="CustomShape 25"/>
            <p:cNvSpPr/>
            <p:nvPr/>
          </p:nvSpPr>
          <p:spPr>
            <a:xfrm>
              <a:off x="-292320" y="465408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CustomShape 26"/>
            <p:cNvSpPr/>
            <p:nvPr/>
          </p:nvSpPr>
          <p:spPr>
            <a:xfrm>
              <a:off x="-63720" y="4654440"/>
              <a:ext cx="63000" cy="5364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CustomShape 27"/>
            <p:cNvSpPr/>
            <p:nvPr/>
          </p:nvSpPr>
          <p:spPr>
            <a:xfrm>
              <a:off x="174600" y="465444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CustomShape 28"/>
            <p:cNvSpPr/>
            <p:nvPr/>
          </p:nvSpPr>
          <p:spPr>
            <a:xfrm>
              <a:off x="421200" y="465408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CustomShape 29"/>
            <p:cNvSpPr/>
            <p:nvPr/>
          </p:nvSpPr>
          <p:spPr>
            <a:xfrm>
              <a:off x="658800" y="465408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CustomShape 30"/>
            <p:cNvSpPr/>
            <p:nvPr/>
          </p:nvSpPr>
          <p:spPr>
            <a:xfrm>
              <a:off x="896760" y="465408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" name="CustomShape 31"/>
            <p:cNvSpPr/>
            <p:nvPr/>
          </p:nvSpPr>
          <p:spPr>
            <a:xfrm>
              <a:off x="-776520" y="490284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CustomShape 32"/>
            <p:cNvSpPr/>
            <p:nvPr/>
          </p:nvSpPr>
          <p:spPr>
            <a:xfrm>
              <a:off x="-538920" y="4902840"/>
              <a:ext cx="62280" cy="5328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CustomShape 33"/>
            <p:cNvSpPr/>
            <p:nvPr/>
          </p:nvSpPr>
          <p:spPr>
            <a:xfrm>
              <a:off x="-300960" y="490284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2" name="CustomShape 34"/>
            <p:cNvSpPr/>
            <p:nvPr/>
          </p:nvSpPr>
          <p:spPr>
            <a:xfrm>
              <a:off x="-63720" y="4902840"/>
              <a:ext cx="63000" cy="5364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" name="CustomShape 35"/>
            <p:cNvSpPr/>
            <p:nvPr/>
          </p:nvSpPr>
          <p:spPr>
            <a:xfrm>
              <a:off x="174600" y="490284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CustomShape 36"/>
            <p:cNvSpPr/>
            <p:nvPr/>
          </p:nvSpPr>
          <p:spPr>
            <a:xfrm>
              <a:off x="412560" y="4902840"/>
              <a:ext cx="62280" cy="5328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5" name="CustomShape 37"/>
            <p:cNvSpPr/>
            <p:nvPr/>
          </p:nvSpPr>
          <p:spPr>
            <a:xfrm>
              <a:off x="650160" y="4902840"/>
              <a:ext cx="62640" cy="5328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6" name="CustomShape 38"/>
            <p:cNvSpPr/>
            <p:nvPr/>
          </p:nvSpPr>
          <p:spPr>
            <a:xfrm>
              <a:off x="888120" y="4902840"/>
              <a:ext cx="62640" cy="5328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" name="CustomShape 39"/>
            <p:cNvSpPr/>
            <p:nvPr/>
          </p:nvSpPr>
          <p:spPr>
            <a:xfrm>
              <a:off x="-776520" y="515160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8" name="CustomShape 40"/>
            <p:cNvSpPr/>
            <p:nvPr/>
          </p:nvSpPr>
          <p:spPr>
            <a:xfrm>
              <a:off x="-538920" y="5151600"/>
              <a:ext cx="62280" cy="5328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" name="CustomShape 41"/>
            <p:cNvSpPr/>
            <p:nvPr/>
          </p:nvSpPr>
          <p:spPr>
            <a:xfrm>
              <a:off x="-300960" y="515160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0" name="CustomShape 42"/>
            <p:cNvSpPr/>
            <p:nvPr/>
          </p:nvSpPr>
          <p:spPr>
            <a:xfrm>
              <a:off x="-63720" y="5151600"/>
              <a:ext cx="63000" cy="5364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" name="CustomShape 43"/>
            <p:cNvSpPr/>
            <p:nvPr/>
          </p:nvSpPr>
          <p:spPr>
            <a:xfrm>
              <a:off x="174600" y="515160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" name="CustomShape 44"/>
            <p:cNvSpPr/>
            <p:nvPr/>
          </p:nvSpPr>
          <p:spPr>
            <a:xfrm>
              <a:off x="412560" y="5151600"/>
              <a:ext cx="62280" cy="5328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3" name="CustomShape 45"/>
            <p:cNvSpPr/>
            <p:nvPr/>
          </p:nvSpPr>
          <p:spPr>
            <a:xfrm>
              <a:off x="650160" y="5151600"/>
              <a:ext cx="62640" cy="5328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4" name="CustomShape 46"/>
            <p:cNvSpPr/>
            <p:nvPr/>
          </p:nvSpPr>
          <p:spPr>
            <a:xfrm>
              <a:off x="888120" y="5151600"/>
              <a:ext cx="62640" cy="5328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" name="CustomShape 47"/>
            <p:cNvSpPr/>
            <p:nvPr/>
          </p:nvSpPr>
          <p:spPr>
            <a:xfrm>
              <a:off x="-767880" y="540000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" name="CustomShape 48"/>
            <p:cNvSpPr/>
            <p:nvPr/>
          </p:nvSpPr>
          <p:spPr>
            <a:xfrm>
              <a:off x="-530280" y="540000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7" name="CustomShape 49"/>
            <p:cNvSpPr/>
            <p:nvPr/>
          </p:nvSpPr>
          <p:spPr>
            <a:xfrm>
              <a:off x="-292320" y="540000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" name="CustomShape 50"/>
            <p:cNvSpPr/>
            <p:nvPr/>
          </p:nvSpPr>
          <p:spPr>
            <a:xfrm>
              <a:off x="-63720" y="5400360"/>
              <a:ext cx="63000" cy="5364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9" name="CustomShape 51"/>
            <p:cNvSpPr/>
            <p:nvPr/>
          </p:nvSpPr>
          <p:spPr>
            <a:xfrm>
              <a:off x="174600" y="5400360"/>
              <a:ext cx="62280" cy="5328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0" name="CustomShape 52"/>
            <p:cNvSpPr/>
            <p:nvPr/>
          </p:nvSpPr>
          <p:spPr>
            <a:xfrm>
              <a:off x="421200" y="540000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1" name="CustomShape 53"/>
            <p:cNvSpPr/>
            <p:nvPr/>
          </p:nvSpPr>
          <p:spPr>
            <a:xfrm>
              <a:off x="658800" y="540000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2" name="CustomShape 54"/>
            <p:cNvSpPr/>
            <p:nvPr/>
          </p:nvSpPr>
          <p:spPr>
            <a:xfrm>
              <a:off x="896760" y="5400000"/>
              <a:ext cx="53640" cy="5400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" name="CustomShape 55"/>
            <p:cNvSpPr/>
            <p:nvPr/>
          </p:nvSpPr>
          <p:spPr>
            <a:xfrm>
              <a:off x="-767880" y="5648760"/>
              <a:ext cx="53640" cy="536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4" name="CustomShape 56"/>
            <p:cNvSpPr/>
            <p:nvPr/>
          </p:nvSpPr>
          <p:spPr>
            <a:xfrm>
              <a:off x="-530280" y="5648760"/>
              <a:ext cx="53640" cy="536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5" name="CustomShape 57"/>
            <p:cNvSpPr/>
            <p:nvPr/>
          </p:nvSpPr>
          <p:spPr>
            <a:xfrm>
              <a:off x="-292320" y="5648760"/>
              <a:ext cx="53640" cy="536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6" name="CustomShape 58"/>
            <p:cNvSpPr/>
            <p:nvPr/>
          </p:nvSpPr>
          <p:spPr>
            <a:xfrm>
              <a:off x="-63720" y="5648760"/>
              <a:ext cx="63000" cy="5364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7" name="CustomShape 59"/>
            <p:cNvSpPr/>
            <p:nvPr/>
          </p:nvSpPr>
          <p:spPr>
            <a:xfrm>
              <a:off x="174600" y="5648760"/>
              <a:ext cx="62280" cy="5364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8" name="CustomShape 60"/>
            <p:cNvSpPr/>
            <p:nvPr/>
          </p:nvSpPr>
          <p:spPr>
            <a:xfrm>
              <a:off x="421200" y="5648760"/>
              <a:ext cx="53640" cy="536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" name="CustomShape 61"/>
            <p:cNvSpPr/>
            <p:nvPr/>
          </p:nvSpPr>
          <p:spPr>
            <a:xfrm>
              <a:off x="658800" y="5648760"/>
              <a:ext cx="53640" cy="536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" name="CustomShape 62"/>
            <p:cNvSpPr/>
            <p:nvPr/>
          </p:nvSpPr>
          <p:spPr>
            <a:xfrm>
              <a:off x="896760" y="5648760"/>
              <a:ext cx="53640" cy="5364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91" name="Group 63"/>
          <p:cNvGrpSpPr/>
          <p:nvPr/>
        </p:nvGrpSpPr>
        <p:grpSpPr>
          <a:xfrm>
            <a:off x="8076240" y="-1138680"/>
            <a:ext cx="2227680" cy="2227680"/>
            <a:chOff x="8076240" y="-1138680"/>
            <a:chExt cx="2227680" cy="2227680"/>
          </a:xfrm>
        </p:grpSpPr>
        <p:sp>
          <p:nvSpPr>
            <p:cNvPr id="392" name="CustomShape 64"/>
            <p:cNvSpPr/>
            <p:nvPr/>
          </p:nvSpPr>
          <p:spPr>
            <a:xfrm flipV="1" rot="5400000">
              <a:off x="8339400" y="-887760"/>
              <a:ext cx="1712520" cy="1712880"/>
            </a:xfrm>
            <a:custGeom>
              <a:avLst/>
              <a:gdLst/>
              <a:ahLst/>
              <a:rect l="l" t="t" r="r" b="b"/>
              <a:pathLst>
                <a:path w="123199" h="123229">
                  <a:moveTo>
                    <a:pt x="48244" y="15250"/>
                  </a:moveTo>
                  <a:cubicBezTo>
                    <a:pt x="72397" y="15250"/>
                    <a:pt x="94178" y="29791"/>
                    <a:pt x="103420" y="52095"/>
                  </a:cubicBezTo>
                  <a:cubicBezTo>
                    <a:pt x="112662" y="74400"/>
                    <a:pt x="107579" y="100093"/>
                    <a:pt x="90512" y="117191"/>
                  </a:cubicBezTo>
                  <a:lnTo>
                    <a:pt x="96550" y="123229"/>
                  </a:lnTo>
                  <a:cubicBezTo>
                    <a:pt x="123198" y="96550"/>
                    <a:pt x="123198" y="53328"/>
                    <a:pt x="96550" y="26679"/>
                  </a:cubicBezTo>
                  <a:cubicBezTo>
                    <a:pt x="69902" y="1"/>
                    <a:pt x="26649" y="1"/>
                    <a:pt x="0" y="26679"/>
                  </a:cubicBezTo>
                  <a:lnTo>
                    <a:pt x="6039" y="32687"/>
                  </a:lnTo>
                  <a:cubicBezTo>
                    <a:pt x="17222" y="21504"/>
                    <a:pt x="32409" y="15219"/>
                    <a:pt x="48244" y="15250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3" name="CustomShape 65"/>
            <p:cNvSpPr/>
            <p:nvPr/>
          </p:nvSpPr>
          <p:spPr>
            <a:xfrm flipV="1" rot="5400000">
              <a:off x="8272080" y="-929160"/>
              <a:ext cx="1905840" cy="1823040"/>
            </a:xfrm>
            <a:custGeom>
              <a:avLst/>
              <a:gdLst/>
              <a:ahLst/>
              <a:rect l="l" t="t" r="r" b="b"/>
              <a:pathLst>
                <a:path w="137123" h="131147">
                  <a:moveTo>
                    <a:pt x="54282" y="62"/>
                  </a:moveTo>
                  <a:cubicBezTo>
                    <a:pt x="33919" y="0"/>
                    <a:pt x="14387" y="8103"/>
                    <a:pt x="0" y="22520"/>
                  </a:cubicBezTo>
                  <a:lnTo>
                    <a:pt x="6038" y="28558"/>
                  </a:lnTo>
                  <a:cubicBezTo>
                    <a:pt x="32687" y="1880"/>
                    <a:pt x="75909" y="1880"/>
                    <a:pt x="102588" y="28528"/>
                  </a:cubicBezTo>
                  <a:cubicBezTo>
                    <a:pt x="129236" y="55207"/>
                    <a:pt x="129236" y="98429"/>
                    <a:pt x="102588" y="125108"/>
                  </a:cubicBezTo>
                  <a:lnTo>
                    <a:pt x="108626" y="131146"/>
                  </a:lnTo>
                  <a:cubicBezTo>
                    <a:pt x="130592" y="109150"/>
                    <a:pt x="137123" y="76125"/>
                    <a:pt x="125231" y="47443"/>
                  </a:cubicBezTo>
                  <a:cubicBezTo>
                    <a:pt x="113340" y="18762"/>
                    <a:pt x="85367" y="62"/>
                    <a:pt x="54313" y="62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" name="CustomShape 66"/>
            <p:cNvSpPr/>
            <p:nvPr/>
          </p:nvSpPr>
          <p:spPr>
            <a:xfrm flipV="1" rot="5400000">
              <a:off x="8078760" y="-1054440"/>
              <a:ext cx="2141280" cy="2140560"/>
            </a:xfrm>
            <a:custGeom>
              <a:avLst/>
              <a:gdLst/>
              <a:ahLst/>
              <a:rect l="l" t="t" r="r" b="b"/>
              <a:pathLst>
                <a:path w="154036" h="154006">
                  <a:moveTo>
                    <a:pt x="60320" y="16914"/>
                  </a:moveTo>
                  <a:cubicBezTo>
                    <a:pt x="91374" y="16914"/>
                    <a:pt x="119378" y="35614"/>
                    <a:pt x="131269" y="64295"/>
                  </a:cubicBezTo>
                  <a:cubicBezTo>
                    <a:pt x="143161" y="92977"/>
                    <a:pt x="136630" y="126002"/>
                    <a:pt x="114664" y="147998"/>
                  </a:cubicBezTo>
                  <a:lnTo>
                    <a:pt x="120702" y="154006"/>
                  </a:lnTo>
                  <a:cubicBezTo>
                    <a:pt x="154036" y="120672"/>
                    <a:pt x="154036" y="66637"/>
                    <a:pt x="120702" y="33334"/>
                  </a:cubicBezTo>
                  <a:cubicBezTo>
                    <a:pt x="87369" y="1"/>
                    <a:pt x="33333" y="1"/>
                    <a:pt x="0" y="33334"/>
                  </a:cubicBezTo>
                  <a:lnTo>
                    <a:pt x="6038" y="39372"/>
                  </a:lnTo>
                  <a:cubicBezTo>
                    <a:pt x="20425" y="24955"/>
                    <a:pt x="39957" y="16883"/>
                    <a:pt x="60320" y="16914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5" name="CustomShape 67"/>
            <p:cNvSpPr/>
            <p:nvPr/>
          </p:nvSpPr>
          <p:spPr>
            <a:xfrm flipV="1" rot="5400000">
              <a:off x="8076240" y="-1138680"/>
              <a:ext cx="2227680" cy="2227680"/>
            </a:xfrm>
            <a:custGeom>
              <a:avLst/>
              <a:gdLst/>
              <a:ahLst/>
              <a:rect l="l" t="t" r="r" b="b"/>
              <a:pathLst>
                <a:path w="160260" h="160259">
                  <a:moveTo>
                    <a:pt x="6039" y="33549"/>
                  </a:moveTo>
                  <a:cubicBezTo>
                    <a:pt x="39372" y="216"/>
                    <a:pt x="93408" y="216"/>
                    <a:pt x="126741" y="33549"/>
                  </a:cubicBezTo>
                  <a:cubicBezTo>
                    <a:pt x="160075" y="66882"/>
                    <a:pt x="160075" y="120918"/>
                    <a:pt x="126741" y="154221"/>
                  </a:cubicBezTo>
                  <a:lnTo>
                    <a:pt x="132779" y="160259"/>
                  </a:lnTo>
                  <a:cubicBezTo>
                    <a:pt x="150370" y="142668"/>
                    <a:pt x="160259" y="118792"/>
                    <a:pt x="160229" y="93900"/>
                  </a:cubicBezTo>
                  <a:cubicBezTo>
                    <a:pt x="160229" y="42021"/>
                    <a:pt x="118239" y="62"/>
                    <a:pt x="66359" y="62"/>
                  </a:cubicBezTo>
                  <a:cubicBezTo>
                    <a:pt x="41467" y="0"/>
                    <a:pt x="17592" y="9889"/>
                    <a:pt x="1" y="2751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96" name="PlaceHolder 68"/>
          <p:cNvSpPr>
            <a:spLocks noGrp="1"/>
          </p:cNvSpPr>
          <p:nvPr>
            <p:ph type="title"/>
          </p:nvPr>
        </p:nvSpPr>
        <p:spPr>
          <a:xfrm>
            <a:off x="2289960" y="2590920"/>
            <a:ext cx="4563720" cy="30888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69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908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editar o formato 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do texto do título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720000" y="1449360"/>
            <a:ext cx="7703640" cy="3154320"/>
          </a:xfrm>
          <a:prstGeom prst="rect">
            <a:avLst/>
          </a:prstGeom>
        </p:spPr>
        <p:txBody>
          <a:bodyPr tIns="91440" bIns="91440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CustomShape 3"/>
          <p:cNvSpPr/>
          <p:nvPr/>
        </p:nvSpPr>
        <p:spPr>
          <a:xfrm>
            <a:off x="8587080" y="4763880"/>
            <a:ext cx="1333440" cy="77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37" name="Group 4"/>
          <p:cNvGrpSpPr/>
          <p:nvPr/>
        </p:nvGrpSpPr>
        <p:grpSpPr>
          <a:xfrm>
            <a:off x="8422560" y="4590720"/>
            <a:ext cx="1392480" cy="1245960"/>
            <a:chOff x="8422560" y="4590720"/>
            <a:chExt cx="1392480" cy="1245960"/>
          </a:xfrm>
        </p:grpSpPr>
        <p:sp>
          <p:nvSpPr>
            <p:cNvPr id="438" name="CustomShape 5"/>
            <p:cNvSpPr/>
            <p:nvPr/>
          </p:nvSpPr>
          <p:spPr>
            <a:xfrm>
              <a:off x="8422560" y="459072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9" name="CustomShape 6"/>
            <p:cNvSpPr/>
            <p:nvPr/>
          </p:nvSpPr>
          <p:spPr>
            <a:xfrm>
              <a:off x="8614440" y="4590720"/>
              <a:ext cx="50040" cy="4284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0" name="CustomShape 7"/>
            <p:cNvSpPr/>
            <p:nvPr/>
          </p:nvSpPr>
          <p:spPr>
            <a:xfrm>
              <a:off x="8806320" y="459072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" name="CustomShape 8"/>
            <p:cNvSpPr/>
            <p:nvPr/>
          </p:nvSpPr>
          <p:spPr>
            <a:xfrm>
              <a:off x="8997480" y="4590720"/>
              <a:ext cx="50760" cy="4320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CustomShape 9"/>
            <p:cNvSpPr/>
            <p:nvPr/>
          </p:nvSpPr>
          <p:spPr>
            <a:xfrm>
              <a:off x="9189720" y="4590720"/>
              <a:ext cx="50040" cy="4320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CustomShape 10"/>
            <p:cNvSpPr/>
            <p:nvPr/>
          </p:nvSpPr>
          <p:spPr>
            <a:xfrm>
              <a:off x="9381240" y="4590720"/>
              <a:ext cx="50040" cy="4320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4" name="CustomShape 11"/>
            <p:cNvSpPr/>
            <p:nvPr/>
          </p:nvSpPr>
          <p:spPr>
            <a:xfrm>
              <a:off x="9573120" y="4590720"/>
              <a:ext cx="50400" cy="4284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CustomShape 12"/>
            <p:cNvSpPr/>
            <p:nvPr/>
          </p:nvSpPr>
          <p:spPr>
            <a:xfrm>
              <a:off x="9764640" y="4590720"/>
              <a:ext cx="50400" cy="4284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6" name="CustomShape 13"/>
            <p:cNvSpPr/>
            <p:nvPr/>
          </p:nvSpPr>
          <p:spPr>
            <a:xfrm>
              <a:off x="8422560" y="479124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CustomShape 14"/>
            <p:cNvSpPr/>
            <p:nvPr/>
          </p:nvSpPr>
          <p:spPr>
            <a:xfrm>
              <a:off x="8614440" y="4791240"/>
              <a:ext cx="50040" cy="4284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8" name="CustomShape 15"/>
            <p:cNvSpPr/>
            <p:nvPr/>
          </p:nvSpPr>
          <p:spPr>
            <a:xfrm>
              <a:off x="8806320" y="479124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" name="CustomShape 16"/>
            <p:cNvSpPr/>
            <p:nvPr/>
          </p:nvSpPr>
          <p:spPr>
            <a:xfrm>
              <a:off x="8997480" y="4791240"/>
              <a:ext cx="50760" cy="4320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0" name="CustomShape 17"/>
            <p:cNvSpPr/>
            <p:nvPr/>
          </p:nvSpPr>
          <p:spPr>
            <a:xfrm>
              <a:off x="9189720" y="479124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1" name="CustomShape 18"/>
            <p:cNvSpPr/>
            <p:nvPr/>
          </p:nvSpPr>
          <p:spPr>
            <a:xfrm>
              <a:off x="9381240" y="4791240"/>
              <a:ext cx="50040" cy="4284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2" name="CustomShape 19"/>
            <p:cNvSpPr/>
            <p:nvPr/>
          </p:nvSpPr>
          <p:spPr>
            <a:xfrm>
              <a:off x="9573120" y="479124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" name="CustomShape 20"/>
            <p:cNvSpPr/>
            <p:nvPr/>
          </p:nvSpPr>
          <p:spPr>
            <a:xfrm>
              <a:off x="9764640" y="4791240"/>
              <a:ext cx="50040" cy="4284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4" name="CustomShape 21"/>
            <p:cNvSpPr/>
            <p:nvPr/>
          </p:nvSpPr>
          <p:spPr>
            <a:xfrm>
              <a:off x="8429760" y="499140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CustomShape 22"/>
            <p:cNvSpPr/>
            <p:nvPr/>
          </p:nvSpPr>
          <p:spPr>
            <a:xfrm>
              <a:off x="8621280" y="499140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CustomShape 23"/>
            <p:cNvSpPr/>
            <p:nvPr/>
          </p:nvSpPr>
          <p:spPr>
            <a:xfrm>
              <a:off x="8813160" y="499140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CustomShape 24"/>
            <p:cNvSpPr/>
            <p:nvPr/>
          </p:nvSpPr>
          <p:spPr>
            <a:xfrm>
              <a:off x="8997480" y="4991760"/>
              <a:ext cx="50760" cy="4320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CustomShape 25"/>
            <p:cNvSpPr/>
            <p:nvPr/>
          </p:nvSpPr>
          <p:spPr>
            <a:xfrm>
              <a:off x="9189720" y="499176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" name="CustomShape 26"/>
            <p:cNvSpPr/>
            <p:nvPr/>
          </p:nvSpPr>
          <p:spPr>
            <a:xfrm>
              <a:off x="9388080" y="499140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0" name="CustomShape 27"/>
            <p:cNvSpPr/>
            <p:nvPr/>
          </p:nvSpPr>
          <p:spPr>
            <a:xfrm>
              <a:off x="9579960" y="499140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1" name="CustomShape 28"/>
            <p:cNvSpPr/>
            <p:nvPr/>
          </p:nvSpPr>
          <p:spPr>
            <a:xfrm>
              <a:off x="9771840" y="499140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2" name="CustomShape 29"/>
            <p:cNvSpPr/>
            <p:nvPr/>
          </p:nvSpPr>
          <p:spPr>
            <a:xfrm>
              <a:off x="8422560" y="519192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3" name="CustomShape 30"/>
            <p:cNvSpPr/>
            <p:nvPr/>
          </p:nvSpPr>
          <p:spPr>
            <a:xfrm>
              <a:off x="8614440" y="5191920"/>
              <a:ext cx="50040" cy="4284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4" name="CustomShape 31"/>
            <p:cNvSpPr/>
            <p:nvPr/>
          </p:nvSpPr>
          <p:spPr>
            <a:xfrm>
              <a:off x="8806320" y="519192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" name="CustomShape 32"/>
            <p:cNvSpPr/>
            <p:nvPr/>
          </p:nvSpPr>
          <p:spPr>
            <a:xfrm>
              <a:off x="8997480" y="5191920"/>
              <a:ext cx="50760" cy="4320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" name="CustomShape 33"/>
            <p:cNvSpPr/>
            <p:nvPr/>
          </p:nvSpPr>
          <p:spPr>
            <a:xfrm>
              <a:off x="9189720" y="519192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7" name="CustomShape 34"/>
            <p:cNvSpPr/>
            <p:nvPr/>
          </p:nvSpPr>
          <p:spPr>
            <a:xfrm>
              <a:off x="9381240" y="5191920"/>
              <a:ext cx="50040" cy="4284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8" name="CustomShape 35"/>
            <p:cNvSpPr/>
            <p:nvPr/>
          </p:nvSpPr>
          <p:spPr>
            <a:xfrm>
              <a:off x="9573120" y="5191920"/>
              <a:ext cx="50400" cy="4284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9" name="CustomShape 36"/>
            <p:cNvSpPr/>
            <p:nvPr/>
          </p:nvSpPr>
          <p:spPr>
            <a:xfrm>
              <a:off x="9764640" y="5191920"/>
              <a:ext cx="50400" cy="4284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" name="CustomShape 37"/>
            <p:cNvSpPr/>
            <p:nvPr/>
          </p:nvSpPr>
          <p:spPr>
            <a:xfrm>
              <a:off x="8422560" y="539244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CustomShape 38"/>
            <p:cNvSpPr/>
            <p:nvPr/>
          </p:nvSpPr>
          <p:spPr>
            <a:xfrm>
              <a:off x="8614440" y="5392440"/>
              <a:ext cx="50040" cy="4284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" name="CustomShape 39"/>
            <p:cNvSpPr/>
            <p:nvPr/>
          </p:nvSpPr>
          <p:spPr>
            <a:xfrm>
              <a:off x="8806320" y="539244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" name="CustomShape 40"/>
            <p:cNvSpPr/>
            <p:nvPr/>
          </p:nvSpPr>
          <p:spPr>
            <a:xfrm>
              <a:off x="8997480" y="5392440"/>
              <a:ext cx="50760" cy="4320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4" name="CustomShape 41"/>
            <p:cNvSpPr/>
            <p:nvPr/>
          </p:nvSpPr>
          <p:spPr>
            <a:xfrm>
              <a:off x="9189720" y="539244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5" name="CustomShape 42"/>
            <p:cNvSpPr/>
            <p:nvPr/>
          </p:nvSpPr>
          <p:spPr>
            <a:xfrm>
              <a:off x="9381240" y="5392440"/>
              <a:ext cx="50040" cy="4284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6" name="CustomShape 43"/>
            <p:cNvSpPr/>
            <p:nvPr/>
          </p:nvSpPr>
          <p:spPr>
            <a:xfrm>
              <a:off x="9573120" y="5392440"/>
              <a:ext cx="50400" cy="4284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7" name="CustomShape 44"/>
            <p:cNvSpPr/>
            <p:nvPr/>
          </p:nvSpPr>
          <p:spPr>
            <a:xfrm>
              <a:off x="9764640" y="5392440"/>
              <a:ext cx="50400" cy="4284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8" name="CustomShape 45"/>
            <p:cNvSpPr/>
            <p:nvPr/>
          </p:nvSpPr>
          <p:spPr>
            <a:xfrm>
              <a:off x="8429760" y="559296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9" name="CustomShape 46"/>
            <p:cNvSpPr/>
            <p:nvPr/>
          </p:nvSpPr>
          <p:spPr>
            <a:xfrm>
              <a:off x="8621280" y="559296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0" name="CustomShape 47"/>
            <p:cNvSpPr/>
            <p:nvPr/>
          </p:nvSpPr>
          <p:spPr>
            <a:xfrm>
              <a:off x="8813160" y="559296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1" name="CustomShape 48"/>
            <p:cNvSpPr/>
            <p:nvPr/>
          </p:nvSpPr>
          <p:spPr>
            <a:xfrm>
              <a:off x="8997480" y="5592960"/>
              <a:ext cx="50760" cy="4320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2" name="CustomShape 49"/>
            <p:cNvSpPr/>
            <p:nvPr/>
          </p:nvSpPr>
          <p:spPr>
            <a:xfrm>
              <a:off x="9189720" y="5592960"/>
              <a:ext cx="50040" cy="4284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3" name="CustomShape 50"/>
            <p:cNvSpPr/>
            <p:nvPr/>
          </p:nvSpPr>
          <p:spPr>
            <a:xfrm>
              <a:off x="9388080" y="559296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4" name="CustomShape 51"/>
            <p:cNvSpPr/>
            <p:nvPr/>
          </p:nvSpPr>
          <p:spPr>
            <a:xfrm>
              <a:off x="9579960" y="559296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5" name="CustomShape 52"/>
            <p:cNvSpPr/>
            <p:nvPr/>
          </p:nvSpPr>
          <p:spPr>
            <a:xfrm>
              <a:off x="9771840" y="5592960"/>
              <a:ext cx="43200" cy="4356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6" name="CustomShape 53"/>
            <p:cNvSpPr/>
            <p:nvPr/>
          </p:nvSpPr>
          <p:spPr>
            <a:xfrm>
              <a:off x="8429760" y="5793480"/>
              <a:ext cx="43200" cy="4320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7" name="CustomShape 54"/>
            <p:cNvSpPr/>
            <p:nvPr/>
          </p:nvSpPr>
          <p:spPr>
            <a:xfrm>
              <a:off x="8621280" y="5793480"/>
              <a:ext cx="43200" cy="4320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8" name="CustomShape 55"/>
            <p:cNvSpPr/>
            <p:nvPr/>
          </p:nvSpPr>
          <p:spPr>
            <a:xfrm>
              <a:off x="8813160" y="5793480"/>
              <a:ext cx="43200" cy="4320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9" name="CustomShape 56"/>
            <p:cNvSpPr/>
            <p:nvPr/>
          </p:nvSpPr>
          <p:spPr>
            <a:xfrm>
              <a:off x="8997480" y="5793480"/>
              <a:ext cx="50760" cy="4320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" name="CustomShape 57"/>
            <p:cNvSpPr/>
            <p:nvPr/>
          </p:nvSpPr>
          <p:spPr>
            <a:xfrm>
              <a:off x="9189720" y="5793480"/>
              <a:ext cx="50040" cy="4320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" name="CustomShape 58"/>
            <p:cNvSpPr/>
            <p:nvPr/>
          </p:nvSpPr>
          <p:spPr>
            <a:xfrm>
              <a:off x="9388080" y="5793480"/>
              <a:ext cx="43200" cy="4320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" name="CustomShape 59"/>
            <p:cNvSpPr/>
            <p:nvPr/>
          </p:nvSpPr>
          <p:spPr>
            <a:xfrm>
              <a:off x="9579960" y="5793480"/>
              <a:ext cx="43200" cy="4320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3" name="CustomShape 60"/>
            <p:cNvSpPr/>
            <p:nvPr/>
          </p:nvSpPr>
          <p:spPr>
            <a:xfrm>
              <a:off x="9771840" y="5793480"/>
              <a:ext cx="43200" cy="4320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94" name="CustomShape 61"/>
          <p:cNvSpPr/>
          <p:nvPr/>
        </p:nvSpPr>
        <p:spPr>
          <a:xfrm>
            <a:off x="-194040" y="-150480"/>
            <a:ext cx="689760" cy="68976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95" name="Group 62"/>
          <p:cNvGrpSpPr/>
          <p:nvPr/>
        </p:nvGrpSpPr>
        <p:grpSpPr>
          <a:xfrm>
            <a:off x="68400" y="111960"/>
            <a:ext cx="164880" cy="164880"/>
            <a:chOff x="68400" y="111960"/>
            <a:chExt cx="164880" cy="164880"/>
          </a:xfrm>
        </p:grpSpPr>
        <p:sp>
          <p:nvSpPr>
            <p:cNvPr id="496" name="CustomShape 63"/>
            <p:cNvSpPr/>
            <p:nvPr/>
          </p:nvSpPr>
          <p:spPr>
            <a:xfrm>
              <a:off x="69480" y="118800"/>
              <a:ext cx="157320" cy="1573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24"/>
                  </a:cubicBezTo>
                  <a:cubicBezTo>
                    <a:pt x="14430" y="24"/>
                    <a:pt x="18363" y="3957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CustomShape 64"/>
            <p:cNvSpPr/>
            <p:nvPr/>
          </p:nvSpPr>
          <p:spPr>
            <a:xfrm>
              <a:off x="68400" y="111960"/>
              <a:ext cx="164880" cy="164880"/>
            </a:xfrm>
            <a:custGeom>
              <a:avLst/>
              <a:gdLst/>
              <a:ahLst/>
              <a:rect l="l" t="t" r="r" b="b"/>
              <a:pathLst>
                <a:path w="19300" h="19301">
                  <a:moveTo>
                    <a:pt x="19300" y="19300"/>
                  </a:moveTo>
                  <a:lnTo>
                    <a:pt x="0" y="1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" name="CustomShape 65"/>
            <p:cNvSpPr/>
            <p:nvPr/>
          </p:nvSpPr>
          <p:spPr>
            <a:xfrm>
              <a:off x="68400" y="111960"/>
              <a:ext cx="164880" cy="164880"/>
            </a:xfrm>
            <a:custGeom>
              <a:avLst/>
              <a:gdLst/>
              <a:ahLst/>
              <a:rect l="l" t="t" r="r" b="b"/>
              <a:pathLst>
                <a:path w="19300" h="19301">
                  <a:moveTo>
                    <a:pt x="19300" y="1"/>
                  </a:moveTo>
                  <a:lnTo>
                    <a:pt x="0" y="1930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99" name="CustomShape 66"/>
          <p:cNvSpPr/>
          <p:nvPr/>
        </p:nvSpPr>
        <p:spPr>
          <a:xfrm>
            <a:off x="-78120" y="4145760"/>
            <a:ext cx="457920" cy="457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00" name="Group 67"/>
          <p:cNvGrpSpPr/>
          <p:nvPr/>
        </p:nvGrpSpPr>
        <p:grpSpPr>
          <a:xfrm>
            <a:off x="8370720" y="-1004400"/>
            <a:ext cx="1496880" cy="1496520"/>
            <a:chOff x="8370720" y="-1004400"/>
            <a:chExt cx="1496880" cy="1496520"/>
          </a:xfrm>
        </p:grpSpPr>
        <p:sp>
          <p:nvSpPr>
            <p:cNvPr id="501" name="CustomShape 68"/>
            <p:cNvSpPr/>
            <p:nvPr/>
          </p:nvSpPr>
          <p:spPr>
            <a:xfrm rot="9000000">
              <a:off x="8699040" y="-681120"/>
              <a:ext cx="842040" cy="842400"/>
            </a:xfrm>
            <a:custGeom>
              <a:avLst/>
              <a:gdLst/>
              <a:ahLst/>
              <a:rect l="l" t="t" r="r" b="b"/>
              <a:pathLst>
                <a:path w="123199" h="123229">
                  <a:moveTo>
                    <a:pt x="48244" y="15250"/>
                  </a:moveTo>
                  <a:cubicBezTo>
                    <a:pt x="72397" y="15250"/>
                    <a:pt x="94178" y="29791"/>
                    <a:pt x="103420" y="52095"/>
                  </a:cubicBezTo>
                  <a:cubicBezTo>
                    <a:pt x="112662" y="74400"/>
                    <a:pt x="107579" y="100093"/>
                    <a:pt x="90512" y="117191"/>
                  </a:cubicBezTo>
                  <a:lnTo>
                    <a:pt x="96550" y="123229"/>
                  </a:lnTo>
                  <a:cubicBezTo>
                    <a:pt x="123198" y="96550"/>
                    <a:pt x="123198" y="53328"/>
                    <a:pt x="96550" y="26679"/>
                  </a:cubicBezTo>
                  <a:cubicBezTo>
                    <a:pt x="69902" y="1"/>
                    <a:pt x="26649" y="1"/>
                    <a:pt x="0" y="26679"/>
                  </a:cubicBezTo>
                  <a:lnTo>
                    <a:pt x="6039" y="32687"/>
                  </a:lnTo>
                  <a:cubicBezTo>
                    <a:pt x="17222" y="21504"/>
                    <a:pt x="32409" y="15219"/>
                    <a:pt x="48244" y="15250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2" name="CustomShape 69"/>
            <p:cNvSpPr/>
            <p:nvPr/>
          </p:nvSpPr>
          <p:spPr>
            <a:xfrm rot="9000000">
              <a:off x="8638560" y="-717480"/>
              <a:ext cx="937440" cy="896400"/>
            </a:xfrm>
            <a:custGeom>
              <a:avLst/>
              <a:gdLst/>
              <a:ahLst/>
              <a:rect l="l" t="t" r="r" b="b"/>
              <a:pathLst>
                <a:path w="137123" h="131147">
                  <a:moveTo>
                    <a:pt x="54282" y="62"/>
                  </a:moveTo>
                  <a:cubicBezTo>
                    <a:pt x="33919" y="0"/>
                    <a:pt x="14387" y="8103"/>
                    <a:pt x="0" y="22520"/>
                  </a:cubicBezTo>
                  <a:lnTo>
                    <a:pt x="6038" y="28558"/>
                  </a:lnTo>
                  <a:cubicBezTo>
                    <a:pt x="32687" y="1880"/>
                    <a:pt x="75909" y="1880"/>
                    <a:pt x="102588" y="28528"/>
                  </a:cubicBezTo>
                  <a:cubicBezTo>
                    <a:pt x="129236" y="55207"/>
                    <a:pt x="129236" y="98429"/>
                    <a:pt x="102588" y="125108"/>
                  </a:cubicBezTo>
                  <a:lnTo>
                    <a:pt x="108626" y="131146"/>
                  </a:lnTo>
                  <a:cubicBezTo>
                    <a:pt x="130592" y="109150"/>
                    <a:pt x="137123" y="76125"/>
                    <a:pt x="125231" y="47443"/>
                  </a:cubicBezTo>
                  <a:cubicBezTo>
                    <a:pt x="113340" y="18762"/>
                    <a:pt x="85367" y="62"/>
                    <a:pt x="54313" y="62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CustomShape 70"/>
            <p:cNvSpPr/>
            <p:nvPr/>
          </p:nvSpPr>
          <p:spPr>
            <a:xfrm rot="9000000">
              <a:off x="8585280" y="-755280"/>
              <a:ext cx="1053000" cy="1053000"/>
            </a:xfrm>
            <a:custGeom>
              <a:avLst/>
              <a:gdLst/>
              <a:ahLst/>
              <a:rect l="l" t="t" r="r" b="b"/>
              <a:pathLst>
                <a:path w="154036" h="154006">
                  <a:moveTo>
                    <a:pt x="60320" y="16914"/>
                  </a:moveTo>
                  <a:cubicBezTo>
                    <a:pt x="91374" y="16914"/>
                    <a:pt x="119378" y="35614"/>
                    <a:pt x="131269" y="64295"/>
                  </a:cubicBezTo>
                  <a:cubicBezTo>
                    <a:pt x="143161" y="92977"/>
                    <a:pt x="136630" y="126002"/>
                    <a:pt x="114664" y="147998"/>
                  </a:cubicBezTo>
                  <a:lnTo>
                    <a:pt x="120702" y="154006"/>
                  </a:lnTo>
                  <a:cubicBezTo>
                    <a:pt x="154036" y="120672"/>
                    <a:pt x="154036" y="66637"/>
                    <a:pt x="120702" y="33334"/>
                  </a:cubicBezTo>
                  <a:cubicBezTo>
                    <a:pt x="87369" y="1"/>
                    <a:pt x="33333" y="1"/>
                    <a:pt x="0" y="33334"/>
                  </a:cubicBezTo>
                  <a:lnTo>
                    <a:pt x="6038" y="39372"/>
                  </a:lnTo>
                  <a:cubicBezTo>
                    <a:pt x="20425" y="24955"/>
                    <a:pt x="39957" y="16883"/>
                    <a:pt x="60320" y="16914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CustomShape 71"/>
            <p:cNvSpPr/>
            <p:nvPr/>
          </p:nvSpPr>
          <p:spPr>
            <a:xfrm rot="9000000">
              <a:off x="8571240" y="-803880"/>
              <a:ext cx="1095840" cy="1095480"/>
            </a:xfrm>
            <a:custGeom>
              <a:avLst/>
              <a:gdLst/>
              <a:ahLst/>
              <a:rect l="l" t="t" r="r" b="b"/>
              <a:pathLst>
                <a:path w="160260" h="160259">
                  <a:moveTo>
                    <a:pt x="6039" y="33549"/>
                  </a:moveTo>
                  <a:cubicBezTo>
                    <a:pt x="39372" y="216"/>
                    <a:pt x="93408" y="216"/>
                    <a:pt x="126741" y="33549"/>
                  </a:cubicBezTo>
                  <a:cubicBezTo>
                    <a:pt x="160075" y="66882"/>
                    <a:pt x="160075" y="120918"/>
                    <a:pt x="126741" y="154221"/>
                  </a:cubicBezTo>
                  <a:lnTo>
                    <a:pt x="132779" y="160259"/>
                  </a:lnTo>
                  <a:cubicBezTo>
                    <a:pt x="150370" y="142668"/>
                    <a:pt x="160259" y="118792"/>
                    <a:pt x="160229" y="93900"/>
                  </a:cubicBezTo>
                  <a:cubicBezTo>
                    <a:pt x="160229" y="42021"/>
                    <a:pt x="118239" y="62"/>
                    <a:pt x="66359" y="62"/>
                  </a:cubicBezTo>
                  <a:cubicBezTo>
                    <a:pt x="41467" y="0"/>
                    <a:pt x="17592" y="9889"/>
                    <a:pt x="1" y="27511"/>
                  </a:cubicBezTo>
                  <a:close/>
                </a:path>
              </a:pathLst>
            </a:custGeom>
            <a:solidFill>
              <a:schemeClr val="lt2"/>
            </a:solidFill>
            <a:ln w="10800">
              <a:solidFill>
                <a:schemeClr val="lt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5" name="CustomShape 72"/>
          <p:cNvSpPr/>
          <p:nvPr/>
        </p:nvSpPr>
        <p:spPr>
          <a:xfrm>
            <a:off x="233640" y="4449960"/>
            <a:ext cx="308160" cy="308160"/>
          </a:xfrm>
          <a:custGeom>
            <a:avLst/>
            <a:gdLst/>
            <a:ahLst/>
            <a:rect l="l" t="t" r="r" b="b"/>
            <a:pathLst>
              <a:path w="18363" h="18363">
                <a:moveTo>
                  <a:pt x="18362" y="8850"/>
                </a:moveTo>
                <a:cubicBezTo>
                  <a:pt x="18362" y="12417"/>
                  <a:pt x="16213" y="15641"/>
                  <a:pt x="12897" y="17013"/>
                </a:cubicBezTo>
                <a:cubicBezTo>
                  <a:pt x="9604" y="18362"/>
                  <a:pt x="5808" y="17608"/>
                  <a:pt x="3270" y="15092"/>
                </a:cubicBezTo>
                <a:cubicBezTo>
                  <a:pt x="755" y="12554"/>
                  <a:pt x="0" y="8758"/>
                  <a:pt x="1372" y="5465"/>
                </a:cubicBezTo>
                <a:cubicBezTo>
                  <a:pt x="2721" y="2150"/>
                  <a:pt x="5946" y="0"/>
                  <a:pt x="9536" y="0"/>
                </a:cubicBezTo>
                <a:cubicBezTo>
                  <a:pt x="14406" y="0"/>
                  <a:pt x="18362" y="3956"/>
                  <a:pt x="18362" y="8850"/>
                </a:cubicBezTo>
                <a:close/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1177200" y="1895040"/>
            <a:ext cx="298188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 type="title"/>
          </p:nvPr>
        </p:nvSpPr>
        <p:spPr>
          <a:xfrm>
            <a:off x="1253520" y="2991960"/>
            <a:ext cx="741240" cy="6505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formato do texto do 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title"/>
          </p:nvPr>
        </p:nvSpPr>
        <p:spPr>
          <a:xfrm>
            <a:off x="5002200" y="1895040"/>
            <a:ext cx="298188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4"/>
          <p:cNvSpPr>
            <a:spLocks noGrp="1"/>
          </p:cNvSpPr>
          <p:nvPr>
            <p:ph type="title"/>
          </p:nvPr>
        </p:nvSpPr>
        <p:spPr>
          <a:xfrm>
            <a:off x="6953760" y="1132200"/>
            <a:ext cx="904320" cy="7927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formato do texto do </a:t>
            </a:r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5"/>
          <p:cNvSpPr>
            <a:spLocks noGrp="1"/>
          </p:cNvSpPr>
          <p:nvPr>
            <p:ph type="title"/>
          </p:nvPr>
        </p:nvSpPr>
        <p:spPr>
          <a:xfrm>
            <a:off x="1174320" y="3709080"/>
            <a:ext cx="298188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6"/>
          <p:cNvSpPr>
            <a:spLocks noGrp="1"/>
          </p:cNvSpPr>
          <p:nvPr>
            <p:ph type="title"/>
          </p:nvPr>
        </p:nvSpPr>
        <p:spPr>
          <a:xfrm>
            <a:off x="1253520" y="3002040"/>
            <a:ext cx="807120" cy="6501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formato do texto do </a:t>
            </a:r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7"/>
          <p:cNvSpPr>
            <a:spLocks noGrp="1"/>
          </p:cNvSpPr>
          <p:nvPr>
            <p:ph type="title"/>
          </p:nvPr>
        </p:nvSpPr>
        <p:spPr>
          <a:xfrm>
            <a:off x="5002200" y="3732120"/>
            <a:ext cx="2981880" cy="4845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8"/>
          <p:cNvSpPr>
            <a:spLocks noGrp="1"/>
          </p:cNvSpPr>
          <p:nvPr>
            <p:ph type="title"/>
          </p:nvPr>
        </p:nvSpPr>
        <p:spPr>
          <a:xfrm>
            <a:off x="7053120" y="3002040"/>
            <a:ext cx="808920" cy="6501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formato do texto do </a:t>
            </a:r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9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editar o formato 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do texto do título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1" name="Group 10"/>
          <p:cNvGrpSpPr/>
          <p:nvPr/>
        </p:nvGrpSpPr>
        <p:grpSpPr>
          <a:xfrm>
            <a:off x="8652960" y="2444040"/>
            <a:ext cx="308520" cy="458280"/>
            <a:chOff x="8652960" y="2444040"/>
            <a:chExt cx="308520" cy="458280"/>
          </a:xfrm>
        </p:grpSpPr>
        <p:sp>
          <p:nvSpPr>
            <p:cNvPr id="552" name="CustomShape 11"/>
            <p:cNvSpPr/>
            <p:nvPr/>
          </p:nvSpPr>
          <p:spPr>
            <a:xfrm>
              <a:off x="8652960" y="2524680"/>
              <a:ext cx="308520" cy="3085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3" name="CustomShape 12"/>
            <p:cNvSpPr/>
            <p:nvPr/>
          </p:nvSpPr>
          <p:spPr>
            <a:xfrm>
              <a:off x="8813160" y="2444040"/>
              <a:ext cx="360" cy="45828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54" name="CustomShape 13"/>
          <p:cNvSpPr/>
          <p:nvPr/>
        </p:nvSpPr>
        <p:spPr>
          <a:xfrm>
            <a:off x="8095320" y="-1763640"/>
            <a:ext cx="2302920" cy="23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55" name="Group 14"/>
          <p:cNvGrpSpPr/>
          <p:nvPr/>
        </p:nvGrpSpPr>
        <p:grpSpPr>
          <a:xfrm>
            <a:off x="176040" y="2444040"/>
            <a:ext cx="308520" cy="458280"/>
            <a:chOff x="176040" y="2444040"/>
            <a:chExt cx="308520" cy="458280"/>
          </a:xfrm>
        </p:grpSpPr>
        <p:sp>
          <p:nvSpPr>
            <p:cNvPr id="556" name="CustomShape 15"/>
            <p:cNvSpPr/>
            <p:nvPr/>
          </p:nvSpPr>
          <p:spPr>
            <a:xfrm>
              <a:off x="176040" y="2524680"/>
              <a:ext cx="308520" cy="3085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7" name="CustomShape 16"/>
            <p:cNvSpPr/>
            <p:nvPr/>
          </p:nvSpPr>
          <p:spPr>
            <a:xfrm>
              <a:off x="335880" y="2444040"/>
              <a:ext cx="360" cy="45828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58" name="Group 17"/>
          <p:cNvGrpSpPr/>
          <p:nvPr/>
        </p:nvGrpSpPr>
        <p:grpSpPr>
          <a:xfrm>
            <a:off x="-688320" y="4799160"/>
            <a:ext cx="1121040" cy="1003680"/>
            <a:chOff x="-688320" y="4799160"/>
            <a:chExt cx="1121040" cy="1003680"/>
          </a:xfrm>
        </p:grpSpPr>
        <p:sp>
          <p:nvSpPr>
            <p:cNvPr id="559" name="CustomShape 18"/>
            <p:cNvSpPr/>
            <p:nvPr/>
          </p:nvSpPr>
          <p:spPr>
            <a:xfrm>
              <a:off x="-68832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0" name="CustomShape 19"/>
            <p:cNvSpPr/>
            <p:nvPr/>
          </p:nvSpPr>
          <p:spPr>
            <a:xfrm>
              <a:off x="-53388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1" name="CustomShape 20"/>
            <p:cNvSpPr/>
            <p:nvPr/>
          </p:nvSpPr>
          <p:spPr>
            <a:xfrm>
              <a:off x="-37944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2" name="CustomShape 21"/>
            <p:cNvSpPr/>
            <p:nvPr/>
          </p:nvSpPr>
          <p:spPr>
            <a:xfrm>
              <a:off x="-225360" y="479916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3" name="CustomShape 22"/>
            <p:cNvSpPr/>
            <p:nvPr/>
          </p:nvSpPr>
          <p:spPr>
            <a:xfrm>
              <a:off x="-7056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4" name="CustomShape 23"/>
            <p:cNvSpPr/>
            <p:nvPr/>
          </p:nvSpPr>
          <p:spPr>
            <a:xfrm>
              <a:off x="8388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CustomShape 24"/>
            <p:cNvSpPr/>
            <p:nvPr/>
          </p:nvSpPr>
          <p:spPr>
            <a:xfrm>
              <a:off x="23796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CustomShape 25"/>
            <p:cNvSpPr/>
            <p:nvPr/>
          </p:nvSpPr>
          <p:spPr>
            <a:xfrm>
              <a:off x="39240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CustomShape 26"/>
            <p:cNvSpPr/>
            <p:nvPr/>
          </p:nvSpPr>
          <p:spPr>
            <a:xfrm>
              <a:off x="-68832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CustomShape 27"/>
            <p:cNvSpPr/>
            <p:nvPr/>
          </p:nvSpPr>
          <p:spPr>
            <a:xfrm>
              <a:off x="-53388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CustomShape 28"/>
            <p:cNvSpPr/>
            <p:nvPr/>
          </p:nvSpPr>
          <p:spPr>
            <a:xfrm>
              <a:off x="-37944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CustomShape 29"/>
            <p:cNvSpPr/>
            <p:nvPr/>
          </p:nvSpPr>
          <p:spPr>
            <a:xfrm>
              <a:off x="-225360" y="496080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CustomShape 30"/>
            <p:cNvSpPr/>
            <p:nvPr/>
          </p:nvSpPr>
          <p:spPr>
            <a:xfrm>
              <a:off x="-7056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CustomShape 31"/>
            <p:cNvSpPr/>
            <p:nvPr/>
          </p:nvSpPr>
          <p:spPr>
            <a:xfrm>
              <a:off x="8388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3" name="CustomShape 32"/>
            <p:cNvSpPr/>
            <p:nvPr/>
          </p:nvSpPr>
          <p:spPr>
            <a:xfrm>
              <a:off x="23796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CustomShape 33"/>
            <p:cNvSpPr/>
            <p:nvPr/>
          </p:nvSpPr>
          <p:spPr>
            <a:xfrm>
              <a:off x="39240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5" name="CustomShape 34"/>
            <p:cNvSpPr/>
            <p:nvPr/>
          </p:nvSpPr>
          <p:spPr>
            <a:xfrm>
              <a:off x="-68292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6" name="CustomShape 35"/>
            <p:cNvSpPr/>
            <p:nvPr/>
          </p:nvSpPr>
          <p:spPr>
            <a:xfrm>
              <a:off x="-52848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CustomShape 36"/>
            <p:cNvSpPr/>
            <p:nvPr/>
          </p:nvSpPr>
          <p:spPr>
            <a:xfrm>
              <a:off x="-37404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8" name="CustomShape 37"/>
            <p:cNvSpPr/>
            <p:nvPr/>
          </p:nvSpPr>
          <p:spPr>
            <a:xfrm>
              <a:off x="-225360" y="5122080"/>
              <a:ext cx="40680" cy="3456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9" name="CustomShape 38"/>
            <p:cNvSpPr/>
            <p:nvPr/>
          </p:nvSpPr>
          <p:spPr>
            <a:xfrm>
              <a:off x="-70560" y="51220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CustomShape 39"/>
            <p:cNvSpPr/>
            <p:nvPr/>
          </p:nvSpPr>
          <p:spPr>
            <a:xfrm>
              <a:off x="8928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1" name="CustomShape 40"/>
            <p:cNvSpPr/>
            <p:nvPr/>
          </p:nvSpPr>
          <p:spPr>
            <a:xfrm>
              <a:off x="24372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2" name="CustomShape 41"/>
            <p:cNvSpPr/>
            <p:nvPr/>
          </p:nvSpPr>
          <p:spPr>
            <a:xfrm>
              <a:off x="39816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CustomShape 42"/>
            <p:cNvSpPr/>
            <p:nvPr/>
          </p:nvSpPr>
          <p:spPr>
            <a:xfrm>
              <a:off x="-68832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4" name="CustomShape 43"/>
            <p:cNvSpPr/>
            <p:nvPr/>
          </p:nvSpPr>
          <p:spPr>
            <a:xfrm>
              <a:off x="-53388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5" name="CustomShape 44"/>
            <p:cNvSpPr/>
            <p:nvPr/>
          </p:nvSpPr>
          <p:spPr>
            <a:xfrm>
              <a:off x="-37944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6" name="CustomShape 45"/>
            <p:cNvSpPr/>
            <p:nvPr/>
          </p:nvSpPr>
          <p:spPr>
            <a:xfrm>
              <a:off x="-225360" y="528336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7" name="CustomShape 46"/>
            <p:cNvSpPr/>
            <p:nvPr/>
          </p:nvSpPr>
          <p:spPr>
            <a:xfrm>
              <a:off x="-7056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8" name="CustomShape 47"/>
            <p:cNvSpPr/>
            <p:nvPr/>
          </p:nvSpPr>
          <p:spPr>
            <a:xfrm>
              <a:off x="8388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9" name="CustomShape 48"/>
            <p:cNvSpPr/>
            <p:nvPr/>
          </p:nvSpPr>
          <p:spPr>
            <a:xfrm>
              <a:off x="23796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0" name="CustomShape 49"/>
            <p:cNvSpPr/>
            <p:nvPr/>
          </p:nvSpPr>
          <p:spPr>
            <a:xfrm>
              <a:off x="39240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1" name="CustomShape 50"/>
            <p:cNvSpPr/>
            <p:nvPr/>
          </p:nvSpPr>
          <p:spPr>
            <a:xfrm>
              <a:off x="-68832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2" name="CustomShape 51"/>
            <p:cNvSpPr/>
            <p:nvPr/>
          </p:nvSpPr>
          <p:spPr>
            <a:xfrm>
              <a:off x="-53388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3" name="CustomShape 52"/>
            <p:cNvSpPr/>
            <p:nvPr/>
          </p:nvSpPr>
          <p:spPr>
            <a:xfrm>
              <a:off x="-37944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4" name="CustomShape 53"/>
            <p:cNvSpPr/>
            <p:nvPr/>
          </p:nvSpPr>
          <p:spPr>
            <a:xfrm>
              <a:off x="-225360" y="544500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5" name="CustomShape 54"/>
            <p:cNvSpPr/>
            <p:nvPr/>
          </p:nvSpPr>
          <p:spPr>
            <a:xfrm>
              <a:off x="-7056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6" name="CustomShape 55"/>
            <p:cNvSpPr/>
            <p:nvPr/>
          </p:nvSpPr>
          <p:spPr>
            <a:xfrm>
              <a:off x="8388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7" name="CustomShape 56"/>
            <p:cNvSpPr/>
            <p:nvPr/>
          </p:nvSpPr>
          <p:spPr>
            <a:xfrm>
              <a:off x="23796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8" name="CustomShape 57"/>
            <p:cNvSpPr/>
            <p:nvPr/>
          </p:nvSpPr>
          <p:spPr>
            <a:xfrm>
              <a:off x="39240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9" name="CustomShape 58"/>
            <p:cNvSpPr/>
            <p:nvPr/>
          </p:nvSpPr>
          <p:spPr>
            <a:xfrm>
              <a:off x="-68292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0" name="CustomShape 59"/>
            <p:cNvSpPr/>
            <p:nvPr/>
          </p:nvSpPr>
          <p:spPr>
            <a:xfrm>
              <a:off x="-52848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1" name="CustomShape 60"/>
            <p:cNvSpPr/>
            <p:nvPr/>
          </p:nvSpPr>
          <p:spPr>
            <a:xfrm>
              <a:off x="-37404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2" name="CustomShape 61"/>
            <p:cNvSpPr/>
            <p:nvPr/>
          </p:nvSpPr>
          <p:spPr>
            <a:xfrm>
              <a:off x="-225360" y="560664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3" name="CustomShape 62"/>
            <p:cNvSpPr/>
            <p:nvPr/>
          </p:nvSpPr>
          <p:spPr>
            <a:xfrm>
              <a:off x="-70560" y="560664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4" name="CustomShape 63"/>
            <p:cNvSpPr/>
            <p:nvPr/>
          </p:nvSpPr>
          <p:spPr>
            <a:xfrm>
              <a:off x="8928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5" name="CustomShape 64"/>
            <p:cNvSpPr/>
            <p:nvPr/>
          </p:nvSpPr>
          <p:spPr>
            <a:xfrm>
              <a:off x="24372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6" name="CustomShape 65"/>
            <p:cNvSpPr/>
            <p:nvPr/>
          </p:nvSpPr>
          <p:spPr>
            <a:xfrm>
              <a:off x="39816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7" name="CustomShape 66"/>
            <p:cNvSpPr/>
            <p:nvPr/>
          </p:nvSpPr>
          <p:spPr>
            <a:xfrm>
              <a:off x="-68292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8" name="CustomShape 67"/>
            <p:cNvSpPr/>
            <p:nvPr/>
          </p:nvSpPr>
          <p:spPr>
            <a:xfrm>
              <a:off x="-52848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9" name="CustomShape 68"/>
            <p:cNvSpPr/>
            <p:nvPr/>
          </p:nvSpPr>
          <p:spPr>
            <a:xfrm>
              <a:off x="-37404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0" name="CustomShape 69"/>
            <p:cNvSpPr/>
            <p:nvPr/>
          </p:nvSpPr>
          <p:spPr>
            <a:xfrm>
              <a:off x="-225360" y="576792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1" name="CustomShape 70"/>
            <p:cNvSpPr/>
            <p:nvPr/>
          </p:nvSpPr>
          <p:spPr>
            <a:xfrm>
              <a:off x="-70560" y="57679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2" name="CustomShape 71"/>
            <p:cNvSpPr/>
            <p:nvPr/>
          </p:nvSpPr>
          <p:spPr>
            <a:xfrm>
              <a:off x="8928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3" name="CustomShape 72"/>
            <p:cNvSpPr/>
            <p:nvPr/>
          </p:nvSpPr>
          <p:spPr>
            <a:xfrm>
              <a:off x="24372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4" name="CustomShape 73"/>
            <p:cNvSpPr/>
            <p:nvPr/>
          </p:nvSpPr>
          <p:spPr>
            <a:xfrm>
              <a:off x="39816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15" name="PlaceHolder 74"/>
          <p:cNvSpPr>
            <a:spLocks noGrp="1"/>
          </p:cNvSpPr>
          <p:nvPr>
            <p:ph type="title"/>
          </p:nvPr>
        </p:nvSpPr>
        <p:spPr>
          <a:xfrm>
            <a:off x="1253520" y="1203840"/>
            <a:ext cx="807120" cy="6501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7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CustomShape 1"/>
          <p:cNvSpPr/>
          <p:nvPr/>
        </p:nvSpPr>
        <p:spPr>
          <a:xfrm>
            <a:off x="240120" y="56160"/>
            <a:ext cx="415080" cy="4150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4" name="CustomShape 2"/>
          <p:cNvSpPr/>
          <p:nvPr/>
        </p:nvSpPr>
        <p:spPr>
          <a:xfrm>
            <a:off x="8480520" y="4660200"/>
            <a:ext cx="415080" cy="4150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CustomShape 3"/>
          <p:cNvSpPr/>
          <p:nvPr/>
        </p:nvSpPr>
        <p:spPr>
          <a:xfrm flipH="1" rot="10800000">
            <a:off x="8557560" y="-156600"/>
            <a:ext cx="835920" cy="598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56" name="Group 4"/>
          <p:cNvGrpSpPr/>
          <p:nvPr/>
        </p:nvGrpSpPr>
        <p:grpSpPr>
          <a:xfrm>
            <a:off x="8424000" y="-456120"/>
            <a:ext cx="1121400" cy="1003680"/>
            <a:chOff x="8424000" y="-456120"/>
            <a:chExt cx="1121400" cy="1003680"/>
          </a:xfrm>
        </p:grpSpPr>
        <p:sp>
          <p:nvSpPr>
            <p:cNvPr id="657" name="CustomShape 5"/>
            <p:cNvSpPr/>
            <p:nvPr/>
          </p:nvSpPr>
          <p:spPr>
            <a:xfrm flipV="1">
              <a:off x="842400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8" name="CustomShape 6"/>
            <p:cNvSpPr/>
            <p:nvPr/>
          </p:nvSpPr>
          <p:spPr>
            <a:xfrm flipV="1">
              <a:off x="857844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9" name="CustomShape 7"/>
            <p:cNvSpPr/>
            <p:nvPr/>
          </p:nvSpPr>
          <p:spPr>
            <a:xfrm flipV="1">
              <a:off x="873288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0" name="CustomShape 8"/>
            <p:cNvSpPr/>
            <p:nvPr/>
          </p:nvSpPr>
          <p:spPr>
            <a:xfrm flipV="1">
              <a:off x="8886960" y="51228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1" name="CustomShape 9"/>
            <p:cNvSpPr/>
            <p:nvPr/>
          </p:nvSpPr>
          <p:spPr>
            <a:xfrm flipV="1">
              <a:off x="904176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2" name="CustomShape 10"/>
            <p:cNvSpPr/>
            <p:nvPr/>
          </p:nvSpPr>
          <p:spPr>
            <a:xfrm flipV="1">
              <a:off x="919620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3" name="CustomShape 11"/>
            <p:cNvSpPr/>
            <p:nvPr/>
          </p:nvSpPr>
          <p:spPr>
            <a:xfrm flipV="1">
              <a:off x="935064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4" name="CustomShape 12"/>
            <p:cNvSpPr/>
            <p:nvPr/>
          </p:nvSpPr>
          <p:spPr>
            <a:xfrm flipV="1">
              <a:off x="950508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5" name="CustomShape 13"/>
            <p:cNvSpPr/>
            <p:nvPr/>
          </p:nvSpPr>
          <p:spPr>
            <a:xfrm flipV="1">
              <a:off x="842400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6" name="CustomShape 14"/>
            <p:cNvSpPr/>
            <p:nvPr/>
          </p:nvSpPr>
          <p:spPr>
            <a:xfrm flipV="1">
              <a:off x="857844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7" name="CustomShape 15"/>
            <p:cNvSpPr/>
            <p:nvPr/>
          </p:nvSpPr>
          <p:spPr>
            <a:xfrm flipV="1">
              <a:off x="873288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8" name="CustomShape 16"/>
            <p:cNvSpPr/>
            <p:nvPr/>
          </p:nvSpPr>
          <p:spPr>
            <a:xfrm flipV="1">
              <a:off x="8886960" y="35064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9" name="CustomShape 17"/>
            <p:cNvSpPr/>
            <p:nvPr/>
          </p:nvSpPr>
          <p:spPr>
            <a:xfrm flipV="1">
              <a:off x="904176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0" name="CustomShape 18"/>
            <p:cNvSpPr/>
            <p:nvPr/>
          </p:nvSpPr>
          <p:spPr>
            <a:xfrm flipV="1">
              <a:off x="919620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1" name="CustomShape 19"/>
            <p:cNvSpPr/>
            <p:nvPr/>
          </p:nvSpPr>
          <p:spPr>
            <a:xfrm flipV="1">
              <a:off x="935064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CustomShape 20"/>
            <p:cNvSpPr/>
            <p:nvPr/>
          </p:nvSpPr>
          <p:spPr>
            <a:xfrm flipV="1">
              <a:off x="950508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3" name="CustomShape 21"/>
            <p:cNvSpPr/>
            <p:nvPr/>
          </p:nvSpPr>
          <p:spPr>
            <a:xfrm flipV="1">
              <a:off x="842976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4" name="CustomShape 22"/>
            <p:cNvSpPr/>
            <p:nvPr/>
          </p:nvSpPr>
          <p:spPr>
            <a:xfrm flipV="1">
              <a:off x="858384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5" name="CustomShape 23"/>
            <p:cNvSpPr/>
            <p:nvPr/>
          </p:nvSpPr>
          <p:spPr>
            <a:xfrm flipV="1">
              <a:off x="873828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6" name="CustomShape 24"/>
            <p:cNvSpPr/>
            <p:nvPr/>
          </p:nvSpPr>
          <p:spPr>
            <a:xfrm flipV="1">
              <a:off x="8886960" y="190080"/>
              <a:ext cx="40680" cy="3456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7" name="CustomShape 25"/>
            <p:cNvSpPr/>
            <p:nvPr/>
          </p:nvSpPr>
          <p:spPr>
            <a:xfrm flipV="1">
              <a:off x="9041760" y="1900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8" name="CustomShape 26"/>
            <p:cNvSpPr/>
            <p:nvPr/>
          </p:nvSpPr>
          <p:spPr>
            <a:xfrm flipV="1">
              <a:off x="920160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9" name="CustomShape 27"/>
            <p:cNvSpPr/>
            <p:nvPr/>
          </p:nvSpPr>
          <p:spPr>
            <a:xfrm flipV="1">
              <a:off x="935604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CustomShape 28"/>
            <p:cNvSpPr/>
            <p:nvPr/>
          </p:nvSpPr>
          <p:spPr>
            <a:xfrm flipV="1">
              <a:off x="951048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CustomShape 29"/>
            <p:cNvSpPr/>
            <p:nvPr/>
          </p:nvSpPr>
          <p:spPr>
            <a:xfrm flipV="1">
              <a:off x="842400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CustomShape 30"/>
            <p:cNvSpPr/>
            <p:nvPr/>
          </p:nvSpPr>
          <p:spPr>
            <a:xfrm flipV="1">
              <a:off x="857844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CustomShape 31"/>
            <p:cNvSpPr/>
            <p:nvPr/>
          </p:nvSpPr>
          <p:spPr>
            <a:xfrm flipV="1">
              <a:off x="873288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4" name="CustomShape 32"/>
            <p:cNvSpPr/>
            <p:nvPr/>
          </p:nvSpPr>
          <p:spPr>
            <a:xfrm flipV="1">
              <a:off x="8886960" y="2736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5" name="CustomShape 33"/>
            <p:cNvSpPr/>
            <p:nvPr/>
          </p:nvSpPr>
          <p:spPr>
            <a:xfrm flipV="1">
              <a:off x="904176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CustomShape 34"/>
            <p:cNvSpPr/>
            <p:nvPr/>
          </p:nvSpPr>
          <p:spPr>
            <a:xfrm flipV="1">
              <a:off x="919620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7" name="CustomShape 35"/>
            <p:cNvSpPr/>
            <p:nvPr/>
          </p:nvSpPr>
          <p:spPr>
            <a:xfrm flipV="1">
              <a:off x="935064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8" name="CustomShape 36"/>
            <p:cNvSpPr/>
            <p:nvPr/>
          </p:nvSpPr>
          <p:spPr>
            <a:xfrm flipV="1">
              <a:off x="950508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CustomShape 37"/>
            <p:cNvSpPr/>
            <p:nvPr/>
          </p:nvSpPr>
          <p:spPr>
            <a:xfrm flipV="1">
              <a:off x="842400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CustomShape 38"/>
            <p:cNvSpPr/>
            <p:nvPr/>
          </p:nvSpPr>
          <p:spPr>
            <a:xfrm flipV="1">
              <a:off x="857844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CustomShape 39"/>
            <p:cNvSpPr/>
            <p:nvPr/>
          </p:nvSpPr>
          <p:spPr>
            <a:xfrm flipV="1">
              <a:off x="873288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CustomShape 40"/>
            <p:cNvSpPr/>
            <p:nvPr/>
          </p:nvSpPr>
          <p:spPr>
            <a:xfrm flipV="1">
              <a:off x="8886960" y="-13356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CustomShape 41"/>
            <p:cNvSpPr/>
            <p:nvPr/>
          </p:nvSpPr>
          <p:spPr>
            <a:xfrm flipV="1">
              <a:off x="904176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CustomShape 42"/>
            <p:cNvSpPr/>
            <p:nvPr/>
          </p:nvSpPr>
          <p:spPr>
            <a:xfrm flipV="1">
              <a:off x="919620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CustomShape 43"/>
            <p:cNvSpPr/>
            <p:nvPr/>
          </p:nvSpPr>
          <p:spPr>
            <a:xfrm flipV="1">
              <a:off x="935064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CustomShape 44"/>
            <p:cNvSpPr/>
            <p:nvPr/>
          </p:nvSpPr>
          <p:spPr>
            <a:xfrm flipV="1">
              <a:off x="950508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CustomShape 45"/>
            <p:cNvSpPr/>
            <p:nvPr/>
          </p:nvSpPr>
          <p:spPr>
            <a:xfrm flipV="1">
              <a:off x="842976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CustomShape 46"/>
            <p:cNvSpPr/>
            <p:nvPr/>
          </p:nvSpPr>
          <p:spPr>
            <a:xfrm flipV="1">
              <a:off x="858384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CustomShape 47"/>
            <p:cNvSpPr/>
            <p:nvPr/>
          </p:nvSpPr>
          <p:spPr>
            <a:xfrm flipV="1">
              <a:off x="873828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0" name="CustomShape 48"/>
            <p:cNvSpPr/>
            <p:nvPr/>
          </p:nvSpPr>
          <p:spPr>
            <a:xfrm flipV="1">
              <a:off x="8886960" y="-29520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1" name="CustomShape 49"/>
            <p:cNvSpPr/>
            <p:nvPr/>
          </p:nvSpPr>
          <p:spPr>
            <a:xfrm flipV="1">
              <a:off x="9041760" y="-2941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2" name="CustomShape 50"/>
            <p:cNvSpPr/>
            <p:nvPr/>
          </p:nvSpPr>
          <p:spPr>
            <a:xfrm flipV="1">
              <a:off x="920160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3" name="CustomShape 51"/>
            <p:cNvSpPr/>
            <p:nvPr/>
          </p:nvSpPr>
          <p:spPr>
            <a:xfrm flipV="1">
              <a:off x="935604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4" name="CustomShape 52"/>
            <p:cNvSpPr/>
            <p:nvPr/>
          </p:nvSpPr>
          <p:spPr>
            <a:xfrm flipV="1">
              <a:off x="951048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CustomShape 53"/>
            <p:cNvSpPr/>
            <p:nvPr/>
          </p:nvSpPr>
          <p:spPr>
            <a:xfrm flipV="1">
              <a:off x="842976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6" name="CustomShape 54"/>
            <p:cNvSpPr/>
            <p:nvPr/>
          </p:nvSpPr>
          <p:spPr>
            <a:xfrm flipV="1">
              <a:off x="858384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7" name="CustomShape 55"/>
            <p:cNvSpPr/>
            <p:nvPr/>
          </p:nvSpPr>
          <p:spPr>
            <a:xfrm flipV="1">
              <a:off x="873828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8" name="CustomShape 56"/>
            <p:cNvSpPr/>
            <p:nvPr/>
          </p:nvSpPr>
          <p:spPr>
            <a:xfrm flipV="1">
              <a:off x="8886960" y="-45648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9" name="CustomShape 57"/>
            <p:cNvSpPr/>
            <p:nvPr/>
          </p:nvSpPr>
          <p:spPr>
            <a:xfrm flipV="1">
              <a:off x="9041760" y="-4557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0" name="CustomShape 58"/>
            <p:cNvSpPr/>
            <p:nvPr/>
          </p:nvSpPr>
          <p:spPr>
            <a:xfrm flipV="1">
              <a:off x="920160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CustomShape 59"/>
            <p:cNvSpPr/>
            <p:nvPr/>
          </p:nvSpPr>
          <p:spPr>
            <a:xfrm flipV="1">
              <a:off x="935604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CustomShape 60"/>
            <p:cNvSpPr/>
            <p:nvPr/>
          </p:nvSpPr>
          <p:spPr>
            <a:xfrm flipV="1">
              <a:off x="951048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13" name="Group 61"/>
          <p:cNvGrpSpPr/>
          <p:nvPr/>
        </p:nvGrpSpPr>
        <p:grpSpPr>
          <a:xfrm>
            <a:off x="261360" y="-360"/>
            <a:ext cx="354960" cy="527400"/>
            <a:chOff x="261360" y="-360"/>
            <a:chExt cx="354960" cy="527400"/>
          </a:xfrm>
        </p:grpSpPr>
        <p:sp>
          <p:nvSpPr>
            <p:cNvPr id="714" name="CustomShape 62"/>
            <p:cNvSpPr/>
            <p:nvPr/>
          </p:nvSpPr>
          <p:spPr>
            <a:xfrm flipV="1">
              <a:off x="261360" y="79200"/>
              <a:ext cx="354960" cy="35496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CustomShape 63"/>
            <p:cNvSpPr/>
            <p:nvPr/>
          </p:nvSpPr>
          <p:spPr>
            <a:xfrm flipV="1">
              <a:off x="445680" y="-720"/>
              <a:ext cx="360" cy="52740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16" name="CustomShape 64"/>
          <p:cNvSpPr/>
          <p:nvPr/>
        </p:nvSpPr>
        <p:spPr>
          <a:xfrm flipH="1" rot="10800000">
            <a:off x="8652960" y="4492800"/>
            <a:ext cx="354960" cy="354960"/>
          </a:xfrm>
          <a:custGeom>
            <a:avLst/>
            <a:gdLst/>
            <a:ahLst/>
            <a:rect l="l" t="t" r="r" b="b"/>
            <a:pathLst>
              <a:path w="18386" h="18386">
                <a:moveTo>
                  <a:pt x="18385" y="8850"/>
                </a:moveTo>
                <a:cubicBezTo>
                  <a:pt x="18385" y="12418"/>
                  <a:pt x="16213" y="15642"/>
                  <a:pt x="12920" y="17014"/>
                </a:cubicBezTo>
                <a:cubicBezTo>
                  <a:pt x="9628" y="18386"/>
                  <a:pt x="5809" y="17631"/>
                  <a:pt x="3294" y="15093"/>
                </a:cubicBezTo>
                <a:cubicBezTo>
                  <a:pt x="755" y="12578"/>
                  <a:pt x="1" y="8759"/>
                  <a:pt x="1373" y="5466"/>
                </a:cubicBezTo>
                <a:cubicBezTo>
                  <a:pt x="2745" y="2173"/>
                  <a:pt x="5969" y="1"/>
                  <a:pt x="9536" y="1"/>
                </a:cubicBezTo>
                <a:cubicBezTo>
                  <a:pt x="14407" y="24"/>
                  <a:pt x="18363" y="3980"/>
                  <a:pt x="18385" y="8850"/>
                </a:cubicBezTo>
                <a:close/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17" name="PlaceHolder 65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do texto do </a:t>
            </a: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PlaceHolder 66"/>
          <p:cNvSpPr>
            <a:spLocks noGrp="1"/>
          </p:cNvSpPr>
          <p:nvPr>
            <p:ph type="title"/>
          </p:nvPr>
        </p:nvSpPr>
        <p:spPr>
          <a:xfrm>
            <a:off x="720000" y="189000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PlaceHolder 67"/>
          <p:cNvSpPr>
            <a:spLocks noGrp="1"/>
          </p:cNvSpPr>
          <p:nvPr>
            <p:ph type="title"/>
          </p:nvPr>
        </p:nvSpPr>
        <p:spPr>
          <a:xfrm>
            <a:off x="3403800" y="189000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68"/>
          <p:cNvSpPr>
            <a:spLocks noGrp="1"/>
          </p:cNvSpPr>
          <p:nvPr>
            <p:ph type="title"/>
          </p:nvPr>
        </p:nvSpPr>
        <p:spPr>
          <a:xfrm>
            <a:off x="6087600" y="189000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69"/>
          <p:cNvSpPr>
            <a:spLocks noGrp="1"/>
          </p:cNvSpPr>
          <p:nvPr>
            <p:ph type="title"/>
          </p:nvPr>
        </p:nvSpPr>
        <p:spPr>
          <a:xfrm>
            <a:off x="720000" y="377172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70"/>
          <p:cNvSpPr>
            <a:spLocks noGrp="1"/>
          </p:cNvSpPr>
          <p:nvPr>
            <p:ph type="title"/>
          </p:nvPr>
        </p:nvSpPr>
        <p:spPr>
          <a:xfrm>
            <a:off x="3403800" y="377172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71"/>
          <p:cNvSpPr>
            <a:spLocks noGrp="1"/>
          </p:cNvSpPr>
          <p:nvPr>
            <p:ph type="title"/>
          </p:nvPr>
        </p:nvSpPr>
        <p:spPr>
          <a:xfrm>
            <a:off x="6087600" y="377172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PlaceHolder 72"/>
          <p:cNvSpPr>
            <a:spLocks noGrp="1"/>
          </p:cNvSpPr>
          <p:nvPr>
            <p:ph type="title"/>
          </p:nvPr>
        </p:nvSpPr>
        <p:spPr>
          <a:xfrm>
            <a:off x="1584000" y="126900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73"/>
          <p:cNvSpPr>
            <a:spLocks noGrp="1"/>
          </p:cNvSpPr>
          <p:nvPr>
            <p:ph type="title"/>
          </p:nvPr>
        </p:nvSpPr>
        <p:spPr>
          <a:xfrm>
            <a:off x="1584000" y="315252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74"/>
          <p:cNvSpPr>
            <a:spLocks noGrp="1"/>
          </p:cNvSpPr>
          <p:nvPr>
            <p:ph type="title"/>
          </p:nvPr>
        </p:nvSpPr>
        <p:spPr>
          <a:xfrm>
            <a:off x="4268160" y="126900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75"/>
          <p:cNvSpPr>
            <a:spLocks noGrp="1"/>
          </p:cNvSpPr>
          <p:nvPr>
            <p:ph type="title"/>
          </p:nvPr>
        </p:nvSpPr>
        <p:spPr>
          <a:xfrm>
            <a:off x="4268160" y="315252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PlaceHolder 76"/>
          <p:cNvSpPr>
            <a:spLocks noGrp="1"/>
          </p:cNvSpPr>
          <p:nvPr>
            <p:ph type="title"/>
          </p:nvPr>
        </p:nvSpPr>
        <p:spPr>
          <a:xfrm>
            <a:off x="6951960" y="126900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77"/>
          <p:cNvSpPr>
            <a:spLocks noGrp="1"/>
          </p:cNvSpPr>
          <p:nvPr>
            <p:ph type="title"/>
          </p:nvPr>
        </p:nvSpPr>
        <p:spPr>
          <a:xfrm>
            <a:off x="6952320" y="315252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7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CustomShape 1"/>
          <p:cNvSpPr/>
          <p:nvPr/>
        </p:nvSpPr>
        <p:spPr>
          <a:xfrm>
            <a:off x="240120" y="56160"/>
            <a:ext cx="415080" cy="4150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8" name="CustomShape 2"/>
          <p:cNvSpPr/>
          <p:nvPr/>
        </p:nvSpPr>
        <p:spPr>
          <a:xfrm>
            <a:off x="8480520" y="4660200"/>
            <a:ext cx="415080" cy="41508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9" name="CustomShape 3"/>
          <p:cNvSpPr/>
          <p:nvPr/>
        </p:nvSpPr>
        <p:spPr>
          <a:xfrm flipH="1" rot="10800000">
            <a:off x="8557560" y="-156600"/>
            <a:ext cx="835920" cy="598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70" name="Group 4"/>
          <p:cNvGrpSpPr/>
          <p:nvPr/>
        </p:nvGrpSpPr>
        <p:grpSpPr>
          <a:xfrm>
            <a:off x="8424000" y="-456120"/>
            <a:ext cx="1121400" cy="1003680"/>
            <a:chOff x="8424000" y="-456120"/>
            <a:chExt cx="1121400" cy="1003680"/>
          </a:xfrm>
        </p:grpSpPr>
        <p:sp>
          <p:nvSpPr>
            <p:cNvPr id="771" name="CustomShape 5"/>
            <p:cNvSpPr/>
            <p:nvPr/>
          </p:nvSpPr>
          <p:spPr>
            <a:xfrm flipV="1">
              <a:off x="842400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2" name="CustomShape 6"/>
            <p:cNvSpPr/>
            <p:nvPr/>
          </p:nvSpPr>
          <p:spPr>
            <a:xfrm flipV="1">
              <a:off x="857844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3" name="CustomShape 7"/>
            <p:cNvSpPr/>
            <p:nvPr/>
          </p:nvSpPr>
          <p:spPr>
            <a:xfrm flipV="1">
              <a:off x="873288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4" name="CustomShape 8"/>
            <p:cNvSpPr/>
            <p:nvPr/>
          </p:nvSpPr>
          <p:spPr>
            <a:xfrm flipV="1">
              <a:off x="8886960" y="51228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CustomShape 9"/>
            <p:cNvSpPr/>
            <p:nvPr/>
          </p:nvSpPr>
          <p:spPr>
            <a:xfrm flipV="1">
              <a:off x="904176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CustomShape 10"/>
            <p:cNvSpPr/>
            <p:nvPr/>
          </p:nvSpPr>
          <p:spPr>
            <a:xfrm flipV="1">
              <a:off x="919620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CustomShape 11"/>
            <p:cNvSpPr/>
            <p:nvPr/>
          </p:nvSpPr>
          <p:spPr>
            <a:xfrm flipV="1">
              <a:off x="935064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CustomShape 12"/>
            <p:cNvSpPr/>
            <p:nvPr/>
          </p:nvSpPr>
          <p:spPr>
            <a:xfrm flipV="1">
              <a:off x="9505080" y="51300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CustomShape 13"/>
            <p:cNvSpPr/>
            <p:nvPr/>
          </p:nvSpPr>
          <p:spPr>
            <a:xfrm flipV="1">
              <a:off x="842400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CustomShape 14"/>
            <p:cNvSpPr/>
            <p:nvPr/>
          </p:nvSpPr>
          <p:spPr>
            <a:xfrm flipV="1">
              <a:off x="857844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CustomShape 15"/>
            <p:cNvSpPr/>
            <p:nvPr/>
          </p:nvSpPr>
          <p:spPr>
            <a:xfrm flipV="1">
              <a:off x="873288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CustomShape 16"/>
            <p:cNvSpPr/>
            <p:nvPr/>
          </p:nvSpPr>
          <p:spPr>
            <a:xfrm flipV="1">
              <a:off x="8886960" y="35064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CustomShape 17"/>
            <p:cNvSpPr/>
            <p:nvPr/>
          </p:nvSpPr>
          <p:spPr>
            <a:xfrm flipV="1">
              <a:off x="904176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CustomShape 18"/>
            <p:cNvSpPr/>
            <p:nvPr/>
          </p:nvSpPr>
          <p:spPr>
            <a:xfrm flipV="1">
              <a:off x="919620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CustomShape 19"/>
            <p:cNvSpPr/>
            <p:nvPr/>
          </p:nvSpPr>
          <p:spPr>
            <a:xfrm flipV="1">
              <a:off x="935064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CustomShape 20"/>
            <p:cNvSpPr/>
            <p:nvPr/>
          </p:nvSpPr>
          <p:spPr>
            <a:xfrm flipV="1">
              <a:off x="9505080" y="35172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CustomShape 21"/>
            <p:cNvSpPr/>
            <p:nvPr/>
          </p:nvSpPr>
          <p:spPr>
            <a:xfrm flipV="1">
              <a:off x="842976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CustomShape 22"/>
            <p:cNvSpPr/>
            <p:nvPr/>
          </p:nvSpPr>
          <p:spPr>
            <a:xfrm flipV="1">
              <a:off x="858384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CustomShape 23"/>
            <p:cNvSpPr/>
            <p:nvPr/>
          </p:nvSpPr>
          <p:spPr>
            <a:xfrm flipV="1">
              <a:off x="873828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CustomShape 24"/>
            <p:cNvSpPr/>
            <p:nvPr/>
          </p:nvSpPr>
          <p:spPr>
            <a:xfrm flipV="1">
              <a:off x="8886960" y="190080"/>
              <a:ext cx="40680" cy="3456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CustomShape 25"/>
            <p:cNvSpPr/>
            <p:nvPr/>
          </p:nvSpPr>
          <p:spPr>
            <a:xfrm flipV="1">
              <a:off x="9041760" y="1900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CustomShape 26"/>
            <p:cNvSpPr/>
            <p:nvPr/>
          </p:nvSpPr>
          <p:spPr>
            <a:xfrm flipV="1">
              <a:off x="920160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CustomShape 27"/>
            <p:cNvSpPr/>
            <p:nvPr/>
          </p:nvSpPr>
          <p:spPr>
            <a:xfrm flipV="1">
              <a:off x="935604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CustomShape 28"/>
            <p:cNvSpPr/>
            <p:nvPr/>
          </p:nvSpPr>
          <p:spPr>
            <a:xfrm flipV="1">
              <a:off x="9510480" y="18936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5" name="CustomShape 29"/>
            <p:cNvSpPr/>
            <p:nvPr/>
          </p:nvSpPr>
          <p:spPr>
            <a:xfrm flipV="1">
              <a:off x="842400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6" name="CustomShape 30"/>
            <p:cNvSpPr/>
            <p:nvPr/>
          </p:nvSpPr>
          <p:spPr>
            <a:xfrm flipV="1">
              <a:off x="857844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7" name="CustomShape 31"/>
            <p:cNvSpPr/>
            <p:nvPr/>
          </p:nvSpPr>
          <p:spPr>
            <a:xfrm flipV="1">
              <a:off x="873288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8" name="CustomShape 32"/>
            <p:cNvSpPr/>
            <p:nvPr/>
          </p:nvSpPr>
          <p:spPr>
            <a:xfrm flipV="1">
              <a:off x="8886960" y="2736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CustomShape 33"/>
            <p:cNvSpPr/>
            <p:nvPr/>
          </p:nvSpPr>
          <p:spPr>
            <a:xfrm flipV="1">
              <a:off x="904176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CustomShape 34"/>
            <p:cNvSpPr/>
            <p:nvPr/>
          </p:nvSpPr>
          <p:spPr>
            <a:xfrm flipV="1">
              <a:off x="919620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1" name="CustomShape 35"/>
            <p:cNvSpPr/>
            <p:nvPr/>
          </p:nvSpPr>
          <p:spPr>
            <a:xfrm flipV="1">
              <a:off x="935064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CustomShape 36"/>
            <p:cNvSpPr/>
            <p:nvPr/>
          </p:nvSpPr>
          <p:spPr>
            <a:xfrm flipV="1">
              <a:off x="9505080" y="2844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3" name="CustomShape 37"/>
            <p:cNvSpPr/>
            <p:nvPr/>
          </p:nvSpPr>
          <p:spPr>
            <a:xfrm flipV="1">
              <a:off x="842400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CustomShape 38"/>
            <p:cNvSpPr/>
            <p:nvPr/>
          </p:nvSpPr>
          <p:spPr>
            <a:xfrm flipV="1">
              <a:off x="857844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5" name="CustomShape 39"/>
            <p:cNvSpPr/>
            <p:nvPr/>
          </p:nvSpPr>
          <p:spPr>
            <a:xfrm flipV="1">
              <a:off x="873288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6" name="CustomShape 40"/>
            <p:cNvSpPr/>
            <p:nvPr/>
          </p:nvSpPr>
          <p:spPr>
            <a:xfrm flipV="1">
              <a:off x="8886960" y="-13356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CustomShape 41"/>
            <p:cNvSpPr/>
            <p:nvPr/>
          </p:nvSpPr>
          <p:spPr>
            <a:xfrm flipV="1">
              <a:off x="904176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8" name="CustomShape 42"/>
            <p:cNvSpPr/>
            <p:nvPr/>
          </p:nvSpPr>
          <p:spPr>
            <a:xfrm flipV="1">
              <a:off x="919620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9" name="CustomShape 43"/>
            <p:cNvSpPr/>
            <p:nvPr/>
          </p:nvSpPr>
          <p:spPr>
            <a:xfrm flipV="1">
              <a:off x="935064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0" name="CustomShape 44"/>
            <p:cNvSpPr/>
            <p:nvPr/>
          </p:nvSpPr>
          <p:spPr>
            <a:xfrm flipV="1">
              <a:off x="9505080" y="-13248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1" name="CustomShape 45"/>
            <p:cNvSpPr/>
            <p:nvPr/>
          </p:nvSpPr>
          <p:spPr>
            <a:xfrm flipV="1">
              <a:off x="842976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2" name="CustomShape 46"/>
            <p:cNvSpPr/>
            <p:nvPr/>
          </p:nvSpPr>
          <p:spPr>
            <a:xfrm flipV="1">
              <a:off x="858384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3" name="CustomShape 47"/>
            <p:cNvSpPr/>
            <p:nvPr/>
          </p:nvSpPr>
          <p:spPr>
            <a:xfrm flipV="1">
              <a:off x="873828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4" name="CustomShape 48"/>
            <p:cNvSpPr/>
            <p:nvPr/>
          </p:nvSpPr>
          <p:spPr>
            <a:xfrm flipV="1">
              <a:off x="8886960" y="-29520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5" name="CustomShape 49"/>
            <p:cNvSpPr/>
            <p:nvPr/>
          </p:nvSpPr>
          <p:spPr>
            <a:xfrm flipV="1">
              <a:off x="9041760" y="-2941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6" name="CustomShape 50"/>
            <p:cNvSpPr/>
            <p:nvPr/>
          </p:nvSpPr>
          <p:spPr>
            <a:xfrm flipV="1">
              <a:off x="920160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7" name="CustomShape 51"/>
            <p:cNvSpPr/>
            <p:nvPr/>
          </p:nvSpPr>
          <p:spPr>
            <a:xfrm flipV="1">
              <a:off x="935604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8" name="CustomShape 52"/>
            <p:cNvSpPr/>
            <p:nvPr/>
          </p:nvSpPr>
          <p:spPr>
            <a:xfrm flipV="1">
              <a:off x="9510480" y="-2952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9" name="CustomShape 53"/>
            <p:cNvSpPr/>
            <p:nvPr/>
          </p:nvSpPr>
          <p:spPr>
            <a:xfrm flipV="1">
              <a:off x="842976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0" name="CustomShape 54"/>
            <p:cNvSpPr/>
            <p:nvPr/>
          </p:nvSpPr>
          <p:spPr>
            <a:xfrm flipV="1">
              <a:off x="858384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1" name="CustomShape 55"/>
            <p:cNvSpPr/>
            <p:nvPr/>
          </p:nvSpPr>
          <p:spPr>
            <a:xfrm flipV="1">
              <a:off x="873828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2" name="CustomShape 56"/>
            <p:cNvSpPr/>
            <p:nvPr/>
          </p:nvSpPr>
          <p:spPr>
            <a:xfrm flipV="1">
              <a:off x="8886960" y="-45648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3" name="CustomShape 57"/>
            <p:cNvSpPr/>
            <p:nvPr/>
          </p:nvSpPr>
          <p:spPr>
            <a:xfrm flipV="1">
              <a:off x="9041760" y="-4557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4" name="CustomShape 58"/>
            <p:cNvSpPr/>
            <p:nvPr/>
          </p:nvSpPr>
          <p:spPr>
            <a:xfrm flipV="1">
              <a:off x="920160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5" name="CustomShape 59"/>
            <p:cNvSpPr/>
            <p:nvPr/>
          </p:nvSpPr>
          <p:spPr>
            <a:xfrm flipV="1">
              <a:off x="935604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6" name="CustomShape 60"/>
            <p:cNvSpPr/>
            <p:nvPr/>
          </p:nvSpPr>
          <p:spPr>
            <a:xfrm flipV="1">
              <a:off x="9510480" y="-45576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27" name="Group 61"/>
          <p:cNvGrpSpPr/>
          <p:nvPr/>
        </p:nvGrpSpPr>
        <p:grpSpPr>
          <a:xfrm>
            <a:off x="261360" y="-360"/>
            <a:ext cx="354960" cy="527400"/>
            <a:chOff x="261360" y="-360"/>
            <a:chExt cx="354960" cy="527400"/>
          </a:xfrm>
        </p:grpSpPr>
        <p:sp>
          <p:nvSpPr>
            <p:cNvPr id="828" name="CustomShape 62"/>
            <p:cNvSpPr/>
            <p:nvPr/>
          </p:nvSpPr>
          <p:spPr>
            <a:xfrm flipV="1">
              <a:off x="261360" y="79200"/>
              <a:ext cx="354960" cy="35496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9" name="CustomShape 63"/>
            <p:cNvSpPr/>
            <p:nvPr/>
          </p:nvSpPr>
          <p:spPr>
            <a:xfrm flipV="1">
              <a:off x="445680" y="-720"/>
              <a:ext cx="360" cy="52740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30" name="CustomShape 64"/>
          <p:cNvSpPr/>
          <p:nvPr/>
        </p:nvSpPr>
        <p:spPr>
          <a:xfrm flipH="1" rot="10800000">
            <a:off x="8652960" y="4492800"/>
            <a:ext cx="354960" cy="354960"/>
          </a:xfrm>
          <a:custGeom>
            <a:avLst/>
            <a:gdLst/>
            <a:ahLst/>
            <a:rect l="l" t="t" r="r" b="b"/>
            <a:pathLst>
              <a:path w="18386" h="18386">
                <a:moveTo>
                  <a:pt x="18385" y="8850"/>
                </a:moveTo>
                <a:cubicBezTo>
                  <a:pt x="18385" y="12418"/>
                  <a:pt x="16213" y="15642"/>
                  <a:pt x="12920" y="17014"/>
                </a:cubicBezTo>
                <a:cubicBezTo>
                  <a:pt x="9628" y="18386"/>
                  <a:pt x="5809" y="17631"/>
                  <a:pt x="3294" y="15093"/>
                </a:cubicBezTo>
                <a:cubicBezTo>
                  <a:pt x="755" y="12578"/>
                  <a:pt x="1" y="8759"/>
                  <a:pt x="1373" y="5466"/>
                </a:cubicBezTo>
                <a:cubicBezTo>
                  <a:pt x="2745" y="2173"/>
                  <a:pt x="5969" y="1"/>
                  <a:pt x="9536" y="1"/>
                </a:cubicBezTo>
                <a:cubicBezTo>
                  <a:pt x="14407" y="24"/>
                  <a:pt x="18363" y="3980"/>
                  <a:pt x="18385" y="8850"/>
                </a:cubicBezTo>
                <a:close/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31" name="PlaceHolder 65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66"/>
          <p:cNvSpPr>
            <a:spLocks noGrp="1"/>
          </p:cNvSpPr>
          <p:nvPr>
            <p:ph type="title"/>
          </p:nvPr>
        </p:nvSpPr>
        <p:spPr>
          <a:xfrm>
            <a:off x="720000" y="189000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67"/>
          <p:cNvSpPr>
            <a:spLocks noGrp="1"/>
          </p:cNvSpPr>
          <p:nvPr>
            <p:ph type="title"/>
          </p:nvPr>
        </p:nvSpPr>
        <p:spPr>
          <a:xfrm>
            <a:off x="3403800" y="189000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PlaceHolder 68"/>
          <p:cNvSpPr>
            <a:spLocks noGrp="1"/>
          </p:cNvSpPr>
          <p:nvPr>
            <p:ph type="title"/>
          </p:nvPr>
        </p:nvSpPr>
        <p:spPr>
          <a:xfrm>
            <a:off x="6087600" y="189000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PlaceHolder 69"/>
          <p:cNvSpPr>
            <a:spLocks noGrp="1"/>
          </p:cNvSpPr>
          <p:nvPr>
            <p:ph type="title"/>
          </p:nvPr>
        </p:nvSpPr>
        <p:spPr>
          <a:xfrm>
            <a:off x="720000" y="377172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70"/>
          <p:cNvSpPr>
            <a:spLocks noGrp="1"/>
          </p:cNvSpPr>
          <p:nvPr>
            <p:ph type="title"/>
          </p:nvPr>
        </p:nvSpPr>
        <p:spPr>
          <a:xfrm>
            <a:off x="3403800" y="377172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PlaceHolder 71"/>
          <p:cNvSpPr>
            <a:spLocks noGrp="1"/>
          </p:cNvSpPr>
          <p:nvPr>
            <p:ph type="title"/>
          </p:nvPr>
        </p:nvSpPr>
        <p:spPr>
          <a:xfrm>
            <a:off x="6087600" y="3771720"/>
            <a:ext cx="233604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72"/>
          <p:cNvSpPr>
            <a:spLocks noGrp="1"/>
          </p:cNvSpPr>
          <p:nvPr>
            <p:ph type="title"/>
          </p:nvPr>
        </p:nvSpPr>
        <p:spPr>
          <a:xfrm>
            <a:off x="1584000" y="126900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73"/>
          <p:cNvSpPr>
            <a:spLocks noGrp="1"/>
          </p:cNvSpPr>
          <p:nvPr>
            <p:ph type="title"/>
          </p:nvPr>
        </p:nvSpPr>
        <p:spPr>
          <a:xfrm>
            <a:off x="1584000" y="315252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PlaceHolder 74"/>
          <p:cNvSpPr>
            <a:spLocks noGrp="1"/>
          </p:cNvSpPr>
          <p:nvPr>
            <p:ph type="title"/>
          </p:nvPr>
        </p:nvSpPr>
        <p:spPr>
          <a:xfrm>
            <a:off x="4268160" y="126900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PlaceHolder 75"/>
          <p:cNvSpPr>
            <a:spLocks noGrp="1"/>
          </p:cNvSpPr>
          <p:nvPr>
            <p:ph type="title"/>
          </p:nvPr>
        </p:nvSpPr>
        <p:spPr>
          <a:xfrm>
            <a:off x="4268160" y="315252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76"/>
          <p:cNvSpPr>
            <a:spLocks noGrp="1"/>
          </p:cNvSpPr>
          <p:nvPr>
            <p:ph type="title"/>
          </p:nvPr>
        </p:nvSpPr>
        <p:spPr>
          <a:xfrm>
            <a:off x="6951960" y="126900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77"/>
          <p:cNvSpPr>
            <a:spLocks noGrp="1"/>
          </p:cNvSpPr>
          <p:nvPr>
            <p:ph type="title"/>
          </p:nvPr>
        </p:nvSpPr>
        <p:spPr>
          <a:xfrm>
            <a:off x="6952320" y="3152520"/>
            <a:ext cx="607680" cy="572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PlaceHolder 7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CustomShape 2"/>
          <p:cNvSpPr/>
          <p:nvPr/>
        </p:nvSpPr>
        <p:spPr>
          <a:xfrm>
            <a:off x="8430840" y="4621680"/>
            <a:ext cx="835920" cy="598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83" name="Group 3"/>
          <p:cNvGrpSpPr/>
          <p:nvPr/>
        </p:nvGrpSpPr>
        <p:grpSpPr>
          <a:xfrm>
            <a:off x="8297640" y="4515480"/>
            <a:ext cx="1121400" cy="1003320"/>
            <a:chOff x="8297640" y="4515480"/>
            <a:chExt cx="1121400" cy="1003320"/>
          </a:xfrm>
        </p:grpSpPr>
        <p:sp>
          <p:nvSpPr>
            <p:cNvPr id="884" name="CustomShape 4"/>
            <p:cNvSpPr/>
            <p:nvPr/>
          </p:nvSpPr>
          <p:spPr>
            <a:xfrm>
              <a:off x="8297640" y="4515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5" name="CustomShape 5"/>
            <p:cNvSpPr/>
            <p:nvPr/>
          </p:nvSpPr>
          <p:spPr>
            <a:xfrm>
              <a:off x="8452080" y="451548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6" name="CustomShape 6"/>
            <p:cNvSpPr/>
            <p:nvPr/>
          </p:nvSpPr>
          <p:spPr>
            <a:xfrm>
              <a:off x="8606520" y="4515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7" name="CustomShape 7"/>
            <p:cNvSpPr/>
            <p:nvPr/>
          </p:nvSpPr>
          <p:spPr>
            <a:xfrm>
              <a:off x="8760600" y="451548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8" name="CustomShape 8"/>
            <p:cNvSpPr/>
            <p:nvPr/>
          </p:nvSpPr>
          <p:spPr>
            <a:xfrm>
              <a:off x="8915400" y="45154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9" name="CustomShape 9"/>
            <p:cNvSpPr/>
            <p:nvPr/>
          </p:nvSpPr>
          <p:spPr>
            <a:xfrm>
              <a:off x="9069840" y="451548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0" name="CustomShape 10"/>
            <p:cNvSpPr/>
            <p:nvPr/>
          </p:nvSpPr>
          <p:spPr>
            <a:xfrm>
              <a:off x="9224280" y="451548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1" name="CustomShape 11"/>
            <p:cNvSpPr/>
            <p:nvPr/>
          </p:nvSpPr>
          <p:spPr>
            <a:xfrm>
              <a:off x="9378720" y="451548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2" name="CustomShape 12"/>
            <p:cNvSpPr/>
            <p:nvPr/>
          </p:nvSpPr>
          <p:spPr>
            <a:xfrm>
              <a:off x="8297640" y="46767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3" name="CustomShape 13"/>
            <p:cNvSpPr/>
            <p:nvPr/>
          </p:nvSpPr>
          <p:spPr>
            <a:xfrm>
              <a:off x="8452080" y="46767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4" name="CustomShape 14"/>
            <p:cNvSpPr/>
            <p:nvPr/>
          </p:nvSpPr>
          <p:spPr>
            <a:xfrm>
              <a:off x="8606520" y="46767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5" name="CustomShape 15"/>
            <p:cNvSpPr/>
            <p:nvPr/>
          </p:nvSpPr>
          <p:spPr>
            <a:xfrm>
              <a:off x="8760600" y="467676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6" name="CustomShape 16"/>
            <p:cNvSpPr/>
            <p:nvPr/>
          </p:nvSpPr>
          <p:spPr>
            <a:xfrm>
              <a:off x="8915400" y="46767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7" name="CustomShape 17"/>
            <p:cNvSpPr/>
            <p:nvPr/>
          </p:nvSpPr>
          <p:spPr>
            <a:xfrm>
              <a:off x="9069840" y="46767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8" name="CustomShape 18"/>
            <p:cNvSpPr/>
            <p:nvPr/>
          </p:nvSpPr>
          <p:spPr>
            <a:xfrm>
              <a:off x="9224280" y="46767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9" name="CustomShape 19"/>
            <p:cNvSpPr/>
            <p:nvPr/>
          </p:nvSpPr>
          <p:spPr>
            <a:xfrm>
              <a:off x="9378720" y="46767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0" name="CustomShape 20"/>
            <p:cNvSpPr/>
            <p:nvPr/>
          </p:nvSpPr>
          <p:spPr>
            <a:xfrm>
              <a:off x="8303400" y="483804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1" name="CustomShape 21"/>
            <p:cNvSpPr/>
            <p:nvPr/>
          </p:nvSpPr>
          <p:spPr>
            <a:xfrm>
              <a:off x="8457840" y="483804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2" name="CustomShape 22"/>
            <p:cNvSpPr/>
            <p:nvPr/>
          </p:nvSpPr>
          <p:spPr>
            <a:xfrm>
              <a:off x="8612280" y="483804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3" name="CustomShape 23"/>
            <p:cNvSpPr/>
            <p:nvPr/>
          </p:nvSpPr>
          <p:spPr>
            <a:xfrm>
              <a:off x="8760600" y="4838400"/>
              <a:ext cx="40680" cy="3456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4" name="CustomShape 24"/>
            <p:cNvSpPr/>
            <p:nvPr/>
          </p:nvSpPr>
          <p:spPr>
            <a:xfrm>
              <a:off x="8915400" y="48384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5" name="CustomShape 25"/>
            <p:cNvSpPr/>
            <p:nvPr/>
          </p:nvSpPr>
          <p:spPr>
            <a:xfrm>
              <a:off x="9075240" y="483804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6" name="CustomShape 26"/>
            <p:cNvSpPr/>
            <p:nvPr/>
          </p:nvSpPr>
          <p:spPr>
            <a:xfrm>
              <a:off x="9229680" y="483804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7" name="CustomShape 27"/>
            <p:cNvSpPr/>
            <p:nvPr/>
          </p:nvSpPr>
          <p:spPr>
            <a:xfrm>
              <a:off x="9384120" y="483804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8" name="CustomShape 28"/>
            <p:cNvSpPr/>
            <p:nvPr/>
          </p:nvSpPr>
          <p:spPr>
            <a:xfrm>
              <a:off x="8297640" y="49996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9" name="CustomShape 29"/>
            <p:cNvSpPr/>
            <p:nvPr/>
          </p:nvSpPr>
          <p:spPr>
            <a:xfrm>
              <a:off x="8452080" y="499968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0" name="CustomShape 30"/>
            <p:cNvSpPr/>
            <p:nvPr/>
          </p:nvSpPr>
          <p:spPr>
            <a:xfrm>
              <a:off x="8606520" y="49996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1" name="CustomShape 31"/>
            <p:cNvSpPr/>
            <p:nvPr/>
          </p:nvSpPr>
          <p:spPr>
            <a:xfrm>
              <a:off x="8760600" y="499968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2" name="CustomShape 32"/>
            <p:cNvSpPr/>
            <p:nvPr/>
          </p:nvSpPr>
          <p:spPr>
            <a:xfrm>
              <a:off x="8915400" y="49996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3" name="CustomShape 33"/>
            <p:cNvSpPr/>
            <p:nvPr/>
          </p:nvSpPr>
          <p:spPr>
            <a:xfrm>
              <a:off x="9069840" y="499968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4" name="CustomShape 34"/>
            <p:cNvSpPr/>
            <p:nvPr/>
          </p:nvSpPr>
          <p:spPr>
            <a:xfrm>
              <a:off x="9224280" y="499968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5" name="CustomShape 35"/>
            <p:cNvSpPr/>
            <p:nvPr/>
          </p:nvSpPr>
          <p:spPr>
            <a:xfrm>
              <a:off x="9378720" y="499968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6" name="CustomShape 36"/>
            <p:cNvSpPr/>
            <p:nvPr/>
          </p:nvSpPr>
          <p:spPr>
            <a:xfrm>
              <a:off x="8297640" y="51609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7" name="CustomShape 37"/>
            <p:cNvSpPr/>
            <p:nvPr/>
          </p:nvSpPr>
          <p:spPr>
            <a:xfrm>
              <a:off x="8452080" y="51609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8" name="CustomShape 38"/>
            <p:cNvSpPr/>
            <p:nvPr/>
          </p:nvSpPr>
          <p:spPr>
            <a:xfrm>
              <a:off x="8606520" y="51609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9" name="CustomShape 39"/>
            <p:cNvSpPr/>
            <p:nvPr/>
          </p:nvSpPr>
          <p:spPr>
            <a:xfrm>
              <a:off x="8760600" y="516096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0" name="CustomShape 40"/>
            <p:cNvSpPr/>
            <p:nvPr/>
          </p:nvSpPr>
          <p:spPr>
            <a:xfrm>
              <a:off x="8915400" y="51609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1" name="CustomShape 41"/>
            <p:cNvSpPr/>
            <p:nvPr/>
          </p:nvSpPr>
          <p:spPr>
            <a:xfrm>
              <a:off x="9069840" y="51609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2" name="CustomShape 42"/>
            <p:cNvSpPr/>
            <p:nvPr/>
          </p:nvSpPr>
          <p:spPr>
            <a:xfrm>
              <a:off x="9224280" y="516096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3" name="CustomShape 43"/>
            <p:cNvSpPr/>
            <p:nvPr/>
          </p:nvSpPr>
          <p:spPr>
            <a:xfrm>
              <a:off x="9378720" y="516096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4" name="CustomShape 44"/>
            <p:cNvSpPr/>
            <p:nvPr/>
          </p:nvSpPr>
          <p:spPr>
            <a:xfrm>
              <a:off x="8303400" y="53226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5" name="CustomShape 45"/>
            <p:cNvSpPr/>
            <p:nvPr/>
          </p:nvSpPr>
          <p:spPr>
            <a:xfrm>
              <a:off x="8457840" y="53226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6" name="CustomShape 46"/>
            <p:cNvSpPr/>
            <p:nvPr/>
          </p:nvSpPr>
          <p:spPr>
            <a:xfrm>
              <a:off x="8612280" y="53226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7" name="CustomShape 47"/>
            <p:cNvSpPr/>
            <p:nvPr/>
          </p:nvSpPr>
          <p:spPr>
            <a:xfrm>
              <a:off x="8760600" y="532260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8" name="CustomShape 48"/>
            <p:cNvSpPr/>
            <p:nvPr/>
          </p:nvSpPr>
          <p:spPr>
            <a:xfrm>
              <a:off x="8915400" y="53226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9" name="CustomShape 49"/>
            <p:cNvSpPr/>
            <p:nvPr/>
          </p:nvSpPr>
          <p:spPr>
            <a:xfrm>
              <a:off x="9075240" y="53226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0" name="CustomShape 50"/>
            <p:cNvSpPr/>
            <p:nvPr/>
          </p:nvSpPr>
          <p:spPr>
            <a:xfrm>
              <a:off x="9229680" y="53226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1" name="CustomShape 51"/>
            <p:cNvSpPr/>
            <p:nvPr/>
          </p:nvSpPr>
          <p:spPr>
            <a:xfrm>
              <a:off x="9384120" y="532260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2" name="CustomShape 52"/>
            <p:cNvSpPr/>
            <p:nvPr/>
          </p:nvSpPr>
          <p:spPr>
            <a:xfrm>
              <a:off x="8303400" y="548388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3" name="CustomShape 53"/>
            <p:cNvSpPr/>
            <p:nvPr/>
          </p:nvSpPr>
          <p:spPr>
            <a:xfrm>
              <a:off x="8457840" y="548388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4" name="CustomShape 54"/>
            <p:cNvSpPr/>
            <p:nvPr/>
          </p:nvSpPr>
          <p:spPr>
            <a:xfrm>
              <a:off x="8612280" y="548388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5" name="CustomShape 55"/>
            <p:cNvSpPr/>
            <p:nvPr/>
          </p:nvSpPr>
          <p:spPr>
            <a:xfrm>
              <a:off x="8760600" y="548388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6" name="CustomShape 56"/>
            <p:cNvSpPr/>
            <p:nvPr/>
          </p:nvSpPr>
          <p:spPr>
            <a:xfrm>
              <a:off x="8915400" y="54838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7" name="CustomShape 57"/>
            <p:cNvSpPr/>
            <p:nvPr/>
          </p:nvSpPr>
          <p:spPr>
            <a:xfrm>
              <a:off x="9075240" y="548388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8" name="CustomShape 58"/>
            <p:cNvSpPr/>
            <p:nvPr/>
          </p:nvSpPr>
          <p:spPr>
            <a:xfrm>
              <a:off x="9229680" y="548388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9" name="CustomShape 59"/>
            <p:cNvSpPr/>
            <p:nvPr/>
          </p:nvSpPr>
          <p:spPr>
            <a:xfrm>
              <a:off x="9384120" y="548388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40" name="Group 60"/>
          <p:cNvGrpSpPr/>
          <p:nvPr/>
        </p:nvGrpSpPr>
        <p:grpSpPr>
          <a:xfrm>
            <a:off x="-681840" y="-683640"/>
            <a:ext cx="1809720" cy="1880640"/>
            <a:chOff x="-681840" y="-683640"/>
            <a:chExt cx="1809720" cy="1880640"/>
          </a:xfrm>
        </p:grpSpPr>
        <p:sp>
          <p:nvSpPr>
            <p:cNvPr id="941" name="CustomShape 61"/>
            <p:cNvSpPr/>
            <p:nvPr/>
          </p:nvSpPr>
          <p:spPr>
            <a:xfrm>
              <a:off x="-479880" y="-683640"/>
              <a:ext cx="1607760" cy="1392120"/>
            </a:xfrm>
            <a:custGeom>
              <a:avLst/>
              <a:gdLst/>
              <a:ahLst/>
              <a:rect l="l" t="t" r="r" b="b"/>
              <a:pathLst>
                <a:path w="147194" h="127482">
                  <a:moveTo>
                    <a:pt x="36793" y="0"/>
                  </a:moveTo>
                  <a:lnTo>
                    <a:pt x="1" y="63752"/>
                  </a:lnTo>
                  <a:lnTo>
                    <a:pt x="36793" y="127482"/>
                  </a:lnTo>
                  <a:lnTo>
                    <a:pt x="110401" y="127482"/>
                  </a:lnTo>
                  <a:lnTo>
                    <a:pt x="147193" y="63752"/>
                  </a:lnTo>
                  <a:lnTo>
                    <a:pt x="110401" y="0"/>
                  </a:lnTo>
                  <a:close/>
                </a:path>
              </a:pathLst>
            </a:custGeom>
            <a:solidFill>
              <a:srgbClr val="00ff7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2" name="CustomShape 62"/>
            <p:cNvSpPr/>
            <p:nvPr/>
          </p:nvSpPr>
          <p:spPr>
            <a:xfrm>
              <a:off x="-681840" y="-59400"/>
              <a:ext cx="1451160" cy="1256400"/>
            </a:xfrm>
            <a:custGeom>
              <a:avLst/>
              <a:gdLst/>
              <a:ahLst/>
              <a:rect l="l" t="t" r="r" b="b"/>
              <a:pathLst>
                <a:path w="147194" h="127460">
                  <a:moveTo>
                    <a:pt x="110401" y="1"/>
                  </a:moveTo>
                  <a:lnTo>
                    <a:pt x="36793" y="1"/>
                  </a:lnTo>
                  <a:lnTo>
                    <a:pt x="1" y="63730"/>
                  </a:lnTo>
                  <a:lnTo>
                    <a:pt x="36793" y="127460"/>
                  </a:lnTo>
                  <a:lnTo>
                    <a:pt x="110401" y="127460"/>
                  </a:lnTo>
                  <a:lnTo>
                    <a:pt x="147193" y="63730"/>
                  </a:lnTo>
                  <a:close/>
                </a:path>
              </a:pathLst>
            </a:custGeom>
            <a:noFill/>
            <a:ln w="97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43" name="Group 63"/>
          <p:cNvGrpSpPr/>
          <p:nvPr/>
        </p:nvGrpSpPr>
        <p:grpSpPr>
          <a:xfrm>
            <a:off x="8430840" y="3681000"/>
            <a:ext cx="403200" cy="598680"/>
            <a:chOff x="8430840" y="3681000"/>
            <a:chExt cx="403200" cy="598680"/>
          </a:xfrm>
        </p:grpSpPr>
        <p:sp>
          <p:nvSpPr>
            <p:cNvPr id="944" name="CustomShape 64"/>
            <p:cNvSpPr/>
            <p:nvPr/>
          </p:nvSpPr>
          <p:spPr>
            <a:xfrm>
              <a:off x="8430840" y="3786120"/>
              <a:ext cx="403200" cy="40320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5" name="CustomShape 65"/>
            <p:cNvSpPr/>
            <p:nvPr/>
          </p:nvSpPr>
          <p:spPr>
            <a:xfrm>
              <a:off x="8640000" y="3681000"/>
              <a:ext cx="360" cy="59868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46" name="Group 66"/>
          <p:cNvGrpSpPr/>
          <p:nvPr/>
        </p:nvGrpSpPr>
        <p:grpSpPr>
          <a:xfrm>
            <a:off x="143640" y="2589840"/>
            <a:ext cx="298080" cy="297720"/>
            <a:chOff x="143640" y="2589840"/>
            <a:chExt cx="298080" cy="297720"/>
          </a:xfrm>
        </p:grpSpPr>
        <p:sp>
          <p:nvSpPr>
            <p:cNvPr id="947" name="CustomShape 67"/>
            <p:cNvSpPr/>
            <p:nvPr/>
          </p:nvSpPr>
          <p:spPr>
            <a:xfrm>
              <a:off x="145440" y="2602080"/>
              <a:ext cx="283680" cy="28368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24"/>
                  </a:cubicBezTo>
                  <a:cubicBezTo>
                    <a:pt x="14430" y="24"/>
                    <a:pt x="18363" y="3957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8" name="CustomShape 68"/>
            <p:cNvSpPr/>
            <p:nvPr/>
          </p:nvSpPr>
          <p:spPr>
            <a:xfrm>
              <a:off x="143640" y="2589840"/>
              <a:ext cx="298080" cy="297720"/>
            </a:xfrm>
            <a:custGeom>
              <a:avLst/>
              <a:gdLst/>
              <a:ahLst/>
              <a:rect l="l" t="t" r="r" b="b"/>
              <a:pathLst>
                <a:path w="19300" h="19301">
                  <a:moveTo>
                    <a:pt x="19300" y="1"/>
                  </a:moveTo>
                  <a:lnTo>
                    <a:pt x="0" y="1930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9" name="CustomShape 69"/>
            <p:cNvSpPr/>
            <p:nvPr/>
          </p:nvSpPr>
          <p:spPr>
            <a:xfrm>
              <a:off x="143640" y="2589840"/>
              <a:ext cx="298080" cy="297720"/>
            </a:xfrm>
            <a:custGeom>
              <a:avLst/>
              <a:gdLst/>
              <a:ahLst/>
              <a:rect l="l" t="t" r="r" b="b"/>
              <a:pathLst>
                <a:path w="19300" h="19301">
                  <a:moveTo>
                    <a:pt x="19300" y="19300"/>
                  </a:moveTo>
                  <a:lnTo>
                    <a:pt x="0" y="1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0" name="PlaceHolder 70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title"/>
          </p:nvPr>
        </p:nvSpPr>
        <p:spPr>
          <a:xfrm>
            <a:off x="1177200" y="1895040"/>
            <a:ext cx="298188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PlaceHolder 2"/>
          <p:cNvSpPr>
            <a:spLocks noGrp="1"/>
          </p:cNvSpPr>
          <p:nvPr>
            <p:ph type="title"/>
          </p:nvPr>
        </p:nvSpPr>
        <p:spPr>
          <a:xfrm>
            <a:off x="1253520" y="2991960"/>
            <a:ext cx="741240" cy="6505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title"/>
          </p:nvPr>
        </p:nvSpPr>
        <p:spPr>
          <a:xfrm>
            <a:off x="5002200" y="1895040"/>
            <a:ext cx="298188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PlaceHolder 4"/>
          <p:cNvSpPr>
            <a:spLocks noGrp="1"/>
          </p:cNvSpPr>
          <p:nvPr>
            <p:ph type="title"/>
          </p:nvPr>
        </p:nvSpPr>
        <p:spPr>
          <a:xfrm>
            <a:off x="6953760" y="1132200"/>
            <a:ext cx="904320" cy="7927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PlaceHolder 5"/>
          <p:cNvSpPr>
            <a:spLocks noGrp="1"/>
          </p:cNvSpPr>
          <p:nvPr>
            <p:ph type="title"/>
          </p:nvPr>
        </p:nvSpPr>
        <p:spPr>
          <a:xfrm>
            <a:off x="1174320" y="3709080"/>
            <a:ext cx="2981880" cy="527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PlaceHolder 6"/>
          <p:cNvSpPr>
            <a:spLocks noGrp="1"/>
          </p:cNvSpPr>
          <p:nvPr>
            <p:ph type="title"/>
          </p:nvPr>
        </p:nvSpPr>
        <p:spPr>
          <a:xfrm>
            <a:off x="1253520" y="3002040"/>
            <a:ext cx="807120" cy="6501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PlaceHolder 7"/>
          <p:cNvSpPr>
            <a:spLocks noGrp="1"/>
          </p:cNvSpPr>
          <p:nvPr>
            <p:ph type="title"/>
          </p:nvPr>
        </p:nvSpPr>
        <p:spPr>
          <a:xfrm>
            <a:off x="5002200" y="3732120"/>
            <a:ext cx="2981880" cy="4845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PlaceHolder 8"/>
          <p:cNvSpPr>
            <a:spLocks noGrp="1"/>
          </p:cNvSpPr>
          <p:nvPr>
            <p:ph type="title"/>
          </p:nvPr>
        </p:nvSpPr>
        <p:spPr>
          <a:xfrm>
            <a:off x="7053120" y="3002040"/>
            <a:ext cx="808920" cy="6501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PlaceHolder 9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 tIns="91440" bIns="91440">
            <a:noAutofit/>
          </a:bodyPr>
          <a:p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6" name="Group 10"/>
          <p:cNvGrpSpPr/>
          <p:nvPr/>
        </p:nvGrpSpPr>
        <p:grpSpPr>
          <a:xfrm>
            <a:off x="8652960" y="2444040"/>
            <a:ext cx="308520" cy="458280"/>
            <a:chOff x="8652960" y="2444040"/>
            <a:chExt cx="308520" cy="458280"/>
          </a:xfrm>
        </p:grpSpPr>
        <p:sp>
          <p:nvSpPr>
            <p:cNvPr id="997" name="CustomShape 11"/>
            <p:cNvSpPr/>
            <p:nvPr/>
          </p:nvSpPr>
          <p:spPr>
            <a:xfrm>
              <a:off x="8652960" y="2524680"/>
              <a:ext cx="308520" cy="3085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8" name="CustomShape 12"/>
            <p:cNvSpPr/>
            <p:nvPr/>
          </p:nvSpPr>
          <p:spPr>
            <a:xfrm>
              <a:off x="8813160" y="2444040"/>
              <a:ext cx="360" cy="45828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99" name="CustomShape 13"/>
          <p:cNvSpPr/>
          <p:nvPr/>
        </p:nvSpPr>
        <p:spPr>
          <a:xfrm>
            <a:off x="8095320" y="-1763640"/>
            <a:ext cx="2302920" cy="23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00" name="Group 14"/>
          <p:cNvGrpSpPr/>
          <p:nvPr/>
        </p:nvGrpSpPr>
        <p:grpSpPr>
          <a:xfrm>
            <a:off x="176040" y="2444040"/>
            <a:ext cx="308520" cy="458280"/>
            <a:chOff x="176040" y="2444040"/>
            <a:chExt cx="308520" cy="458280"/>
          </a:xfrm>
        </p:grpSpPr>
        <p:sp>
          <p:nvSpPr>
            <p:cNvPr id="1001" name="CustomShape 15"/>
            <p:cNvSpPr/>
            <p:nvPr/>
          </p:nvSpPr>
          <p:spPr>
            <a:xfrm>
              <a:off x="176040" y="2524680"/>
              <a:ext cx="308520" cy="3085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2" name="CustomShape 16"/>
            <p:cNvSpPr/>
            <p:nvPr/>
          </p:nvSpPr>
          <p:spPr>
            <a:xfrm>
              <a:off x="335880" y="2444040"/>
              <a:ext cx="360" cy="45828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3" name="Group 17"/>
          <p:cNvGrpSpPr/>
          <p:nvPr/>
        </p:nvGrpSpPr>
        <p:grpSpPr>
          <a:xfrm>
            <a:off x="-688320" y="4799160"/>
            <a:ext cx="1121040" cy="1003680"/>
            <a:chOff x="-688320" y="4799160"/>
            <a:chExt cx="1121040" cy="1003680"/>
          </a:xfrm>
        </p:grpSpPr>
        <p:sp>
          <p:nvSpPr>
            <p:cNvPr id="1004" name="CustomShape 18"/>
            <p:cNvSpPr/>
            <p:nvPr/>
          </p:nvSpPr>
          <p:spPr>
            <a:xfrm>
              <a:off x="-68832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5" name="CustomShape 19"/>
            <p:cNvSpPr/>
            <p:nvPr/>
          </p:nvSpPr>
          <p:spPr>
            <a:xfrm>
              <a:off x="-53388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6" name="CustomShape 20"/>
            <p:cNvSpPr/>
            <p:nvPr/>
          </p:nvSpPr>
          <p:spPr>
            <a:xfrm>
              <a:off x="-37944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7" name="CustomShape 21"/>
            <p:cNvSpPr/>
            <p:nvPr/>
          </p:nvSpPr>
          <p:spPr>
            <a:xfrm>
              <a:off x="-225360" y="479916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44">
                  <a:moveTo>
                    <a:pt x="3635" y="0"/>
                  </a:moveTo>
                  <a:cubicBezTo>
                    <a:pt x="1202" y="0"/>
                    <a:pt x="0" y="2958"/>
                    <a:pt x="1725" y="4652"/>
                  </a:cubicBezTo>
                  <a:cubicBezTo>
                    <a:pt x="2282" y="5198"/>
                    <a:pt x="2963" y="5443"/>
                    <a:pt x="3629" y="5443"/>
                  </a:cubicBezTo>
                  <a:cubicBezTo>
                    <a:pt x="5030" y="5443"/>
                    <a:pt x="6367" y="4360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8" name="CustomShape 22"/>
            <p:cNvSpPr/>
            <p:nvPr/>
          </p:nvSpPr>
          <p:spPr>
            <a:xfrm>
              <a:off x="-7056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14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42" y="5169"/>
                    <a:pt x="2915" y="5414"/>
                    <a:pt x="3575" y="5414"/>
                  </a:cubicBezTo>
                  <a:cubicBezTo>
                    <a:pt x="4958" y="5414"/>
                    <a:pt x="6285" y="4338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9" name="CustomShape 23"/>
            <p:cNvSpPr/>
            <p:nvPr/>
          </p:nvSpPr>
          <p:spPr>
            <a:xfrm>
              <a:off x="8388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414">
                  <a:moveTo>
                    <a:pt x="3574" y="0"/>
                  </a:moveTo>
                  <a:cubicBezTo>
                    <a:pt x="1172" y="31"/>
                    <a:pt x="1" y="2927"/>
                    <a:pt x="1695" y="4621"/>
                  </a:cubicBezTo>
                  <a:cubicBezTo>
                    <a:pt x="2243" y="5169"/>
                    <a:pt x="2916" y="5414"/>
                    <a:pt x="3576" y="5414"/>
                  </a:cubicBezTo>
                  <a:cubicBezTo>
                    <a:pt x="4959" y="5414"/>
                    <a:pt x="6285" y="4338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0" name="CustomShape 24"/>
            <p:cNvSpPr/>
            <p:nvPr/>
          </p:nvSpPr>
          <p:spPr>
            <a:xfrm>
              <a:off x="23796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1" name="CustomShape 25"/>
            <p:cNvSpPr/>
            <p:nvPr/>
          </p:nvSpPr>
          <p:spPr>
            <a:xfrm>
              <a:off x="392400" y="479916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2" name="CustomShape 26"/>
            <p:cNvSpPr/>
            <p:nvPr/>
          </p:nvSpPr>
          <p:spPr>
            <a:xfrm>
              <a:off x="-68832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3" name="CustomShape 27"/>
            <p:cNvSpPr/>
            <p:nvPr/>
          </p:nvSpPr>
          <p:spPr>
            <a:xfrm>
              <a:off x="-53388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5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4" name="CustomShape 28"/>
            <p:cNvSpPr/>
            <p:nvPr/>
          </p:nvSpPr>
          <p:spPr>
            <a:xfrm>
              <a:off x="-37944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5" name="CustomShape 29"/>
            <p:cNvSpPr/>
            <p:nvPr/>
          </p:nvSpPr>
          <p:spPr>
            <a:xfrm>
              <a:off x="-225360" y="496080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1"/>
                  </a:moveTo>
                  <a:cubicBezTo>
                    <a:pt x="1202" y="1"/>
                    <a:pt x="0" y="2927"/>
                    <a:pt x="1725" y="4652"/>
                  </a:cubicBezTo>
                  <a:cubicBezTo>
                    <a:pt x="2277" y="5194"/>
                    <a:pt x="2951" y="5437"/>
                    <a:pt x="3612" y="5437"/>
                  </a:cubicBezTo>
                  <a:cubicBezTo>
                    <a:pt x="5019" y="5437"/>
                    <a:pt x="6367" y="4337"/>
                    <a:pt x="6346" y="2681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6" name="CustomShape 30"/>
            <p:cNvSpPr/>
            <p:nvPr/>
          </p:nvSpPr>
          <p:spPr>
            <a:xfrm>
              <a:off x="-7056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1"/>
                  </a:moveTo>
                  <a:cubicBezTo>
                    <a:pt x="1171" y="1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7" name="CustomShape 31"/>
            <p:cNvSpPr/>
            <p:nvPr/>
          </p:nvSpPr>
          <p:spPr>
            <a:xfrm>
              <a:off x="8388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574" y="1"/>
                  </a:moveTo>
                  <a:cubicBezTo>
                    <a:pt x="1172" y="1"/>
                    <a:pt x="1" y="2927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8" name="CustomShape 32"/>
            <p:cNvSpPr/>
            <p:nvPr/>
          </p:nvSpPr>
          <p:spPr>
            <a:xfrm>
              <a:off x="23796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605" y="1"/>
                  </a:moveTo>
                  <a:cubicBezTo>
                    <a:pt x="1202" y="1"/>
                    <a:pt x="0" y="2896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9" name="CustomShape 33"/>
            <p:cNvSpPr/>
            <p:nvPr/>
          </p:nvSpPr>
          <p:spPr>
            <a:xfrm>
              <a:off x="392400" y="49608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84">
                  <a:moveTo>
                    <a:pt x="3605" y="1"/>
                  </a:moveTo>
                  <a:cubicBezTo>
                    <a:pt x="1202" y="1"/>
                    <a:pt x="1" y="2896"/>
                    <a:pt x="1695" y="4591"/>
                  </a:cubicBezTo>
                  <a:cubicBezTo>
                    <a:pt x="2243" y="5138"/>
                    <a:pt x="2916" y="5383"/>
                    <a:pt x="3576" y="5383"/>
                  </a:cubicBezTo>
                  <a:cubicBezTo>
                    <a:pt x="4959" y="5383"/>
                    <a:pt x="6286" y="4307"/>
                    <a:pt x="6286" y="2681"/>
                  </a:cubicBezTo>
                  <a:cubicBezTo>
                    <a:pt x="6286" y="1202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0" name="CustomShape 34"/>
            <p:cNvSpPr/>
            <p:nvPr/>
          </p:nvSpPr>
          <p:spPr>
            <a:xfrm>
              <a:off x="-68292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1" name="CustomShape 35"/>
            <p:cNvSpPr/>
            <p:nvPr/>
          </p:nvSpPr>
          <p:spPr>
            <a:xfrm>
              <a:off x="-52848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2" name="CustomShape 36"/>
            <p:cNvSpPr/>
            <p:nvPr/>
          </p:nvSpPr>
          <p:spPr>
            <a:xfrm>
              <a:off x="-37404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3" name="CustomShape 37"/>
            <p:cNvSpPr/>
            <p:nvPr/>
          </p:nvSpPr>
          <p:spPr>
            <a:xfrm>
              <a:off x="-225360" y="5122080"/>
              <a:ext cx="40680" cy="34560"/>
            </a:xfrm>
            <a:custGeom>
              <a:avLst/>
              <a:gdLst/>
              <a:ahLst/>
              <a:rect l="l" t="t" r="r" b="b"/>
              <a:pathLst>
                <a:path w="6347" h="5416">
                  <a:moveTo>
                    <a:pt x="3691" y="1"/>
                  </a:moveTo>
                  <a:cubicBezTo>
                    <a:pt x="3672" y="1"/>
                    <a:pt x="3654" y="1"/>
                    <a:pt x="3635" y="1"/>
                  </a:cubicBezTo>
                  <a:cubicBezTo>
                    <a:pt x="1232" y="1"/>
                    <a:pt x="0" y="2897"/>
                    <a:pt x="1725" y="4622"/>
                  </a:cubicBezTo>
                  <a:cubicBezTo>
                    <a:pt x="2273" y="5170"/>
                    <a:pt x="2949" y="5415"/>
                    <a:pt x="3613" y="5415"/>
                  </a:cubicBezTo>
                  <a:cubicBezTo>
                    <a:pt x="5005" y="5415"/>
                    <a:pt x="6346" y="4339"/>
                    <a:pt x="6346" y="2712"/>
                  </a:cubicBezTo>
                  <a:cubicBezTo>
                    <a:pt x="6346" y="1221"/>
                    <a:pt x="5174" y="1"/>
                    <a:pt x="3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4" name="CustomShape 38"/>
            <p:cNvSpPr/>
            <p:nvPr/>
          </p:nvSpPr>
          <p:spPr>
            <a:xfrm>
              <a:off x="-70560" y="512208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6">
                  <a:moveTo>
                    <a:pt x="3629" y="1"/>
                  </a:moveTo>
                  <a:cubicBezTo>
                    <a:pt x="3611" y="1"/>
                    <a:pt x="3592" y="1"/>
                    <a:pt x="3574" y="1"/>
                  </a:cubicBezTo>
                  <a:cubicBezTo>
                    <a:pt x="1171" y="1"/>
                    <a:pt x="0" y="2897"/>
                    <a:pt x="1695" y="4592"/>
                  </a:cubicBezTo>
                  <a:cubicBezTo>
                    <a:pt x="2243" y="5140"/>
                    <a:pt x="2918" y="5385"/>
                    <a:pt x="3579" y="5385"/>
                  </a:cubicBezTo>
                  <a:cubicBezTo>
                    <a:pt x="4961" y="5385"/>
                    <a:pt x="6285" y="4317"/>
                    <a:pt x="6285" y="2712"/>
                  </a:cubicBezTo>
                  <a:cubicBezTo>
                    <a:pt x="6285" y="1221"/>
                    <a:pt x="5113" y="1"/>
                    <a:pt x="36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5" name="CustomShape 39"/>
            <p:cNvSpPr/>
            <p:nvPr/>
          </p:nvSpPr>
          <p:spPr>
            <a:xfrm>
              <a:off x="8928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42"/>
                  </a:cubicBezTo>
                  <a:cubicBezTo>
                    <a:pt x="0" y="4221"/>
                    <a:pt x="1202" y="5453"/>
                    <a:pt x="2711" y="5453"/>
                  </a:cubicBezTo>
                  <a:cubicBezTo>
                    <a:pt x="4221" y="5453"/>
                    <a:pt x="5422" y="4221"/>
                    <a:pt x="5422" y="274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6" name="CustomShape 40"/>
            <p:cNvSpPr/>
            <p:nvPr/>
          </p:nvSpPr>
          <p:spPr>
            <a:xfrm>
              <a:off x="24372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42"/>
                  </a:cubicBezTo>
                  <a:cubicBezTo>
                    <a:pt x="1" y="4221"/>
                    <a:pt x="1202" y="5453"/>
                    <a:pt x="2712" y="5453"/>
                  </a:cubicBezTo>
                  <a:cubicBezTo>
                    <a:pt x="4222" y="5453"/>
                    <a:pt x="5423" y="4221"/>
                    <a:pt x="5423" y="274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7" name="CustomShape 41"/>
            <p:cNvSpPr/>
            <p:nvPr/>
          </p:nvSpPr>
          <p:spPr>
            <a:xfrm>
              <a:off x="398160" y="51220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42"/>
                  </a:cubicBezTo>
                  <a:cubicBezTo>
                    <a:pt x="0" y="4221"/>
                    <a:pt x="1233" y="5453"/>
                    <a:pt x="2711" y="5453"/>
                  </a:cubicBezTo>
                  <a:cubicBezTo>
                    <a:pt x="4221" y="5453"/>
                    <a:pt x="5423" y="4221"/>
                    <a:pt x="5423" y="274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8" name="CustomShape 42"/>
            <p:cNvSpPr/>
            <p:nvPr/>
          </p:nvSpPr>
          <p:spPr>
            <a:xfrm>
              <a:off x="-68832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9" name="CustomShape 43"/>
            <p:cNvSpPr/>
            <p:nvPr/>
          </p:nvSpPr>
          <p:spPr>
            <a:xfrm>
              <a:off x="-53388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7" y="5143"/>
                    <a:pt x="2914" y="5391"/>
                    <a:pt x="3580" y="5391"/>
                  </a:cubicBezTo>
                  <a:cubicBezTo>
                    <a:pt x="4956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0" name="CustomShape 44"/>
            <p:cNvSpPr/>
            <p:nvPr/>
          </p:nvSpPr>
          <p:spPr>
            <a:xfrm>
              <a:off x="-37944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3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1" name="CustomShape 45"/>
            <p:cNvSpPr/>
            <p:nvPr/>
          </p:nvSpPr>
          <p:spPr>
            <a:xfrm>
              <a:off x="-225360" y="528336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28">
                  <a:moveTo>
                    <a:pt x="3635" y="0"/>
                  </a:moveTo>
                  <a:cubicBezTo>
                    <a:pt x="1232" y="0"/>
                    <a:pt x="0" y="2927"/>
                    <a:pt x="1725" y="4621"/>
                  </a:cubicBezTo>
                  <a:cubicBezTo>
                    <a:pt x="2273" y="5179"/>
                    <a:pt x="2949" y="5427"/>
                    <a:pt x="3614" y="5427"/>
                  </a:cubicBezTo>
                  <a:cubicBezTo>
                    <a:pt x="5006" y="5427"/>
                    <a:pt x="6346" y="4337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2" name="CustomShape 46"/>
            <p:cNvSpPr/>
            <p:nvPr/>
          </p:nvSpPr>
          <p:spPr>
            <a:xfrm>
              <a:off x="-7056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1">
                  <a:moveTo>
                    <a:pt x="3574" y="0"/>
                  </a:moveTo>
                  <a:cubicBezTo>
                    <a:pt x="1171" y="0"/>
                    <a:pt x="0" y="2896"/>
                    <a:pt x="1695" y="4590"/>
                  </a:cubicBezTo>
                  <a:cubicBezTo>
                    <a:pt x="2247" y="5143"/>
                    <a:pt x="2927" y="5391"/>
                    <a:pt x="3593" y="5391"/>
                  </a:cubicBezTo>
                  <a:cubicBezTo>
                    <a:pt x="4969" y="5391"/>
                    <a:pt x="6285" y="4331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3" name="CustomShape 47"/>
            <p:cNvSpPr/>
            <p:nvPr/>
          </p:nvSpPr>
          <p:spPr>
            <a:xfrm>
              <a:off x="8388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1">
                  <a:moveTo>
                    <a:pt x="3574" y="0"/>
                  </a:moveTo>
                  <a:cubicBezTo>
                    <a:pt x="1172" y="0"/>
                    <a:pt x="1" y="2896"/>
                    <a:pt x="1695" y="4590"/>
                  </a:cubicBezTo>
                  <a:cubicBezTo>
                    <a:pt x="2248" y="5143"/>
                    <a:pt x="2928" y="5391"/>
                    <a:pt x="3593" y="5391"/>
                  </a:cubicBezTo>
                  <a:cubicBezTo>
                    <a:pt x="4970" y="5391"/>
                    <a:pt x="6285" y="4331"/>
                    <a:pt x="6285" y="2711"/>
                  </a:cubicBezTo>
                  <a:cubicBezTo>
                    <a:pt x="6285" y="1202"/>
                    <a:pt x="5084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4" name="CustomShape 48"/>
            <p:cNvSpPr/>
            <p:nvPr/>
          </p:nvSpPr>
          <p:spPr>
            <a:xfrm>
              <a:off x="23796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1">
                  <a:moveTo>
                    <a:pt x="3605" y="0"/>
                  </a:moveTo>
                  <a:cubicBezTo>
                    <a:pt x="1202" y="0"/>
                    <a:pt x="0" y="2896"/>
                    <a:pt x="1695" y="4590"/>
                  </a:cubicBezTo>
                  <a:cubicBezTo>
                    <a:pt x="2237" y="5143"/>
                    <a:pt x="2914" y="5391"/>
                    <a:pt x="3579" y="5391"/>
                  </a:cubicBezTo>
                  <a:cubicBezTo>
                    <a:pt x="4955" y="5391"/>
                    <a:pt x="6285" y="4331"/>
                    <a:pt x="6285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5" name="CustomShape 49"/>
            <p:cNvSpPr/>
            <p:nvPr/>
          </p:nvSpPr>
          <p:spPr>
            <a:xfrm>
              <a:off x="392400" y="528336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1">
                  <a:moveTo>
                    <a:pt x="3605" y="0"/>
                  </a:moveTo>
                  <a:cubicBezTo>
                    <a:pt x="1202" y="0"/>
                    <a:pt x="1" y="2896"/>
                    <a:pt x="1695" y="4590"/>
                  </a:cubicBezTo>
                  <a:cubicBezTo>
                    <a:pt x="2238" y="5143"/>
                    <a:pt x="2914" y="5391"/>
                    <a:pt x="3580" y="5391"/>
                  </a:cubicBezTo>
                  <a:cubicBezTo>
                    <a:pt x="4956" y="5391"/>
                    <a:pt x="6286" y="4331"/>
                    <a:pt x="6286" y="2711"/>
                  </a:cubicBezTo>
                  <a:cubicBezTo>
                    <a:pt x="6316" y="1202"/>
                    <a:pt x="5084" y="0"/>
                    <a:pt x="3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6" name="CustomShape 50"/>
            <p:cNvSpPr/>
            <p:nvPr/>
          </p:nvSpPr>
          <p:spPr>
            <a:xfrm>
              <a:off x="-68832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7" name="CustomShape 51"/>
            <p:cNvSpPr/>
            <p:nvPr/>
          </p:nvSpPr>
          <p:spPr>
            <a:xfrm>
              <a:off x="-53388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7" y="5144"/>
                    <a:pt x="2914" y="5391"/>
                    <a:pt x="3580" y="5391"/>
                  </a:cubicBezTo>
                  <a:cubicBezTo>
                    <a:pt x="4956" y="5391"/>
                    <a:pt x="6285" y="4332"/>
                    <a:pt x="6285" y="2712"/>
                  </a:cubicBezTo>
                  <a:cubicBezTo>
                    <a:pt x="6285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8" name="CustomShape 52"/>
            <p:cNvSpPr/>
            <p:nvPr/>
          </p:nvSpPr>
          <p:spPr>
            <a:xfrm>
              <a:off x="-37944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3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285" y="1233"/>
                    <a:pt x="5083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9" name="CustomShape 53"/>
            <p:cNvSpPr/>
            <p:nvPr/>
          </p:nvSpPr>
          <p:spPr>
            <a:xfrm>
              <a:off x="-225360" y="5445000"/>
              <a:ext cx="40680" cy="34920"/>
            </a:xfrm>
            <a:custGeom>
              <a:avLst/>
              <a:gdLst/>
              <a:ahLst/>
              <a:rect l="l" t="t" r="r" b="b"/>
              <a:pathLst>
                <a:path w="6347" h="5435">
                  <a:moveTo>
                    <a:pt x="3635" y="1"/>
                  </a:moveTo>
                  <a:cubicBezTo>
                    <a:pt x="1232" y="1"/>
                    <a:pt x="0" y="2928"/>
                    <a:pt x="1725" y="4622"/>
                  </a:cubicBezTo>
                  <a:cubicBezTo>
                    <a:pt x="2277" y="5183"/>
                    <a:pt x="2959" y="5435"/>
                    <a:pt x="3627" y="5435"/>
                  </a:cubicBezTo>
                  <a:cubicBezTo>
                    <a:pt x="5015" y="5435"/>
                    <a:pt x="6346" y="4354"/>
                    <a:pt x="6346" y="2712"/>
                  </a:cubicBezTo>
                  <a:cubicBezTo>
                    <a:pt x="6346" y="1202"/>
                    <a:pt x="5145" y="1"/>
                    <a:pt x="3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0" name="CustomShape 54"/>
            <p:cNvSpPr/>
            <p:nvPr/>
          </p:nvSpPr>
          <p:spPr>
            <a:xfrm>
              <a:off x="-7056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92">
                  <a:moveTo>
                    <a:pt x="3574" y="1"/>
                  </a:moveTo>
                  <a:cubicBezTo>
                    <a:pt x="1171" y="32"/>
                    <a:pt x="0" y="2897"/>
                    <a:pt x="1695" y="4591"/>
                  </a:cubicBezTo>
                  <a:cubicBezTo>
                    <a:pt x="2247" y="5144"/>
                    <a:pt x="2927" y="5391"/>
                    <a:pt x="3593" y="5391"/>
                  </a:cubicBezTo>
                  <a:cubicBezTo>
                    <a:pt x="4969" y="5391"/>
                    <a:pt x="6285" y="4332"/>
                    <a:pt x="6285" y="2712"/>
                  </a:cubicBezTo>
                  <a:cubicBezTo>
                    <a:pt x="6285" y="1202"/>
                    <a:pt x="5083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1" name="CustomShape 55"/>
            <p:cNvSpPr/>
            <p:nvPr/>
          </p:nvSpPr>
          <p:spPr>
            <a:xfrm>
              <a:off x="8388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286" h="5392">
                  <a:moveTo>
                    <a:pt x="3574" y="1"/>
                  </a:moveTo>
                  <a:cubicBezTo>
                    <a:pt x="1172" y="32"/>
                    <a:pt x="1" y="2897"/>
                    <a:pt x="1695" y="4591"/>
                  </a:cubicBezTo>
                  <a:cubicBezTo>
                    <a:pt x="2248" y="5144"/>
                    <a:pt x="2928" y="5391"/>
                    <a:pt x="3593" y="5391"/>
                  </a:cubicBezTo>
                  <a:cubicBezTo>
                    <a:pt x="4970" y="5391"/>
                    <a:pt x="6285" y="4332"/>
                    <a:pt x="6285" y="2712"/>
                  </a:cubicBezTo>
                  <a:cubicBezTo>
                    <a:pt x="6285" y="1202"/>
                    <a:pt x="5084" y="1"/>
                    <a:pt x="35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2" name="CustomShape 56"/>
            <p:cNvSpPr/>
            <p:nvPr/>
          </p:nvSpPr>
          <p:spPr>
            <a:xfrm>
              <a:off x="23796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316" h="5392">
                  <a:moveTo>
                    <a:pt x="3605" y="1"/>
                  </a:moveTo>
                  <a:cubicBezTo>
                    <a:pt x="1202" y="1"/>
                    <a:pt x="0" y="2897"/>
                    <a:pt x="1695" y="4591"/>
                  </a:cubicBezTo>
                  <a:cubicBezTo>
                    <a:pt x="2237" y="5144"/>
                    <a:pt x="2914" y="5391"/>
                    <a:pt x="3579" y="5391"/>
                  </a:cubicBezTo>
                  <a:cubicBezTo>
                    <a:pt x="4955" y="5391"/>
                    <a:pt x="6285" y="4332"/>
                    <a:pt x="6285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3" name="CustomShape 57"/>
            <p:cNvSpPr/>
            <p:nvPr/>
          </p:nvSpPr>
          <p:spPr>
            <a:xfrm>
              <a:off x="392400" y="5445000"/>
              <a:ext cx="40320" cy="34560"/>
            </a:xfrm>
            <a:custGeom>
              <a:avLst/>
              <a:gdLst/>
              <a:ahLst/>
              <a:rect l="l" t="t" r="r" b="b"/>
              <a:pathLst>
                <a:path w="6317" h="5392">
                  <a:moveTo>
                    <a:pt x="3605" y="1"/>
                  </a:moveTo>
                  <a:cubicBezTo>
                    <a:pt x="1202" y="1"/>
                    <a:pt x="1" y="2897"/>
                    <a:pt x="1695" y="4591"/>
                  </a:cubicBezTo>
                  <a:cubicBezTo>
                    <a:pt x="2238" y="5144"/>
                    <a:pt x="2914" y="5391"/>
                    <a:pt x="3580" y="5391"/>
                  </a:cubicBezTo>
                  <a:cubicBezTo>
                    <a:pt x="4956" y="5391"/>
                    <a:pt x="6286" y="4332"/>
                    <a:pt x="6286" y="2712"/>
                  </a:cubicBezTo>
                  <a:cubicBezTo>
                    <a:pt x="6316" y="1233"/>
                    <a:pt x="5084" y="1"/>
                    <a:pt x="3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4" name="CustomShape 58"/>
            <p:cNvSpPr/>
            <p:nvPr/>
          </p:nvSpPr>
          <p:spPr>
            <a:xfrm>
              <a:off x="-68292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5" name="CustomShape 59"/>
            <p:cNvSpPr/>
            <p:nvPr/>
          </p:nvSpPr>
          <p:spPr>
            <a:xfrm>
              <a:off x="-52848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6" name="CustomShape 60"/>
            <p:cNvSpPr/>
            <p:nvPr/>
          </p:nvSpPr>
          <p:spPr>
            <a:xfrm>
              <a:off x="-37404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7" name="CustomShape 61"/>
            <p:cNvSpPr/>
            <p:nvPr/>
          </p:nvSpPr>
          <p:spPr>
            <a:xfrm>
              <a:off x="-225360" y="560664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7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7" y="5194"/>
                    <a:pt x="2951" y="5436"/>
                    <a:pt x="3612" y="5436"/>
                  </a:cubicBezTo>
                  <a:cubicBezTo>
                    <a:pt x="5019" y="5436"/>
                    <a:pt x="6367" y="4337"/>
                    <a:pt x="6346" y="268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8" name="CustomShape 62"/>
            <p:cNvSpPr/>
            <p:nvPr/>
          </p:nvSpPr>
          <p:spPr>
            <a:xfrm>
              <a:off x="-70560" y="560664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384">
                  <a:moveTo>
                    <a:pt x="3574" y="0"/>
                  </a:moveTo>
                  <a:cubicBezTo>
                    <a:pt x="1171" y="0"/>
                    <a:pt x="0" y="2927"/>
                    <a:pt x="1695" y="4591"/>
                  </a:cubicBezTo>
                  <a:cubicBezTo>
                    <a:pt x="2242" y="5138"/>
                    <a:pt x="2915" y="5383"/>
                    <a:pt x="3575" y="5383"/>
                  </a:cubicBezTo>
                  <a:cubicBezTo>
                    <a:pt x="4958" y="5383"/>
                    <a:pt x="6285" y="4307"/>
                    <a:pt x="6285" y="268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9" name="CustomShape 63"/>
            <p:cNvSpPr/>
            <p:nvPr/>
          </p:nvSpPr>
          <p:spPr>
            <a:xfrm>
              <a:off x="8928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02" y="1"/>
                    <a:pt x="0" y="1233"/>
                    <a:pt x="0" y="2712"/>
                  </a:cubicBezTo>
                  <a:cubicBezTo>
                    <a:pt x="0" y="4221"/>
                    <a:pt x="1202" y="5454"/>
                    <a:pt x="2711" y="5454"/>
                  </a:cubicBezTo>
                  <a:cubicBezTo>
                    <a:pt x="4221" y="5454"/>
                    <a:pt x="5422" y="4221"/>
                    <a:pt x="5422" y="2712"/>
                  </a:cubicBezTo>
                  <a:cubicBezTo>
                    <a:pt x="5422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0" name="CustomShape 64"/>
            <p:cNvSpPr/>
            <p:nvPr/>
          </p:nvSpPr>
          <p:spPr>
            <a:xfrm>
              <a:off x="24372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2" y="1"/>
                  </a:moveTo>
                  <a:cubicBezTo>
                    <a:pt x="1202" y="1"/>
                    <a:pt x="1" y="1233"/>
                    <a:pt x="1" y="2712"/>
                  </a:cubicBezTo>
                  <a:cubicBezTo>
                    <a:pt x="1" y="4221"/>
                    <a:pt x="1202" y="5454"/>
                    <a:pt x="2712" y="5454"/>
                  </a:cubicBezTo>
                  <a:cubicBezTo>
                    <a:pt x="4222" y="5454"/>
                    <a:pt x="5423" y="4221"/>
                    <a:pt x="5423" y="2712"/>
                  </a:cubicBezTo>
                  <a:cubicBezTo>
                    <a:pt x="5423" y="1233"/>
                    <a:pt x="4222" y="1"/>
                    <a:pt x="2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1" name="CustomShape 65"/>
            <p:cNvSpPr/>
            <p:nvPr/>
          </p:nvSpPr>
          <p:spPr>
            <a:xfrm>
              <a:off x="398160" y="5606280"/>
              <a:ext cx="34560" cy="34920"/>
            </a:xfrm>
            <a:custGeom>
              <a:avLst/>
              <a:gdLst/>
              <a:ahLst/>
              <a:rect l="l" t="t" r="r" b="b"/>
              <a:pathLst>
                <a:path w="5423" h="5454">
                  <a:moveTo>
                    <a:pt x="2711" y="1"/>
                  </a:moveTo>
                  <a:cubicBezTo>
                    <a:pt x="1233" y="1"/>
                    <a:pt x="0" y="1233"/>
                    <a:pt x="0" y="2712"/>
                  </a:cubicBezTo>
                  <a:cubicBezTo>
                    <a:pt x="0" y="4221"/>
                    <a:pt x="1233" y="5454"/>
                    <a:pt x="2711" y="5454"/>
                  </a:cubicBezTo>
                  <a:cubicBezTo>
                    <a:pt x="4221" y="5454"/>
                    <a:pt x="5423" y="4221"/>
                    <a:pt x="5423" y="2712"/>
                  </a:cubicBezTo>
                  <a:cubicBezTo>
                    <a:pt x="5423" y="1233"/>
                    <a:pt x="4221" y="1"/>
                    <a:pt x="2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2" name="CustomShape 66"/>
            <p:cNvSpPr/>
            <p:nvPr/>
          </p:nvSpPr>
          <p:spPr>
            <a:xfrm>
              <a:off x="-68292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3" name="CustomShape 67"/>
            <p:cNvSpPr/>
            <p:nvPr/>
          </p:nvSpPr>
          <p:spPr>
            <a:xfrm>
              <a:off x="-52848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4" name="CustomShape 68"/>
            <p:cNvSpPr/>
            <p:nvPr/>
          </p:nvSpPr>
          <p:spPr>
            <a:xfrm>
              <a:off x="-37404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5" name="CustomShape 69"/>
            <p:cNvSpPr/>
            <p:nvPr/>
          </p:nvSpPr>
          <p:spPr>
            <a:xfrm>
              <a:off x="-225360" y="5767920"/>
              <a:ext cx="40680" cy="34920"/>
            </a:xfrm>
            <a:custGeom>
              <a:avLst/>
              <a:gdLst/>
              <a:ahLst/>
              <a:rect l="l" t="t" r="r" b="b"/>
              <a:pathLst>
                <a:path w="6368" h="5438">
                  <a:moveTo>
                    <a:pt x="3635" y="0"/>
                  </a:moveTo>
                  <a:cubicBezTo>
                    <a:pt x="1202" y="0"/>
                    <a:pt x="0" y="2927"/>
                    <a:pt x="1725" y="4652"/>
                  </a:cubicBezTo>
                  <a:cubicBezTo>
                    <a:pt x="2278" y="5195"/>
                    <a:pt x="2954" y="5437"/>
                    <a:pt x="3616" y="5437"/>
                  </a:cubicBezTo>
                  <a:cubicBezTo>
                    <a:pt x="5022" y="5437"/>
                    <a:pt x="6367" y="4345"/>
                    <a:pt x="6346" y="2711"/>
                  </a:cubicBezTo>
                  <a:cubicBezTo>
                    <a:pt x="6346" y="1202"/>
                    <a:pt x="5145" y="0"/>
                    <a:pt x="36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6" name="CustomShape 70"/>
            <p:cNvSpPr/>
            <p:nvPr/>
          </p:nvSpPr>
          <p:spPr>
            <a:xfrm>
              <a:off x="-70560" y="5767920"/>
              <a:ext cx="40320" cy="34560"/>
            </a:xfrm>
            <a:custGeom>
              <a:avLst/>
              <a:gdLst/>
              <a:ahLst/>
              <a:rect l="l" t="t" r="r" b="b"/>
              <a:pathLst>
                <a:path w="6285" h="5408">
                  <a:moveTo>
                    <a:pt x="3574" y="0"/>
                  </a:moveTo>
                  <a:cubicBezTo>
                    <a:pt x="1171" y="31"/>
                    <a:pt x="0" y="2927"/>
                    <a:pt x="1695" y="4621"/>
                  </a:cubicBezTo>
                  <a:cubicBezTo>
                    <a:pt x="2238" y="5165"/>
                    <a:pt x="2906" y="5407"/>
                    <a:pt x="3562" y="5407"/>
                  </a:cubicBezTo>
                  <a:cubicBezTo>
                    <a:pt x="4950" y="5407"/>
                    <a:pt x="6285" y="4322"/>
                    <a:pt x="6285" y="2711"/>
                  </a:cubicBezTo>
                  <a:cubicBezTo>
                    <a:pt x="6285" y="1202"/>
                    <a:pt x="5083" y="0"/>
                    <a:pt x="3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7" name="CustomShape 71"/>
            <p:cNvSpPr/>
            <p:nvPr/>
          </p:nvSpPr>
          <p:spPr>
            <a:xfrm>
              <a:off x="8928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02" y="0"/>
                    <a:pt x="0" y="1202"/>
                    <a:pt x="0" y="2711"/>
                  </a:cubicBezTo>
                  <a:cubicBezTo>
                    <a:pt x="0" y="4190"/>
                    <a:pt x="1202" y="5422"/>
                    <a:pt x="2711" y="5422"/>
                  </a:cubicBezTo>
                  <a:cubicBezTo>
                    <a:pt x="4221" y="5422"/>
                    <a:pt x="5422" y="4190"/>
                    <a:pt x="5422" y="2711"/>
                  </a:cubicBezTo>
                  <a:cubicBezTo>
                    <a:pt x="5422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8" name="CustomShape 72"/>
            <p:cNvSpPr/>
            <p:nvPr/>
          </p:nvSpPr>
          <p:spPr>
            <a:xfrm>
              <a:off x="24372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2" y="0"/>
                  </a:moveTo>
                  <a:cubicBezTo>
                    <a:pt x="1202" y="0"/>
                    <a:pt x="1" y="1202"/>
                    <a:pt x="1" y="2711"/>
                  </a:cubicBezTo>
                  <a:cubicBezTo>
                    <a:pt x="1" y="4190"/>
                    <a:pt x="1202" y="5422"/>
                    <a:pt x="2712" y="5422"/>
                  </a:cubicBezTo>
                  <a:cubicBezTo>
                    <a:pt x="4222" y="5422"/>
                    <a:pt x="5423" y="4190"/>
                    <a:pt x="5423" y="2711"/>
                  </a:cubicBezTo>
                  <a:cubicBezTo>
                    <a:pt x="5423" y="1202"/>
                    <a:pt x="4222" y="0"/>
                    <a:pt x="27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9" name="CustomShape 73"/>
            <p:cNvSpPr/>
            <p:nvPr/>
          </p:nvSpPr>
          <p:spPr>
            <a:xfrm>
              <a:off x="398160" y="5767920"/>
              <a:ext cx="34560" cy="34560"/>
            </a:xfrm>
            <a:custGeom>
              <a:avLst/>
              <a:gdLst/>
              <a:ahLst/>
              <a:rect l="l" t="t" r="r" b="b"/>
              <a:pathLst>
                <a:path w="5423" h="5423">
                  <a:moveTo>
                    <a:pt x="2711" y="0"/>
                  </a:moveTo>
                  <a:cubicBezTo>
                    <a:pt x="1233" y="0"/>
                    <a:pt x="0" y="1202"/>
                    <a:pt x="0" y="2711"/>
                  </a:cubicBezTo>
                  <a:cubicBezTo>
                    <a:pt x="0" y="4190"/>
                    <a:pt x="1233" y="5422"/>
                    <a:pt x="2711" y="5422"/>
                  </a:cubicBezTo>
                  <a:cubicBezTo>
                    <a:pt x="4221" y="5422"/>
                    <a:pt x="5423" y="4190"/>
                    <a:pt x="5423" y="2711"/>
                  </a:cubicBezTo>
                  <a:cubicBezTo>
                    <a:pt x="5423" y="1202"/>
                    <a:pt x="4221" y="0"/>
                    <a:pt x="27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60" name="PlaceHolder 74"/>
          <p:cNvSpPr>
            <a:spLocks noGrp="1"/>
          </p:cNvSpPr>
          <p:nvPr>
            <p:ph type="title"/>
          </p:nvPr>
        </p:nvSpPr>
        <p:spPr>
          <a:xfrm>
            <a:off x="1253520" y="1203840"/>
            <a:ext cx="807120" cy="6501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PlaceHolder 7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TextShape 1"/>
          <p:cNvSpPr txBox="1"/>
          <p:nvPr/>
        </p:nvSpPr>
        <p:spPr>
          <a:xfrm>
            <a:off x="713160" y="785160"/>
            <a:ext cx="6226920" cy="2702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191919"/>
                </a:solidFill>
                <a:latin typeface="Krona One"/>
                <a:ea typeface="Krona One"/>
              </a:rPr>
              <a:t>ALGORITMOS </a:t>
            </a:r>
            <a:r>
              <a:rPr b="0" lang="pt-BR" sz="5300" spc="-1" strike="noStrike">
                <a:solidFill>
                  <a:srgbClr val="00ff79"/>
                </a:solidFill>
                <a:latin typeface="Krona One"/>
                <a:ea typeface="Krona One"/>
              </a:rPr>
              <a:t>GENÉTICOS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TextShape 2"/>
          <p:cNvSpPr txBox="1"/>
          <p:nvPr/>
        </p:nvSpPr>
        <p:spPr>
          <a:xfrm>
            <a:off x="720000" y="3525120"/>
            <a:ext cx="2692080" cy="79236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Inteligência Artificial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100" name="CustomShape 3"/>
          <p:cNvSpPr/>
          <p:nvPr/>
        </p:nvSpPr>
        <p:spPr>
          <a:xfrm>
            <a:off x="5040720" y="4246200"/>
            <a:ext cx="308160" cy="308160"/>
          </a:xfrm>
          <a:custGeom>
            <a:avLst/>
            <a:gdLst/>
            <a:ahLst/>
            <a:rect l="l" t="t" r="r" b="b"/>
            <a:pathLst>
              <a:path w="18363" h="18363">
                <a:moveTo>
                  <a:pt x="18362" y="8850"/>
                </a:moveTo>
                <a:cubicBezTo>
                  <a:pt x="18362" y="12417"/>
                  <a:pt x="16213" y="15641"/>
                  <a:pt x="12897" y="17013"/>
                </a:cubicBezTo>
                <a:cubicBezTo>
                  <a:pt x="9604" y="18362"/>
                  <a:pt x="5808" y="17608"/>
                  <a:pt x="3270" y="15092"/>
                </a:cubicBezTo>
                <a:cubicBezTo>
                  <a:pt x="755" y="12554"/>
                  <a:pt x="0" y="8758"/>
                  <a:pt x="1372" y="5465"/>
                </a:cubicBezTo>
                <a:cubicBezTo>
                  <a:pt x="2721" y="2150"/>
                  <a:pt x="5946" y="0"/>
                  <a:pt x="9536" y="0"/>
                </a:cubicBezTo>
                <a:cubicBezTo>
                  <a:pt x="14406" y="0"/>
                  <a:pt x="18362" y="3956"/>
                  <a:pt x="18362" y="8850"/>
                </a:cubicBezTo>
                <a:close/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01" name="Group 4"/>
          <p:cNvGrpSpPr/>
          <p:nvPr/>
        </p:nvGrpSpPr>
        <p:grpSpPr>
          <a:xfrm>
            <a:off x="176040" y="2444040"/>
            <a:ext cx="308520" cy="458280"/>
            <a:chOff x="176040" y="2444040"/>
            <a:chExt cx="308520" cy="458280"/>
          </a:xfrm>
        </p:grpSpPr>
        <p:sp>
          <p:nvSpPr>
            <p:cNvPr id="1102" name="CustomShape 5"/>
            <p:cNvSpPr/>
            <p:nvPr/>
          </p:nvSpPr>
          <p:spPr>
            <a:xfrm>
              <a:off x="176040" y="2524680"/>
              <a:ext cx="308520" cy="3085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3" name="CustomShape 6"/>
            <p:cNvSpPr/>
            <p:nvPr/>
          </p:nvSpPr>
          <p:spPr>
            <a:xfrm>
              <a:off x="335880" y="2444040"/>
              <a:ext cx="360" cy="45828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4" name="CustomShape 7"/>
          <p:cNvSpPr/>
          <p:nvPr/>
        </p:nvSpPr>
        <p:spPr>
          <a:xfrm>
            <a:off x="5348880" y="3787920"/>
            <a:ext cx="457920" cy="457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TextShape 1"/>
          <p:cNvSpPr txBox="1"/>
          <p:nvPr/>
        </p:nvSpPr>
        <p:spPr>
          <a:xfrm>
            <a:off x="720000" y="444960"/>
            <a:ext cx="4347360" cy="6958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INTEGRANTES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TextShape 2"/>
          <p:cNvSpPr txBox="1"/>
          <p:nvPr/>
        </p:nvSpPr>
        <p:spPr>
          <a:xfrm>
            <a:off x="4400640" y="1346760"/>
            <a:ext cx="3303360" cy="3438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  <p:sp>
        <p:nvSpPr>
          <p:cNvPr id="1107" name="TextShape 3"/>
          <p:cNvSpPr txBox="1"/>
          <p:nvPr/>
        </p:nvSpPr>
        <p:spPr>
          <a:xfrm>
            <a:off x="5417640" y="1638360"/>
            <a:ext cx="2286360" cy="26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CustomShape 4"/>
          <p:cNvSpPr/>
          <p:nvPr/>
        </p:nvSpPr>
        <p:spPr>
          <a:xfrm>
            <a:off x="7916040" y="1328400"/>
            <a:ext cx="360" cy="348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2"/>
            </a:solidFill>
            <a:round/>
            <a:headEnd len="med" type="oval" w="med"/>
            <a:tailEnd len="med" type="oval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9" name="CustomShape 5"/>
          <p:cNvSpPr/>
          <p:nvPr/>
        </p:nvSpPr>
        <p:spPr>
          <a:xfrm>
            <a:off x="4265640" y="2952000"/>
            <a:ext cx="2286360" cy="26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0" name="CustomShape 6"/>
          <p:cNvSpPr/>
          <p:nvPr/>
        </p:nvSpPr>
        <p:spPr>
          <a:xfrm>
            <a:off x="3772080" y="2683440"/>
            <a:ext cx="3932280" cy="34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1" name="CustomShape 7"/>
          <p:cNvSpPr/>
          <p:nvPr/>
        </p:nvSpPr>
        <p:spPr>
          <a:xfrm>
            <a:off x="5417640" y="2975040"/>
            <a:ext cx="2286360" cy="26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2" name="CustomShape 8"/>
          <p:cNvSpPr/>
          <p:nvPr/>
        </p:nvSpPr>
        <p:spPr>
          <a:xfrm>
            <a:off x="4320720" y="3384360"/>
            <a:ext cx="3383640" cy="34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3" name="CustomShape 9"/>
          <p:cNvSpPr/>
          <p:nvPr/>
        </p:nvSpPr>
        <p:spPr>
          <a:xfrm>
            <a:off x="2880360" y="4085640"/>
            <a:ext cx="4823640" cy="34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4" name="CustomShape 10"/>
          <p:cNvSpPr/>
          <p:nvPr/>
        </p:nvSpPr>
        <p:spPr>
          <a:xfrm>
            <a:off x="5417640" y="4377240"/>
            <a:ext cx="2286360" cy="26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5" name="Group 1"/>
          <p:cNvGrpSpPr/>
          <p:nvPr/>
        </p:nvGrpSpPr>
        <p:grpSpPr>
          <a:xfrm>
            <a:off x="3793320" y="671040"/>
            <a:ext cx="2392200" cy="2396880"/>
            <a:chOff x="3793320" y="671040"/>
            <a:chExt cx="2392200" cy="2396880"/>
          </a:xfrm>
        </p:grpSpPr>
        <p:sp>
          <p:nvSpPr>
            <p:cNvPr id="1116" name="CustomShape 2"/>
            <p:cNvSpPr/>
            <p:nvPr/>
          </p:nvSpPr>
          <p:spPr>
            <a:xfrm>
              <a:off x="3793320" y="15076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" y="135397"/>
                  </a:lnTo>
                  <a:lnTo>
                    <a:pt x="135429" y="135397"/>
                  </a:lnTo>
                  <a:lnTo>
                    <a:pt x="1354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7" name="CustomShape 3"/>
            <p:cNvSpPr/>
            <p:nvPr/>
          </p:nvSpPr>
          <p:spPr>
            <a:xfrm>
              <a:off x="3793320" y="15076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8" name="CustomShape 4"/>
            <p:cNvSpPr/>
            <p:nvPr/>
          </p:nvSpPr>
          <p:spPr>
            <a:xfrm>
              <a:off x="3818880" y="14821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9" name="CustomShape 5"/>
            <p:cNvSpPr/>
            <p:nvPr/>
          </p:nvSpPr>
          <p:spPr>
            <a:xfrm>
              <a:off x="3843720" y="14569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0" name="CustomShape 6"/>
            <p:cNvSpPr/>
            <p:nvPr/>
          </p:nvSpPr>
          <p:spPr>
            <a:xfrm>
              <a:off x="3868920" y="14317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1" name="CustomShape 7"/>
            <p:cNvSpPr/>
            <p:nvPr/>
          </p:nvSpPr>
          <p:spPr>
            <a:xfrm>
              <a:off x="3894480" y="14061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2" name="CustomShape 8"/>
            <p:cNvSpPr/>
            <p:nvPr/>
          </p:nvSpPr>
          <p:spPr>
            <a:xfrm>
              <a:off x="3919680" y="13809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3" name="CustomShape 9"/>
            <p:cNvSpPr/>
            <p:nvPr/>
          </p:nvSpPr>
          <p:spPr>
            <a:xfrm>
              <a:off x="3945240" y="13554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4" name="CustomShape 10"/>
            <p:cNvSpPr/>
            <p:nvPr/>
          </p:nvSpPr>
          <p:spPr>
            <a:xfrm>
              <a:off x="3970440" y="13302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5" name="CustomShape 11"/>
            <p:cNvSpPr/>
            <p:nvPr/>
          </p:nvSpPr>
          <p:spPr>
            <a:xfrm>
              <a:off x="3996000" y="13050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6" name="CustomShape 12"/>
            <p:cNvSpPr/>
            <p:nvPr/>
          </p:nvSpPr>
          <p:spPr>
            <a:xfrm>
              <a:off x="4021200" y="12794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7" name="CustomShape 13"/>
            <p:cNvSpPr/>
            <p:nvPr/>
          </p:nvSpPr>
          <p:spPr>
            <a:xfrm>
              <a:off x="4046400" y="12542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8" name="CustomShape 14"/>
            <p:cNvSpPr/>
            <p:nvPr/>
          </p:nvSpPr>
          <p:spPr>
            <a:xfrm>
              <a:off x="4071600" y="12286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9" name="CustomShape 15"/>
            <p:cNvSpPr/>
            <p:nvPr/>
          </p:nvSpPr>
          <p:spPr>
            <a:xfrm>
              <a:off x="4096800" y="12034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1"/>
                  </a:moveTo>
                  <a:lnTo>
                    <a:pt x="135429" y="1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0" name="CustomShape 16"/>
            <p:cNvSpPr/>
            <p:nvPr/>
          </p:nvSpPr>
          <p:spPr>
            <a:xfrm>
              <a:off x="4122360" y="117828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1" name="CustomShape 17"/>
            <p:cNvSpPr/>
            <p:nvPr/>
          </p:nvSpPr>
          <p:spPr>
            <a:xfrm>
              <a:off x="4147560" y="11527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2" name="CustomShape 18"/>
            <p:cNvSpPr/>
            <p:nvPr/>
          </p:nvSpPr>
          <p:spPr>
            <a:xfrm>
              <a:off x="4172760" y="11275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3" name="CustomShape 19"/>
            <p:cNvSpPr/>
            <p:nvPr/>
          </p:nvSpPr>
          <p:spPr>
            <a:xfrm>
              <a:off x="4198320" y="11019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4" name="CustomShape 20"/>
            <p:cNvSpPr/>
            <p:nvPr/>
          </p:nvSpPr>
          <p:spPr>
            <a:xfrm>
              <a:off x="4223520" y="10767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5" name="CustomShape 21"/>
            <p:cNvSpPr/>
            <p:nvPr/>
          </p:nvSpPr>
          <p:spPr>
            <a:xfrm>
              <a:off x="4249080" y="10512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6" name="CustomShape 22"/>
            <p:cNvSpPr/>
            <p:nvPr/>
          </p:nvSpPr>
          <p:spPr>
            <a:xfrm>
              <a:off x="4273920" y="10260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7" name="CustomShape 23"/>
            <p:cNvSpPr/>
            <p:nvPr/>
          </p:nvSpPr>
          <p:spPr>
            <a:xfrm>
              <a:off x="4299480" y="10008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8" name="CustomShape 24"/>
            <p:cNvSpPr/>
            <p:nvPr/>
          </p:nvSpPr>
          <p:spPr>
            <a:xfrm>
              <a:off x="4324680" y="9752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1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9" name="CustomShape 25"/>
            <p:cNvSpPr/>
            <p:nvPr/>
          </p:nvSpPr>
          <p:spPr>
            <a:xfrm>
              <a:off x="4349880" y="9500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0" name="CustomShape 26"/>
            <p:cNvSpPr/>
            <p:nvPr/>
          </p:nvSpPr>
          <p:spPr>
            <a:xfrm>
              <a:off x="4375440" y="9244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1" name="CustomShape 27"/>
            <p:cNvSpPr/>
            <p:nvPr/>
          </p:nvSpPr>
          <p:spPr>
            <a:xfrm>
              <a:off x="4400640" y="8992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2" name="CustomShape 28"/>
            <p:cNvSpPr/>
            <p:nvPr/>
          </p:nvSpPr>
          <p:spPr>
            <a:xfrm>
              <a:off x="4426200" y="87408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3" name="CustomShape 29"/>
            <p:cNvSpPr/>
            <p:nvPr/>
          </p:nvSpPr>
          <p:spPr>
            <a:xfrm>
              <a:off x="4451400" y="8485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4" name="CustomShape 30"/>
            <p:cNvSpPr/>
            <p:nvPr/>
          </p:nvSpPr>
          <p:spPr>
            <a:xfrm>
              <a:off x="4476240" y="8233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5" name="CustomShape 31"/>
            <p:cNvSpPr/>
            <p:nvPr/>
          </p:nvSpPr>
          <p:spPr>
            <a:xfrm>
              <a:off x="4501800" y="7977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6" name="CustomShape 32"/>
            <p:cNvSpPr/>
            <p:nvPr/>
          </p:nvSpPr>
          <p:spPr>
            <a:xfrm>
              <a:off x="4527000" y="7725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7" name="CustomShape 33"/>
            <p:cNvSpPr/>
            <p:nvPr/>
          </p:nvSpPr>
          <p:spPr>
            <a:xfrm>
              <a:off x="4552560" y="7470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8" name="CustomShape 34"/>
            <p:cNvSpPr/>
            <p:nvPr/>
          </p:nvSpPr>
          <p:spPr>
            <a:xfrm>
              <a:off x="4577760" y="7218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9" name="CustomShape 35"/>
            <p:cNvSpPr/>
            <p:nvPr/>
          </p:nvSpPr>
          <p:spPr>
            <a:xfrm>
              <a:off x="4602960" y="6966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0" name="CustomShape 36"/>
            <p:cNvSpPr/>
            <p:nvPr/>
          </p:nvSpPr>
          <p:spPr>
            <a:xfrm>
              <a:off x="4628520" y="6710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1" name="CustomShape 37"/>
          <p:cNvSpPr/>
          <p:nvPr/>
        </p:nvSpPr>
        <p:spPr>
          <a:xfrm>
            <a:off x="3793320" y="1511280"/>
            <a:ext cx="1557000" cy="1556640"/>
          </a:xfrm>
          <a:custGeom>
            <a:avLst/>
            <a:gdLst/>
            <a:ahLst/>
            <a:rect l="l" t="t" r="r" b="b"/>
            <a:pathLst>
              <a:path w="135429" h="135398">
                <a:moveTo>
                  <a:pt x="1" y="0"/>
                </a:moveTo>
                <a:lnTo>
                  <a:pt x="1" y="135397"/>
                </a:lnTo>
                <a:lnTo>
                  <a:pt x="135429" y="135397"/>
                </a:lnTo>
                <a:lnTo>
                  <a:pt x="135429" y="0"/>
                </a:lnTo>
                <a:close/>
              </a:path>
            </a:pathLst>
          </a:custGeom>
          <a:solidFill>
            <a:schemeClr val="accent2"/>
          </a:solidFill>
          <a:ln w="9360">
            <a:solidFill>
              <a:schemeClr val="lt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2" name="TextShape 38"/>
          <p:cNvSpPr txBox="1"/>
          <p:nvPr/>
        </p:nvSpPr>
        <p:spPr>
          <a:xfrm>
            <a:off x="2703600" y="3179520"/>
            <a:ext cx="3809520" cy="841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3600" spc="-1" strike="noStrike">
                <a:solidFill>
                  <a:srgbClr val="000000"/>
                </a:solidFill>
                <a:latin typeface="Krona One"/>
                <a:ea typeface="Krona One"/>
              </a:rPr>
              <a:t>DEFINIÇÃO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TextShape 39"/>
          <p:cNvSpPr txBox="1"/>
          <p:nvPr/>
        </p:nvSpPr>
        <p:spPr>
          <a:xfrm>
            <a:off x="3793320" y="1511280"/>
            <a:ext cx="1557360" cy="1556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000000"/>
                </a:solidFill>
                <a:latin typeface="Krona One"/>
                <a:ea typeface="Krona One"/>
              </a:rPr>
              <a:t>01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TextShape 1"/>
          <p:cNvSpPr txBox="1"/>
          <p:nvPr/>
        </p:nvSpPr>
        <p:spPr>
          <a:xfrm>
            <a:off x="2289960" y="2590920"/>
            <a:ext cx="4563720" cy="308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Wirt Atmar, 1994</a:t>
            </a:r>
            <a:br/>
            <a:r>
              <a:rPr b="0" lang="pt-BR" sz="1200" spc="-1" strike="noStrike">
                <a:solidFill>
                  <a:srgbClr val="000000"/>
                </a:solidFill>
                <a:latin typeface="Krona One"/>
                <a:ea typeface="Krona One"/>
              </a:rPr>
              <a:t>(</a:t>
            </a:r>
            <a:r>
              <a:rPr b="0" i="1" lang="pt-BR" sz="1200" spc="-1" strike="noStrike">
                <a:solidFill>
                  <a:srgbClr val="000000"/>
                </a:solidFill>
                <a:latin typeface="Krona One"/>
                <a:ea typeface="Krona One"/>
              </a:rPr>
              <a:t>Notes on the simulation of evolution</a:t>
            </a:r>
            <a:r>
              <a:rPr b="0" lang="pt-BR" sz="1200" spc="-1" strike="noStrike">
                <a:solidFill>
                  <a:srgbClr val="000000"/>
                </a:solidFill>
                <a:latin typeface="Krona One"/>
                <a:ea typeface="Krona One"/>
              </a:rPr>
              <a:t>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TextShape 2"/>
          <p:cNvSpPr txBox="1"/>
          <p:nvPr/>
        </p:nvSpPr>
        <p:spPr>
          <a:xfrm>
            <a:off x="2230560" y="964800"/>
            <a:ext cx="4682520" cy="13744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latin typeface="Montserrat"/>
                <a:ea typeface="Montserrat"/>
              </a:rPr>
              <a:t>“</a:t>
            </a:r>
            <a:r>
              <a:rPr b="0" lang="pt-BR" sz="2200" spc="-1" strike="noStrike">
                <a:solidFill>
                  <a:srgbClr val="000000"/>
                </a:solidFill>
                <a:latin typeface="Montserrat"/>
                <a:ea typeface="Montserrat"/>
              </a:rPr>
              <a:t>Algoritmos genéticos podem ser definidos como algoritmos de busca estocástica polarizada.”</a:t>
            </a:r>
            <a:endParaRPr b="0" lang="pt-BR" sz="2200" spc="-1" strike="noStrike"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DEFINIÇÃO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TextShape 2"/>
          <p:cNvSpPr txBox="1"/>
          <p:nvPr/>
        </p:nvSpPr>
        <p:spPr>
          <a:xfrm>
            <a:off x="720000" y="1508760"/>
            <a:ext cx="7703640" cy="294876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Algoritmos Genéticos são algoritmos de otimização global baseados nos conceitos de seleção natural e da genética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Algoritmos bio-inspirados e computação natural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Conjunto ou população de soluções possíveis para um problema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As soluções podem sofrer recombinação e mutação, gerando novos filhos, e o processo se repete por inúmeras gerações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Método heurístico e probabilístico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Google Shape;1705;p6" descr=""/>
          <p:cNvPicPr/>
          <p:nvPr/>
        </p:nvPicPr>
        <p:blipFill>
          <a:blip r:embed="rId1"/>
          <a:stretch/>
        </p:blipFill>
        <p:spPr>
          <a:xfrm flipH="1">
            <a:off x="360" y="1080"/>
            <a:ext cx="9143640" cy="5140800"/>
          </a:xfrm>
          <a:prstGeom prst="rect">
            <a:avLst/>
          </a:prstGeom>
          <a:ln>
            <a:noFill/>
          </a:ln>
        </p:spPr>
      </p:pic>
      <p:grpSp>
        <p:nvGrpSpPr>
          <p:cNvPr id="1159" name="Group 1"/>
          <p:cNvGrpSpPr/>
          <p:nvPr/>
        </p:nvGrpSpPr>
        <p:grpSpPr>
          <a:xfrm>
            <a:off x="3019680" y="670680"/>
            <a:ext cx="2392560" cy="2397240"/>
            <a:chOff x="3019680" y="670680"/>
            <a:chExt cx="2392560" cy="2397240"/>
          </a:xfrm>
        </p:grpSpPr>
        <p:sp>
          <p:nvSpPr>
            <p:cNvPr id="1160" name="CustomShape 2"/>
            <p:cNvSpPr/>
            <p:nvPr/>
          </p:nvSpPr>
          <p:spPr>
            <a:xfrm flipH="1">
              <a:off x="3854880" y="15076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" y="135397"/>
                  </a:lnTo>
                  <a:lnTo>
                    <a:pt x="135429" y="135397"/>
                  </a:lnTo>
                  <a:lnTo>
                    <a:pt x="1354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1" name="CustomShape 3"/>
            <p:cNvSpPr/>
            <p:nvPr/>
          </p:nvSpPr>
          <p:spPr>
            <a:xfrm flipH="1">
              <a:off x="3854880" y="15076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2" name="CustomShape 4"/>
            <p:cNvSpPr/>
            <p:nvPr/>
          </p:nvSpPr>
          <p:spPr>
            <a:xfrm flipH="1">
              <a:off x="3828960" y="14821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3" name="CustomShape 5"/>
            <p:cNvSpPr/>
            <p:nvPr/>
          </p:nvSpPr>
          <p:spPr>
            <a:xfrm flipH="1">
              <a:off x="3803760" y="14569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4" name="CustomShape 6"/>
            <p:cNvSpPr/>
            <p:nvPr/>
          </p:nvSpPr>
          <p:spPr>
            <a:xfrm flipH="1">
              <a:off x="3778920" y="14317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5" name="CustomShape 7"/>
            <p:cNvSpPr/>
            <p:nvPr/>
          </p:nvSpPr>
          <p:spPr>
            <a:xfrm flipH="1">
              <a:off x="3753000" y="14061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6" name="CustomShape 8"/>
            <p:cNvSpPr/>
            <p:nvPr/>
          </p:nvSpPr>
          <p:spPr>
            <a:xfrm flipH="1">
              <a:off x="3728160" y="13809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7" name="CustomShape 9"/>
            <p:cNvSpPr/>
            <p:nvPr/>
          </p:nvSpPr>
          <p:spPr>
            <a:xfrm flipH="1">
              <a:off x="3702240" y="13554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8" name="CustomShape 10"/>
            <p:cNvSpPr/>
            <p:nvPr/>
          </p:nvSpPr>
          <p:spPr>
            <a:xfrm flipH="1">
              <a:off x="3677760" y="13302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9" name="CustomShape 11"/>
            <p:cNvSpPr/>
            <p:nvPr/>
          </p:nvSpPr>
          <p:spPr>
            <a:xfrm flipH="1">
              <a:off x="3651840" y="13050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0" name="CustomShape 12"/>
            <p:cNvSpPr/>
            <p:nvPr/>
          </p:nvSpPr>
          <p:spPr>
            <a:xfrm flipH="1">
              <a:off x="3626640" y="12794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1" name="CustomShape 13"/>
            <p:cNvSpPr/>
            <p:nvPr/>
          </p:nvSpPr>
          <p:spPr>
            <a:xfrm flipH="1">
              <a:off x="3601800" y="12542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2" name="CustomShape 14"/>
            <p:cNvSpPr/>
            <p:nvPr/>
          </p:nvSpPr>
          <p:spPr>
            <a:xfrm flipH="1">
              <a:off x="3575880" y="12286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3" name="CustomShape 15"/>
            <p:cNvSpPr/>
            <p:nvPr/>
          </p:nvSpPr>
          <p:spPr>
            <a:xfrm flipH="1">
              <a:off x="3551040" y="12034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1"/>
                  </a:moveTo>
                  <a:lnTo>
                    <a:pt x="135429" y="1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4" name="CustomShape 16"/>
            <p:cNvSpPr/>
            <p:nvPr/>
          </p:nvSpPr>
          <p:spPr>
            <a:xfrm flipH="1">
              <a:off x="3525120" y="117828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5" name="CustomShape 17"/>
            <p:cNvSpPr/>
            <p:nvPr/>
          </p:nvSpPr>
          <p:spPr>
            <a:xfrm flipH="1">
              <a:off x="3499920" y="11527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6" name="CustomShape 18"/>
            <p:cNvSpPr/>
            <p:nvPr/>
          </p:nvSpPr>
          <p:spPr>
            <a:xfrm flipH="1">
              <a:off x="3475080" y="11275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7" name="CustomShape 19"/>
            <p:cNvSpPr/>
            <p:nvPr/>
          </p:nvSpPr>
          <p:spPr>
            <a:xfrm flipH="1">
              <a:off x="3449520" y="11019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8" name="CustomShape 20"/>
            <p:cNvSpPr/>
            <p:nvPr/>
          </p:nvSpPr>
          <p:spPr>
            <a:xfrm flipH="1">
              <a:off x="3424680" y="10767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9" name="CustomShape 21"/>
            <p:cNvSpPr/>
            <p:nvPr/>
          </p:nvSpPr>
          <p:spPr>
            <a:xfrm flipH="1">
              <a:off x="3398760" y="10512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0" name="CustomShape 22"/>
            <p:cNvSpPr/>
            <p:nvPr/>
          </p:nvSpPr>
          <p:spPr>
            <a:xfrm flipH="1">
              <a:off x="3373560" y="10260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1" name="CustomShape 23"/>
            <p:cNvSpPr/>
            <p:nvPr/>
          </p:nvSpPr>
          <p:spPr>
            <a:xfrm flipH="1">
              <a:off x="3348000" y="10008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2" name="CustomShape 24"/>
            <p:cNvSpPr/>
            <p:nvPr/>
          </p:nvSpPr>
          <p:spPr>
            <a:xfrm flipH="1">
              <a:off x="3322800" y="9752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1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3" name="CustomShape 25"/>
            <p:cNvSpPr/>
            <p:nvPr/>
          </p:nvSpPr>
          <p:spPr>
            <a:xfrm flipH="1">
              <a:off x="3297960" y="9500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4" name="CustomShape 26"/>
            <p:cNvSpPr/>
            <p:nvPr/>
          </p:nvSpPr>
          <p:spPr>
            <a:xfrm flipH="1">
              <a:off x="3272040" y="9244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5" name="CustomShape 27"/>
            <p:cNvSpPr/>
            <p:nvPr/>
          </p:nvSpPr>
          <p:spPr>
            <a:xfrm flipH="1">
              <a:off x="3247560" y="8992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6" name="CustomShape 28"/>
            <p:cNvSpPr/>
            <p:nvPr/>
          </p:nvSpPr>
          <p:spPr>
            <a:xfrm flipH="1">
              <a:off x="3221640" y="87408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7" name="CustomShape 29"/>
            <p:cNvSpPr/>
            <p:nvPr/>
          </p:nvSpPr>
          <p:spPr>
            <a:xfrm flipH="1">
              <a:off x="3196440" y="8485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8" name="CustomShape 30"/>
            <p:cNvSpPr/>
            <p:nvPr/>
          </p:nvSpPr>
          <p:spPr>
            <a:xfrm flipH="1">
              <a:off x="3171600" y="8233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9" name="CustomShape 31"/>
            <p:cNvSpPr/>
            <p:nvPr/>
          </p:nvSpPr>
          <p:spPr>
            <a:xfrm flipH="1">
              <a:off x="3145680" y="7974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0" name="CustomShape 32"/>
            <p:cNvSpPr/>
            <p:nvPr/>
          </p:nvSpPr>
          <p:spPr>
            <a:xfrm flipH="1">
              <a:off x="3120840" y="7722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1" name="CustomShape 33"/>
            <p:cNvSpPr/>
            <p:nvPr/>
          </p:nvSpPr>
          <p:spPr>
            <a:xfrm flipH="1">
              <a:off x="3094920" y="7466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2" name="CustomShape 34"/>
            <p:cNvSpPr/>
            <p:nvPr/>
          </p:nvSpPr>
          <p:spPr>
            <a:xfrm flipH="1">
              <a:off x="3069720" y="72144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3" name="CustomShape 35"/>
            <p:cNvSpPr/>
            <p:nvPr/>
          </p:nvSpPr>
          <p:spPr>
            <a:xfrm flipH="1">
              <a:off x="3044880" y="6962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4" name="CustomShape 36"/>
            <p:cNvSpPr/>
            <p:nvPr/>
          </p:nvSpPr>
          <p:spPr>
            <a:xfrm flipH="1">
              <a:off x="3019320" y="6706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95" name="CustomShape 37"/>
          <p:cNvSpPr/>
          <p:nvPr/>
        </p:nvSpPr>
        <p:spPr>
          <a:xfrm>
            <a:off x="3861720" y="1511280"/>
            <a:ext cx="1557000" cy="1556640"/>
          </a:xfrm>
          <a:custGeom>
            <a:avLst/>
            <a:gdLst/>
            <a:ahLst/>
            <a:rect l="l" t="t" r="r" b="b"/>
            <a:pathLst>
              <a:path w="135429" h="135398">
                <a:moveTo>
                  <a:pt x="1" y="0"/>
                </a:moveTo>
                <a:lnTo>
                  <a:pt x="1" y="135397"/>
                </a:lnTo>
                <a:lnTo>
                  <a:pt x="135429" y="135397"/>
                </a:lnTo>
                <a:lnTo>
                  <a:pt x="135429" y="0"/>
                </a:lnTo>
                <a:close/>
              </a:path>
            </a:pathLst>
          </a:custGeom>
          <a:solidFill>
            <a:schemeClr val="accent2"/>
          </a:solidFill>
          <a:ln w="9360">
            <a:solidFill>
              <a:schemeClr val="lt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6" name="TextShape 38"/>
          <p:cNvSpPr txBox="1"/>
          <p:nvPr/>
        </p:nvSpPr>
        <p:spPr>
          <a:xfrm>
            <a:off x="2703600" y="3179520"/>
            <a:ext cx="3809520" cy="841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3600" spc="-1" strike="noStrike">
                <a:solidFill>
                  <a:srgbClr val="000000"/>
                </a:solidFill>
                <a:latin typeface="Krona One"/>
                <a:ea typeface="Krona One"/>
              </a:rPr>
              <a:t>HISTÓRICO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TextShape 39"/>
          <p:cNvSpPr txBox="1"/>
          <p:nvPr/>
        </p:nvSpPr>
        <p:spPr>
          <a:xfrm>
            <a:off x="3861720" y="1511280"/>
            <a:ext cx="1557360" cy="1556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000000"/>
                </a:solidFill>
                <a:latin typeface="Krona One"/>
                <a:ea typeface="Krona One"/>
              </a:rPr>
              <a:t>02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TextShape 1"/>
          <p:cNvSpPr txBox="1"/>
          <p:nvPr/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HISTÓRICO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CustomShape 2"/>
          <p:cNvSpPr/>
          <p:nvPr/>
        </p:nvSpPr>
        <p:spPr>
          <a:xfrm>
            <a:off x="720000" y="1333440"/>
            <a:ext cx="7703640" cy="3447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Teoria da Evolução, em 1859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Sistemas evolucionários e computação natural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Ferramenta de otimização para problemas de engenharia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Contraste com outras técnicas de programação evolucionária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i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Adaptation in Natural and Artificial System, </a:t>
            </a: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em 1975</a:t>
            </a:r>
            <a:endParaRPr b="0" lang="pt-BR" sz="1600" spc="-1" strike="noStrike"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oup 1"/>
          <p:cNvGrpSpPr/>
          <p:nvPr/>
        </p:nvGrpSpPr>
        <p:grpSpPr>
          <a:xfrm>
            <a:off x="3793320" y="556560"/>
            <a:ext cx="2392200" cy="2397240"/>
            <a:chOff x="3793320" y="556560"/>
            <a:chExt cx="2392200" cy="2397240"/>
          </a:xfrm>
        </p:grpSpPr>
        <p:sp>
          <p:nvSpPr>
            <p:cNvPr id="1201" name="CustomShape 2"/>
            <p:cNvSpPr/>
            <p:nvPr/>
          </p:nvSpPr>
          <p:spPr>
            <a:xfrm>
              <a:off x="3793320" y="13935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" y="135397"/>
                  </a:lnTo>
                  <a:lnTo>
                    <a:pt x="135429" y="135397"/>
                  </a:lnTo>
                  <a:lnTo>
                    <a:pt x="1354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2" name="CustomShape 3"/>
            <p:cNvSpPr/>
            <p:nvPr/>
          </p:nvSpPr>
          <p:spPr>
            <a:xfrm>
              <a:off x="3793320" y="13935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3" name="CustomShape 4"/>
            <p:cNvSpPr/>
            <p:nvPr/>
          </p:nvSpPr>
          <p:spPr>
            <a:xfrm>
              <a:off x="3818880" y="13680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4" name="CustomShape 5"/>
            <p:cNvSpPr/>
            <p:nvPr/>
          </p:nvSpPr>
          <p:spPr>
            <a:xfrm>
              <a:off x="3843720" y="13428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5" name="CustomShape 6"/>
            <p:cNvSpPr/>
            <p:nvPr/>
          </p:nvSpPr>
          <p:spPr>
            <a:xfrm>
              <a:off x="3868920" y="13176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6" name="CustomShape 7"/>
            <p:cNvSpPr/>
            <p:nvPr/>
          </p:nvSpPr>
          <p:spPr>
            <a:xfrm>
              <a:off x="3894480" y="12920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7" name="CustomShape 8"/>
            <p:cNvSpPr/>
            <p:nvPr/>
          </p:nvSpPr>
          <p:spPr>
            <a:xfrm>
              <a:off x="3919680" y="12668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8" name="CustomShape 9"/>
            <p:cNvSpPr/>
            <p:nvPr/>
          </p:nvSpPr>
          <p:spPr>
            <a:xfrm>
              <a:off x="3945240" y="12412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9" name="CustomShape 10"/>
            <p:cNvSpPr/>
            <p:nvPr/>
          </p:nvSpPr>
          <p:spPr>
            <a:xfrm>
              <a:off x="3970440" y="12160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0" name="CustomShape 11"/>
            <p:cNvSpPr/>
            <p:nvPr/>
          </p:nvSpPr>
          <p:spPr>
            <a:xfrm>
              <a:off x="3996000" y="119088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1" name="CustomShape 12"/>
            <p:cNvSpPr/>
            <p:nvPr/>
          </p:nvSpPr>
          <p:spPr>
            <a:xfrm>
              <a:off x="4021200" y="11653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2" name="CustomShape 13"/>
            <p:cNvSpPr/>
            <p:nvPr/>
          </p:nvSpPr>
          <p:spPr>
            <a:xfrm>
              <a:off x="4046400" y="11401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3" name="CustomShape 14"/>
            <p:cNvSpPr/>
            <p:nvPr/>
          </p:nvSpPr>
          <p:spPr>
            <a:xfrm>
              <a:off x="4071600" y="11145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4" name="CustomShape 15"/>
            <p:cNvSpPr/>
            <p:nvPr/>
          </p:nvSpPr>
          <p:spPr>
            <a:xfrm>
              <a:off x="4096800" y="10893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1"/>
                  </a:moveTo>
                  <a:lnTo>
                    <a:pt x="135429" y="1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5" name="CustomShape 16"/>
            <p:cNvSpPr/>
            <p:nvPr/>
          </p:nvSpPr>
          <p:spPr>
            <a:xfrm>
              <a:off x="4122360" y="10638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6" name="CustomShape 17"/>
            <p:cNvSpPr/>
            <p:nvPr/>
          </p:nvSpPr>
          <p:spPr>
            <a:xfrm>
              <a:off x="4147560" y="103824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7" name="CustomShape 18"/>
            <p:cNvSpPr/>
            <p:nvPr/>
          </p:nvSpPr>
          <p:spPr>
            <a:xfrm>
              <a:off x="4172760" y="10130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8" name="CustomShape 19"/>
            <p:cNvSpPr/>
            <p:nvPr/>
          </p:nvSpPr>
          <p:spPr>
            <a:xfrm>
              <a:off x="4198320" y="9874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9" name="CustomShape 20"/>
            <p:cNvSpPr/>
            <p:nvPr/>
          </p:nvSpPr>
          <p:spPr>
            <a:xfrm>
              <a:off x="4223520" y="9622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0" name="CustomShape 21"/>
            <p:cNvSpPr/>
            <p:nvPr/>
          </p:nvSpPr>
          <p:spPr>
            <a:xfrm>
              <a:off x="4249080" y="9367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1" name="CustomShape 22"/>
            <p:cNvSpPr/>
            <p:nvPr/>
          </p:nvSpPr>
          <p:spPr>
            <a:xfrm>
              <a:off x="4273920" y="9115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2" name="CustomShape 23"/>
            <p:cNvSpPr/>
            <p:nvPr/>
          </p:nvSpPr>
          <p:spPr>
            <a:xfrm>
              <a:off x="4299480" y="8863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3" name="CustomShape 24"/>
            <p:cNvSpPr/>
            <p:nvPr/>
          </p:nvSpPr>
          <p:spPr>
            <a:xfrm>
              <a:off x="4324680" y="8607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1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4" name="CustomShape 25"/>
            <p:cNvSpPr/>
            <p:nvPr/>
          </p:nvSpPr>
          <p:spPr>
            <a:xfrm>
              <a:off x="4349880" y="8355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5" name="CustomShape 26"/>
            <p:cNvSpPr/>
            <p:nvPr/>
          </p:nvSpPr>
          <p:spPr>
            <a:xfrm>
              <a:off x="4375440" y="8100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6" name="CustomShape 27"/>
            <p:cNvSpPr/>
            <p:nvPr/>
          </p:nvSpPr>
          <p:spPr>
            <a:xfrm>
              <a:off x="4400640" y="7848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7" name="CustomShape 28"/>
            <p:cNvSpPr/>
            <p:nvPr/>
          </p:nvSpPr>
          <p:spPr>
            <a:xfrm>
              <a:off x="4426200" y="7596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8" name="CustomShape 29"/>
            <p:cNvSpPr/>
            <p:nvPr/>
          </p:nvSpPr>
          <p:spPr>
            <a:xfrm>
              <a:off x="4451400" y="7340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9" name="CustomShape 30"/>
            <p:cNvSpPr/>
            <p:nvPr/>
          </p:nvSpPr>
          <p:spPr>
            <a:xfrm>
              <a:off x="4476240" y="7088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0" name="CustomShape 31"/>
            <p:cNvSpPr/>
            <p:nvPr/>
          </p:nvSpPr>
          <p:spPr>
            <a:xfrm>
              <a:off x="4501800" y="6832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1" name="CustomShape 32"/>
            <p:cNvSpPr/>
            <p:nvPr/>
          </p:nvSpPr>
          <p:spPr>
            <a:xfrm>
              <a:off x="4527000" y="6580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2" name="CustomShape 33"/>
            <p:cNvSpPr/>
            <p:nvPr/>
          </p:nvSpPr>
          <p:spPr>
            <a:xfrm>
              <a:off x="4552560" y="6325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3" name="CustomShape 34"/>
            <p:cNvSpPr/>
            <p:nvPr/>
          </p:nvSpPr>
          <p:spPr>
            <a:xfrm>
              <a:off x="4577760" y="6073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4" name="CustomShape 35"/>
            <p:cNvSpPr/>
            <p:nvPr/>
          </p:nvSpPr>
          <p:spPr>
            <a:xfrm>
              <a:off x="4602960" y="5821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5" name="CustomShape 36"/>
            <p:cNvSpPr/>
            <p:nvPr/>
          </p:nvSpPr>
          <p:spPr>
            <a:xfrm>
              <a:off x="4628520" y="5565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6" name="CustomShape 37"/>
          <p:cNvSpPr/>
          <p:nvPr/>
        </p:nvSpPr>
        <p:spPr>
          <a:xfrm>
            <a:off x="3793320" y="1396800"/>
            <a:ext cx="1557000" cy="1556640"/>
          </a:xfrm>
          <a:custGeom>
            <a:avLst/>
            <a:gdLst/>
            <a:ahLst/>
            <a:rect l="l" t="t" r="r" b="b"/>
            <a:pathLst>
              <a:path w="135429" h="135398">
                <a:moveTo>
                  <a:pt x="1" y="0"/>
                </a:moveTo>
                <a:lnTo>
                  <a:pt x="1" y="135397"/>
                </a:lnTo>
                <a:lnTo>
                  <a:pt x="135429" y="135397"/>
                </a:lnTo>
                <a:lnTo>
                  <a:pt x="135429" y="0"/>
                </a:lnTo>
                <a:close/>
              </a:path>
            </a:pathLst>
          </a:custGeom>
          <a:solidFill>
            <a:schemeClr val="accent2"/>
          </a:solidFill>
          <a:ln w="9360">
            <a:solidFill>
              <a:schemeClr val="lt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7" name="TextShape 38"/>
          <p:cNvSpPr txBox="1"/>
          <p:nvPr/>
        </p:nvSpPr>
        <p:spPr>
          <a:xfrm>
            <a:off x="2282760" y="3236760"/>
            <a:ext cx="4597200" cy="10900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36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TextShape 39"/>
          <p:cNvSpPr txBox="1"/>
          <p:nvPr/>
        </p:nvSpPr>
        <p:spPr>
          <a:xfrm>
            <a:off x="3793320" y="1396800"/>
            <a:ext cx="1557360" cy="1556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000000"/>
                </a:solidFill>
                <a:latin typeface="Krona One"/>
                <a:ea typeface="Krona One"/>
              </a:rPr>
              <a:t>03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CustomShape 2"/>
          <p:cNvSpPr/>
          <p:nvPr/>
        </p:nvSpPr>
        <p:spPr>
          <a:xfrm>
            <a:off x="720000" y="1193760"/>
            <a:ext cx="7703640" cy="363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Fundamentos Biológicos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Cromossomo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Gene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Fenótipo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Fitness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Locus</a:t>
            </a:r>
            <a:endParaRPr b="0" lang="pt-BR" sz="1600" spc="-1" strike="noStrike">
              <a:latin typeface="Arial"/>
            </a:endParaRPr>
          </a:p>
        </p:txBody>
      </p:sp>
      <p:pic>
        <p:nvPicPr>
          <p:cNvPr id="1241" name="Google Shape;1800;gcf3ba4ca89_20_0" descr=""/>
          <p:cNvPicPr/>
          <p:nvPr/>
        </p:nvPicPr>
        <p:blipFill>
          <a:blip r:embed="rId1"/>
          <a:stretch/>
        </p:blipFill>
        <p:spPr>
          <a:xfrm>
            <a:off x="4495320" y="1841400"/>
            <a:ext cx="3928320" cy="297612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3" name="Table 2"/>
          <p:cNvGraphicFramePr/>
          <p:nvPr/>
        </p:nvGraphicFramePr>
        <p:xfrm>
          <a:off x="1356120" y="1968840"/>
          <a:ext cx="6431400" cy="2687760"/>
        </p:xfrm>
        <a:graphic>
          <a:graphicData uri="http://schemas.openxmlformats.org/drawingml/2006/table">
            <a:tbl>
              <a:tblPr/>
              <a:tblGrid>
                <a:gridCol w="3215520"/>
                <a:gridCol w="3215880"/>
              </a:tblGrid>
              <a:tr h="391320">
                <a:tc>
                  <a:txBody>
                    <a:bodyPr lIns="63360" rIns="63360" tIns="63360" bIns="633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Krona One"/>
                          <a:ea typeface="Krona One"/>
                        </a:rPr>
                        <a:t>Biologia</a:t>
                      </a:r>
                      <a:endParaRPr b="0" lang="pt-BR" sz="16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79"/>
                    </a:solidFill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Krona One"/>
                          <a:ea typeface="Krona One"/>
                        </a:rPr>
                        <a:t>Computação</a:t>
                      </a:r>
                      <a:endParaRPr b="0" lang="pt-BR" sz="16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79"/>
                    </a:solidFill>
                  </a:tcPr>
                </a:tc>
              </a:tr>
              <a:tr h="374400"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Cromossomo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Indivíduo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4400"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Gene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Peso(valor)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4280"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Genótipo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Vetor de pesos que representa o indivíduo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880"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Fenótipo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Interpretação/resultado do vetor na função de decisão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5480"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Locus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Local do peso no vetor de pesos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CustomShape 2"/>
          <p:cNvSpPr/>
          <p:nvPr/>
        </p:nvSpPr>
        <p:spPr>
          <a:xfrm>
            <a:off x="720000" y="1105560"/>
            <a:ext cx="7703640" cy="346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Codificação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46" name="CustomShape 3"/>
          <p:cNvSpPr/>
          <p:nvPr/>
        </p:nvSpPr>
        <p:spPr>
          <a:xfrm>
            <a:off x="2453400" y="4803840"/>
            <a:ext cx="4236840" cy="25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000000"/>
                </a:solidFill>
                <a:latin typeface="Krona One"/>
                <a:ea typeface="Krona One"/>
              </a:rPr>
              <a:t>FLUXOGRAMA DE UM ALGORITMO GENÉTICO</a:t>
            </a:r>
            <a:endParaRPr b="0" lang="pt-BR" sz="1100" spc="-1" strike="noStrike">
              <a:latin typeface="Arial"/>
            </a:endParaRPr>
          </a:p>
        </p:txBody>
      </p:sp>
      <p:grpSp>
        <p:nvGrpSpPr>
          <p:cNvPr id="1247" name="Group 4"/>
          <p:cNvGrpSpPr/>
          <p:nvPr/>
        </p:nvGrpSpPr>
        <p:grpSpPr>
          <a:xfrm>
            <a:off x="1919880" y="1592280"/>
            <a:ext cx="5303880" cy="3106080"/>
            <a:chOff x="1919880" y="1592280"/>
            <a:chExt cx="5303880" cy="3106080"/>
          </a:xfrm>
        </p:grpSpPr>
        <p:sp>
          <p:nvSpPr>
            <p:cNvPr id="1248" name="CustomShape 5"/>
            <p:cNvSpPr/>
            <p:nvPr/>
          </p:nvSpPr>
          <p:spPr>
            <a:xfrm>
              <a:off x="4954680" y="2905920"/>
              <a:ext cx="438840" cy="1188360"/>
            </a:xfrm>
            <a:prstGeom prst="rect">
              <a:avLst/>
            </a:prstGeom>
            <a:noFill/>
            <a:ln w="9360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9" name="CustomShape 6"/>
            <p:cNvSpPr/>
            <p:nvPr/>
          </p:nvSpPr>
          <p:spPr>
            <a:xfrm>
              <a:off x="1919880" y="159228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9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POPULAÇÃO INICIAL</a:t>
              </a:r>
              <a:endParaRPr b="0" lang="pt-BR" sz="900" spc="-1" strike="noStrike">
                <a:latin typeface="Arial"/>
              </a:endParaRPr>
            </a:p>
          </p:txBody>
        </p:sp>
        <p:sp>
          <p:nvSpPr>
            <p:cNvPr id="1250" name="CustomShape 7"/>
            <p:cNvSpPr/>
            <p:nvPr/>
          </p:nvSpPr>
          <p:spPr>
            <a:xfrm>
              <a:off x="4270320" y="208404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9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FITNESS</a:t>
              </a:r>
              <a:endParaRPr b="0" lang="pt-BR" sz="900" spc="-1" strike="noStrike">
                <a:latin typeface="Arial"/>
              </a:endParaRPr>
            </a:p>
          </p:txBody>
        </p:sp>
        <p:sp>
          <p:nvSpPr>
            <p:cNvPr id="1251" name="CustomShape 8"/>
            <p:cNvSpPr/>
            <p:nvPr/>
          </p:nvSpPr>
          <p:spPr>
            <a:xfrm>
              <a:off x="5954040" y="208404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9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SELEÇÃO</a:t>
              </a:r>
              <a:endParaRPr b="0" lang="pt-BR" sz="900" spc="-1" strike="noStrike">
                <a:latin typeface="Arial"/>
              </a:endParaRPr>
            </a:p>
          </p:txBody>
        </p:sp>
        <p:sp>
          <p:nvSpPr>
            <p:cNvPr id="1252" name="CustomShape 9"/>
            <p:cNvSpPr/>
            <p:nvPr/>
          </p:nvSpPr>
          <p:spPr>
            <a:xfrm>
              <a:off x="3189960" y="1757160"/>
              <a:ext cx="1715040" cy="326520"/>
            </a:xfrm>
            <a:prstGeom prst="bentConnector2">
              <a:avLst/>
            </a:pr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3" name="CustomShape 10"/>
            <p:cNvSpPr/>
            <p:nvPr/>
          </p:nvSpPr>
          <p:spPr>
            <a:xfrm>
              <a:off x="5540400" y="2248920"/>
              <a:ext cx="4132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4" name="CustomShape 11"/>
            <p:cNvSpPr/>
            <p:nvPr/>
          </p:nvSpPr>
          <p:spPr>
            <a:xfrm>
              <a:off x="5187600" y="2905920"/>
              <a:ext cx="646560" cy="1271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5" name="CustomShape 12"/>
            <p:cNvSpPr/>
            <p:nvPr/>
          </p:nvSpPr>
          <p:spPr>
            <a:xfrm>
              <a:off x="5112000" y="274068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9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CROSSOVER</a:t>
              </a:r>
              <a:endParaRPr b="0" lang="pt-BR" sz="900" spc="-1" strike="noStrike">
                <a:latin typeface="Arial"/>
              </a:endParaRPr>
            </a:p>
          </p:txBody>
        </p:sp>
        <p:sp>
          <p:nvSpPr>
            <p:cNvPr id="1256" name="CustomShape 13"/>
            <p:cNvSpPr/>
            <p:nvPr/>
          </p:nvSpPr>
          <p:spPr>
            <a:xfrm>
              <a:off x="5112000" y="333540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8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REPRODUÇÃO</a:t>
              </a:r>
              <a:endParaRPr b="0" lang="pt-BR" sz="800" spc="-1" strike="noStrike">
                <a:latin typeface="Arial"/>
              </a:endParaRPr>
            </a:p>
          </p:txBody>
        </p:sp>
        <p:sp>
          <p:nvSpPr>
            <p:cNvPr id="1257" name="CustomShape 14"/>
            <p:cNvSpPr/>
            <p:nvPr/>
          </p:nvSpPr>
          <p:spPr>
            <a:xfrm>
              <a:off x="5112000" y="392976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9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MUTAÇÃO</a:t>
              </a:r>
              <a:endParaRPr b="0" lang="pt-BR" sz="900" spc="-1" strike="noStrike">
                <a:latin typeface="Arial"/>
              </a:endParaRPr>
            </a:p>
          </p:txBody>
        </p:sp>
        <p:sp>
          <p:nvSpPr>
            <p:cNvPr id="1258" name="CustomShape 15"/>
            <p:cNvSpPr/>
            <p:nvPr/>
          </p:nvSpPr>
          <p:spPr>
            <a:xfrm rot="5400000">
              <a:off x="5878440" y="2906280"/>
              <a:ext cx="1691640" cy="684000"/>
            </a:xfrm>
            <a:prstGeom prst="bentConnector2">
              <a:avLst/>
            </a:pr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9" name="CustomShape 16"/>
            <p:cNvSpPr/>
            <p:nvPr/>
          </p:nvSpPr>
          <p:spPr>
            <a:xfrm rot="10800000">
              <a:off x="6382800" y="2905200"/>
              <a:ext cx="6840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0" name="CustomShape 17"/>
            <p:cNvSpPr/>
            <p:nvPr/>
          </p:nvSpPr>
          <p:spPr>
            <a:xfrm rot="10800000">
              <a:off x="6382800" y="3499920"/>
              <a:ext cx="6840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1" name="CustomShape 18"/>
            <p:cNvSpPr/>
            <p:nvPr/>
          </p:nvSpPr>
          <p:spPr>
            <a:xfrm>
              <a:off x="3477600" y="333540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9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NOVA POPULAÇÃO</a:t>
              </a:r>
              <a:endParaRPr b="0" lang="pt-BR" sz="900" spc="-1" strike="noStrike">
                <a:latin typeface="Arial"/>
              </a:endParaRPr>
            </a:p>
          </p:txBody>
        </p:sp>
        <p:sp>
          <p:nvSpPr>
            <p:cNvPr id="1262" name="CustomShape 19"/>
            <p:cNvSpPr/>
            <p:nvPr/>
          </p:nvSpPr>
          <p:spPr>
            <a:xfrm>
              <a:off x="3477600" y="436860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6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RETORNA MELHOR SOLUÇÃO</a:t>
              </a:r>
              <a:endParaRPr b="0" lang="pt-BR" sz="600" spc="-1" strike="noStrike">
                <a:latin typeface="Arial"/>
              </a:endParaRPr>
            </a:p>
          </p:txBody>
        </p:sp>
        <p:sp>
          <p:nvSpPr>
            <p:cNvPr id="1263" name="CustomShape 20"/>
            <p:cNvSpPr/>
            <p:nvPr/>
          </p:nvSpPr>
          <p:spPr>
            <a:xfrm>
              <a:off x="1919880" y="4368600"/>
              <a:ext cx="1269720" cy="329760"/>
            </a:xfrm>
            <a:prstGeom prst="rect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9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FITNESS</a:t>
              </a:r>
              <a:endParaRPr b="0" lang="pt-BR" sz="900" spc="-1" strike="noStrike">
                <a:latin typeface="Arial"/>
              </a:endParaRPr>
            </a:p>
          </p:txBody>
        </p:sp>
        <p:sp>
          <p:nvSpPr>
            <p:cNvPr id="1264" name="CustomShape 21"/>
            <p:cNvSpPr/>
            <p:nvPr/>
          </p:nvSpPr>
          <p:spPr>
            <a:xfrm>
              <a:off x="1921680" y="3201480"/>
              <a:ext cx="1269720" cy="597240"/>
            </a:xfrm>
            <a:prstGeom prst="ellipse">
              <a:avLst/>
            </a:prstGeom>
            <a:solidFill>
              <a:schemeClr val="dk2"/>
            </a:solidFill>
            <a:ln w="9360">
              <a:solidFill>
                <a:schemeClr val="lt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600" spc="-1" strike="noStrike">
                  <a:solidFill>
                    <a:srgbClr val="000000"/>
                  </a:solidFill>
                  <a:latin typeface="Krona One"/>
                  <a:ea typeface="Krona One"/>
                </a:rPr>
                <a:t>CRITÉRIO DE PARADA SATISFEITO?</a:t>
              </a:r>
              <a:endParaRPr b="0" lang="pt-BR" sz="600" spc="-1" strike="noStrike">
                <a:latin typeface="Arial"/>
              </a:endParaRPr>
            </a:p>
          </p:txBody>
        </p:sp>
        <p:sp>
          <p:nvSpPr>
            <p:cNvPr id="1265" name="CustomShape 22"/>
            <p:cNvSpPr/>
            <p:nvPr/>
          </p:nvSpPr>
          <p:spPr>
            <a:xfrm rot="10800000">
              <a:off x="4747680" y="3499920"/>
              <a:ext cx="364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6" name="CustomShape 23"/>
            <p:cNvSpPr/>
            <p:nvPr/>
          </p:nvSpPr>
          <p:spPr>
            <a:xfrm rot="10800000">
              <a:off x="3192120" y="3499920"/>
              <a:ext cx="2854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7" name="CustomShape 24"/>
            <p:cNvSpPr/>
            <p:nvPr/>
          </p:nvSpPr>
          <p:spPr>
            <a:xfrm flipH="1">
              <a:off x="2554920" y="3799080"/>
              <a:ext cx="1440" cy="568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8" name="CustomShape 25"/>
            <p:cNvSpPr/>
            <p:nvPr/>
          </p:nvSpPr>
          <p:spPr>
            <a:xfrm>
              <a:off x="3189960" y="4533480"/>
              <a:ext cx="2872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9" name="CustomShape 26"/>
            <p:cNvSpPr/>
            <p:nvPr/>
          </p:nvSpPr>
          <p:spPr>
            <a:xfrm flipH="1" rot="10800000">
              <a:off x="2556000" y="2249640"/>
              <a:ext cx="1713240" cy="951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360">
              <a:solidFill>
                <a:srgbClr val="f9f9f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0" name="CustomShape 27"/>
            <p:cNvSpPr/>
            <p:nvPr/>
          </p:nvSpPr>
          <p:spPr>
            <a:xfrm rot="16200000">
              <a:off x="2937240" y="1868760"/>
              <a:ext cx="951840" cy="1713240"/>
            </a:xfrm>
            <a:prstGeom prst="bentConnector2">
              <a:avLst/>
            </a:prstGeom>
            <a:noFill/>
            <a:ln w="9360">
              <a:solidFill>
                <a:schemeClr val="dk1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1" name="CustomShape 28"/>
            <p:cNvSpPr/>
            <p:nvPr/>
          </p:nvSpPr>
          <p:spPr>
            <a:xfrm>
              <a:off x="6435000" y="2598120"/>
              <a:ext cx="635040" cy="3333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1400" spc="-1" strike="noStrike">
                  <a:solidFill>
                    <a:srgbClr val="000000"/>
                  </a:solidFill>
                  <a:latin typeface="Montserrat"/>
                  <a:ea typeface="Montserrat"/>
                </a:rPr>
                <a:t>p</a:t>
              </a:r>
              <a:r>
                <a:rPr b="0" lang="pt-BR" sz="1400" spc="-1" strike="noStrike" baseline="-25000">
                  <a:solidFill>
                    <a:srgbClr val="000000"/>
                  </a:solidFill>
                  <a:latin typeface="Montserrat"/>
                  <a:ea typeface="Montserrat"/>
                </a:rPr>
                <a:t>cross</a:t>
              </a:r>
              <a:endParaRPr b="0" lang="pt-BR" sz="1400" spc="-1" strike="noStrike">
                <a:latin typeface="Arial"/>
              </a:endParaRPr>
            </a:p>
          </p:txBody>
        </p:sp>
        <p:sp>
          <p:nvSpPr>
            <p:cNvPr id="1272" name="CustomShape 29"/>
            <p:cNvSpPr/>
            <p:nvPr/>
          </p:nvSpPr>
          <p:spPr>
            <a:xfrm>
              <a:off x="6402240" y="3192480"/>
              <a:ext cx="727920" cy="3333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1400" spc="-1" strike="noStrike">
                  <a:solidFill>
                    <a:srgbClr val="000000"/>
                  </a:solidFill>
                  <a:latin typeface="Montserrat"/>
                  <a:ea typeface="Montserrat"/>
                </a:rPr>
                <a:t>p</a:t>
              </a:r>
              <a:r>
                <a:rPr b="0" lang="pt-BR" sz="1400" spc="-1" strike="noStrike" baseline="-25000">
                  <a:solidFill>
                    <a:srgbClr val="000000"/>
                  </a:solidFill>
                  <a:latin typeface="Montserrat"/>
                  <a:ea typeface="Montserrat"/>
                </a:rPr>
                <a:t>reprod</a:t>
              </a:r>
              <a:endParaRPr b="0" lang="pt-BR" sz="1400" spc="-1" strike="noStrike">
                <a:latin typeface="Arial"/>
              </a:endParaRPr>
            </a:p>
          </p:txBody>
        </p:sp>
        <p:sp>
          <p:nvSpPr>
            <p:cNvPr id="1273" name="CustomShape 30"/>
            <p:cNvSpPr/>
            <p:nvPr/>
          </p:nvSpPr>
          <p:spPr>
            <a:xfrm>
              <a:off x="6455520" y="3789720"/>
              <a:ext cx="588960" cy="3333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1400" spc="-1" strike="noStrike">
                  <a:solidFill>
                    <a:srgbClr val="000000"/>
                  </a:solidFill>
                  <a:latin typeface="Montserrat"/>
                  <a:ea typeface="Montserrat"/>
                </a:rPr>
                <a:t>p</a:t>
              </a:r>
              <a:r>
                <a:rPr b="0" lang="pt-BR" sz="1400" spc="-1" strike="noStrike" baseline="-25000">
                  <a:solidFill>
                    <a:srgbClr val="000000"/>
                  </a:solidFill>
                  <a:latin typeface="Montserrat"/>
                  <a:ea typeface="Montserrat"/>
                </a:rPr>
                <a:t>mut</a:t>
              </a:r>
              <a:endParaRPr b="0" lang="pt-BR" sz="1400" spc="-1" strike="noStrike">
                <a:latin typeface="Arial"/>
              </a:endParaRPr>
            </a:p>
          </p:txBody>
        </p:sp>
        <p:sp>
          <p:nvSpPr>
            <p:cNvPr id="1274" name="CustomShape 31"/>
            <p:cNvSpPr/>
            <p:nvPr/>
          </p:nvSpPr>
          <p:spPr>
            <a:xfrm>
              <a:off x="2171160" y="2927160"/>
              <a:ext cx="453240" cy="21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800" spc="-1" strike="noStrike">
                  <a:solidFill>
                    <a:srgbClr val="000000"/>
                  </a:solidFill>
                  <a:latin typeface="Montserrat"/>
                  <a:ea typeface="Montserrat"/>
                </a:rPr>
                <a:t>NÃO</a:t>
              </a:r>
              <a:endParaRPr b="0" lang="pt-BR" sz="800" spc="-1" strike="noStrike">
                <a:latin typeface="Arial"/>
              </a:endParaRPr>
            </a:p>
          </p:txBody>
        </p:sp>
        <p:sp>
          <p:nvSpPr>
            <p:cNvPr id="1275" name="CustomShape 32"/>
            <p:cNvSpPr/>
            <p:nvPr/>
          </p:nvSpPr>
          <p:spPr>
            <a:xfrm>
              <a:off x="2217600" y="3872520"/>
              <a:ext cx="399240" cy="21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800" spc="-1" strike="noStrike">
                  <a:solidFill>
                    <a:srgbClr val="000000"/>
                  </a:solidFill>
                  <a:latin typeface="Montserrat"/>
                  <a:ea typeface="Montserrat"/>
                </a:rPr>
                <a:t>SIM</a:t>
              </a:r>
              <a:endParaRPr b="0" lang="pt-BR" sz="800" spc="-1" strike="noStrike">
                <a:latin typeface="Arial"/>
              </a:endParaRPr>
            </a:p>
          </p:txBody>
        </p:sp>
      </p:grp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6" name="Google Shape;1847;gcf3ba4ca89_20_19" descr=""/>
          <p:cNvPicPr/>
          <p:nvPr/>
        </p:nvPicPr>
        <p:blipFill>
          <a:blip r:embed="rId1"/>
          <a:stretch/>
        </p:blipFill>
        <p:spPr>
          <a:xfrm>
            <a:off x="1535760" y="233640"/>
            <a:ext cx="6072480" cy="4405680"/>
          </a:xfrm>
          <a:prstGeom prst="rect">
            <a:avLst/>
          </a:prstGeom>
          <a:ln>
            <a:noFill/>
          </a:ln>
        </p:spPr>
      </p:pic>
      <p:sp>
        <p:nvSpPr>
          <p:cNvPr id="1277" name="CustomShape 1"/>
          <p:cNvSpPr/>
          <p:nvPr/>
        </p:nvSpPr>
        <p:spPr>
          <a:xfrm>
            <a:off x="1546200" y="4722120"/>
            <a:ext cx="6051240" cy="25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000000"/>
                </a:solidFill>
                <a:latin typeface="Krona One"/>
                <a:ea typeface="Krona One"/>
              </a:rPr>
              <a:t>FLUXOGRAMA DO FUNCIONAMENTO DA ROLETA PARA SELEÇÃO</a:t>
            </a:r>
            <a:endParaRPr b="0" lang="pt-BR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CustomShape 2"/>
          <p:cNvSpPr/>
          <p:nvPr/>
        </p:nvSpPr>
        <p:spPr>
          <a:xfrm>
            <a:off x="720000" y="1105560"/>
            <a:ext cx="7703640" cy="363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Codificação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80" name="CustomShape 3"/>
          <p:cNvSpPr/>
          <p:nvPr/>
        </p:nvSpPr>
        <p:spPr>
          <a:xfrm>
            <a:off x="424080" y="1504080"/>
            <a:ext cx="8295120" cy="350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Início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Gere uma população aleatória de n cromossomos (soluções adequadas para o problema)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Adequação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Avalie a adequação f(x) de cada cromossomo x da população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Nova população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Crie uma nova população repetindo os passos seguintes até que a nova população esteja completa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Seleção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Selecione de acordo com sua adequação (melhor adequação, mais chances de ser selecionado) dois cromossomas para serem os pais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Crossover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Com a probabilidade de cruzamento cruze os pais para formar a nova geração. Se não realizar cruzamento, a nova geração será uma cópia exata dos pais.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Mutação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Com a probabilidade de mutação, altere os cromossomos da nova geração nos locus (posição nos cromossomos).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Reprodução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Coloque a nova descendência na nova população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Substitua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Utilize a nova população gerada para a próxima rodada do algoritmo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Teste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Se a condição final foi atingida, pare, e retorne a melhor solução da população atual</a:t>
            </a:r>
            <a:endParaRPr b="0" lang="pt-BR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[</a:t>
            </a: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Repita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] Vá para o passo 2</a:t>
            </a:r>
            <a:endParaRPr b="0" lang="pt-BR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CustomShape 2"/>
          <p:cNvSpPr/>
          <p:nvPr/>
        </p:nvSpPr>
        <p:spPr>
          <a:xfrm>
            <a:off x="720000" y="1105560"/>
            <a:ext cx="7703640" cy="363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Codificação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83" name="CustomShape 3"/>
          <p:cNvSpPr/>
          <p:nvPr/>
        </p:nvSpPr>
        <p:spPr>
          <a:xfrm>
            <a:off x="720000" y="1698480"/>
            <a:ext cx="7703640" cy="307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ENTRADA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: População Inicial (aleatória)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         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Função de Fitness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         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Critério de Parada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REPITA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(até que o critério de parada seja atendido):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PASSO 1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: Aplicar a função de fitness a cada indivíduo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PASSO 2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: Selecionar os x melhores indivíduos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PASSO 3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: Reprodução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        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Aplicar o crossover a um par (com prob = p)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        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Aplicar mutação (com prob = p’)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PASSO 4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: Formar uma nova população com os filhos gerados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bf5a"/>
                </a:solidFill>
                <a:latin typeface="Montserrat"/>
                <a:ea typeface="Montserrat"/>
              </a:rPr>
              <a:t>SAÍDA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: Melhor indivíduo presente na geração final</a:t>
            </a:r>
            <a:endParaRPr b="0" lang="pt-BR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CustomShape 2"/>
          <p:cNvSpPr/>
          <p:nvPr/>
        </p:nvSpPr>
        <p:spPr>
          <a:xfrm>
            <a:off x="720000" y="1072440"/>
            <a:ext cx="7703640" cy="363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Codificação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86" name="CustomShape 3"/>
          <p:cNvSpPr/>
          <p:nvPr/>
        </p:nvSpPr>
        <p:spPr>
          <a:xfrm>
            <a:off x="720000" y="1661760"/>
            <a:ext cx="7703640" cy="307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Entrada</a:t>
            </a: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Avaliação (fitness)</a:t>
            </a: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Seleção</a:t>
            </a: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Roleta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Torneio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Amostragem estocástica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Classificação</a:t>
            </a: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CustomShape 2"/>
          <p:cNvSpPr/>
          <p:nvPr/>
        </p:nvSpPr>
        <p:spPr>
          <a:xfrm>
            <a:off x="720000" y="1072440"/>
            <a:ext cx="7703640" cy="363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Codificação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89" name="CustomShape 3"/>
          <p:cNvSpPr/>
          <p:nvPr/>
        </p:nvSpPr>
        <p:spPr>
          <a:xfrm>
            <a:off x="720000" y="1571400"/>
            <a:ext cx="770364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Operadores genéticos</a:t>
            </a: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</p:txBody>
      </p:sp>
      <p:graphicFrame>
        <p:nvGraphicFramePr>
          <p:cNvPr id="1290" name="Table 4"/>
          <p:cNvGraphicFramePr/>
          <p:nvPr/>
        </p:nvGraphicFramePr>
        <p:xfrm>
          <a:off x="1177200" y="1912680"/>
          <a:ext cx="6651720" cy="2783880"/>
        </p:xfrm>
        <a:graphic>
          <a:graphicData uri="http://schemas.openxmlformats.org/drawingml/2006/table">
            <a:tbl>
              <a:tblPr/>
              <a:tblGrid>
                <a:gridCol w="3326040"/>
                <a:gridCol w="3326040"/>
              </a:tblGrid>
              <a:tr h="340200">
                <a:tc>
                  <a:txBody>
                    <a:bodyPr lIns="63360" rIns="63360" tIns="63360" bIns="633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Krona One"/>
                          <a:ea typeface="Krona One"/>
                        </a:rPr>
                        <a:t>Cruzamento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79"/>
                    </a:solidFill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Krona One"/>
                          <a:ea typeface="Krona One"/>
                        </a:rPr>
                        <a:t>Mutação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79"/>
                    </a:solidFill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Uniforme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Binária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N pontos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Aleatória (ou uniforme)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Média aritmética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Não-uniforme (Michalewicz)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Média geométrica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Gaussiana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Blend - </a:t>
                      </a: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α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Modal discreta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Michalewicz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Modal contínua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Simulated binary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Mühlenbein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Simplex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Creep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9600">
                <a:tc>
                  <a:txBody>
                    <a:bodyPr lIns="63360" rIns="63360" tIns="63360" b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Heurísticos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882;gcf3ba4ca89_51_20" descr=""/>
          <p:cNvPicPr/>
          <p:nvPr/>
        </p:nvPicPr>
        <p:blipFill>
          <a:blip r:embed="rId1"/>
          <a:stretch/>
        </p:blipFill>
        <p:spPr>
          <a:xfrm>
            <a:off x="2162160" y="1789200"/>
            <a:ext cx="4819320" cy="2895120"/>
          </a:xfrm>
          <a:prstGeom prst="rect">
            <a:avLst/>
          </a:prstGeom>
          <a:ln>
            <a:noFill/>
          </a:ln>
        </p:spPr>
      </p:pic>
      <p:sp>
        <p:nvSpPr>
          <p:cNvPr id="1292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CustomShape 2"/>
          <p:cNvSpPr/>
          <p:nvPr/>
        </p:nvSpPr>
        <p:spPr>
          <a:xfrm>
            <a:off x="720000" y="1072440"/>
            <a:ext cx="7703640" cy="363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Codificação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94" name="CustomShape 3"/>
          <p:cNvSpPr/>
          <p:nvPr/>
        </p:nvSpPr>
        <p:spPr>
          <a:xfrm>
            <a:off x="720000" y="1571400"/>
            <a:ext cx="770364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Operadores genéticos</a:t>
            </a: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</p:txBody>
      </p:sp>
      <p:sp>
        <p:nvSpPr>
          <p:cNvPr id="1295" name="CustomShape 4"/>
          <p:cNvSpPr/>
          <p:nvPr/>
        </p:nvSpPr>
        <p:spPr>
          <a:xfrm>
            <a:off x="2159640" y="4771440"/>
            <a:ext cx="4821840" cy="25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000000"/>
                </a:solidFill>
                <a:latin typeface="Krona One"/>
                <a:ea typeface="Krona One"/>
              </a:rPr>
              <a:t>REPRESENTAÇÃO DE CRUZAMENTO DE </a:t>
            </a:r>
            <a:r>
              <a:rPr b="1" lang="pt-BR" sz="1100" spc="-1" strike="noStrike">
                <a:solidFill>
                  <a:srgbClr val="00bf5a"/>
                </a:solidFill>
                <a:latin typeface="Krona One"/>
                <a:ea typeface="Krona One"/>
              </a:rPr>
              <a:t>UM</a:t>
            </a:r>
            <a:r>
              <a:rPr b="0" lang="pt-BR" sz="1100" spc="-1" strike="noStrike">
                <a:solidFill>
                  <a:srgbClr val="000000"/>
                </a:solidFill>
                <a:latin typeface="Krona One"/>
                <a:ea typeface="Krona One"/>
              </a:rPr>
              <a:t> PONTO</a:t>
            </a:r>
            <a:endParaRPr b="0" lang="pt-BR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CustomShape 2"/>
          <p:cNvSpPr/>
          <p:nvPr/>
        </p:nvSpPr>
        <p:spPr>
          <a:xfrm>
            <a:off x="720000" y="1072440"/>
            <a:ext cx="7703640" cy="363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Codificação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98" name="CustomShape 3"/>
          <p:cNvSpPr/>
          <p:nvPr/>
        </p:nvSpPr>
        <p:spPr>
          <a:xfrm>
            <a:off x="720000" y="1571400"/>
            <a:ext cx="770364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Operadores genéticos</a:t>
            </a: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</p:txBody>
      </p:sp>
      <p:sp>
        <p:nvSpPr>
          <p:cNvPr id="1299" name="CustomShape 4"/>
          <p:cNvSpPr/>
          <p:nvPr/>
        </p:nvSpPr>
        <p:spPr>
          <a:xfrm>
            <a:off x="2617200" y="4467600"/>
            <a:ext cx="3906360" cy="25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000000"/>
                </a:solidFill>
                <a:latin typeface="Krona One"/>
                <a:ea typeface="Krona One"/>
              </a:rPr>
              <a:t>REPRESENTAÇÃO DE MUTAÇÃO BINÁRIA</a:t>
            </a:r>
            <a:endParaRPr b="0" lang="pt-BR" sz="1100" spc="-1" strike="noStrike">
              <a:latin typeface="Arial"/>
            </a:endParaRPr>
          </a:p>
        </p:txBody>
      </p:sp>
      <p:pic>
        <p:nvPicPr>
          <p:cNvPr id="1300" name="Google Shape;1895;gcf3ba4ca89_51_28" descr=""/>
          <p:cNvPicPr/>
          <p:nvPr/>
        </p:nvPicPr>
        <p:blipFill>
          <a:blip r:embed="rId1"/>
          <a:stretch/>
        </p:blipFill>
        <p:spPr>
          <a:xfrm>
            <a:off x="1703880" y="2375640"/>
            <a:ext cx="5733720" cy="204768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METODOLOGIA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CustomShape 2"/>
          <p:cNvSpPr/>
          <p:nvPr/>
        </p:nvSpPr>
        <p:spPr>
          <a:xfrm>
            <a:off x="720000" y="1072440"/>
            <a:ext cx="7703640" cy="363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Codificação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03" name="CustomShape 3"/>
          <p:cNvSpPr/>
          <p:nvPr/>
        </p:nvSpPr>
        <p:spPr>
          <a:xfrm>
            <a:off x="720000" y="1838160"/>
            <a:ext cx="7703640" cy="264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Parâmetros genéticos</a:t>
            </a: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 marL="285840" indent="-19656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</a:t>
            </a: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Tamanho da população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</a:t>
            </a:r>
            <a:r>
              <a:rPr b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Taxa de cruzamento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Taxa de mutação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Taxa de substituição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1" lang="pt-BR" sz="1400" spc="-1" strike="noStrike">
                <a:solidFill>
                  <a:srgbClr val="00ff79"/>
                </a:solidFill>
                <a:latin typeface="Montserrat"/>
                <a:ea typeface="Montserrat"/>
              </a:rPr>
              <a:t>-</a:t>
            </a: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 Condição de parada</a:t>
            </a:r>
            <a:endParaRPr b="0" lang="pt-BR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4" name="Google Shape;1907;p13" descr=""/>
          <p:cNvPicPr/>
          <p:nvPr/>
        </p:nvPicPr>
        <p:blipFill>
          <a:blip r:embed="rId1"/>
          <a:stretch/>
        </p:blipFill>
        <p:spPr>
          <a:xfrm flipH="1">
            <a:off x="360" y="1080"/>
            <a:ext cx="9143640" cy="5140800"/>
          </a:xfrm>
          <a:prstGeom prst="rect">
            <a:avLst/>
          </a:prstGeom>
          <a:ln>
            <a:noFill/>
          </a:ln>
        </p:spPr>
      </p:pic>
      <p:grpSp>
        <p:nvGrpSpPr>
          <p:cNvPr id="1305" name="Group 1"/>
          <p:cNvGrpSpPr/>
          <p:nvPr/>
        </p:nvGrpSpPr>
        <p:grpSpPr>
          <a:xfrm>
            <a:off x="3019680" y="670680"/>
            <a:ext cx="2392560" cy="2397240"/>
            <a:chOff x="3019680" y="670680"/>
            <a:chExt cx="2392560" cy="2397240"/>
          </a:xfrm>
        </p:grpSpPr>
        <p:sp>
          <p:nvSpPr>
            <p:cNvPr id="1306" name="CustomShape 2"/>
            <p:cNvSpPr/>
            <p:nvPr/>
          </p:nvSpPr>
          <p:spPr>
            <a:xfrm flipH="1">
              <a:off x="3854880" y="15076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" y="135397"/>
                  </a:lnTo>
                  <a:lnTo>
                    <a:pt x="135429" y="135397"/>
                  </a:lnTo>
                  <a:lnTo>
                    <a:pt x="1354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7" name="CustomShape 3"/>
            <p:cNvSpPr/>
            <p:nvPr/>
          </p:nvSpPr>
          <p:spPr>
            <a:xfrm flipH="1">
              <a:off x="3854880" y="15076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8" name="CustomShape 4"/>
            <p:cNvSpPr/>
            <p:nvPr/>
          </p:nvSpPr>
          <p:spPr>
            <a:xfrm flipH="1">
              <a:off x="3828960" y="14821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9" name="CustomShape 5"/>
            <p:cNvSpPr/>
            <p:nvPr/>
          </p:nvSpPr>
          <p:spPr>
            <a:xfrm flipH="1">
              <a:off x="3803760" y="14569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0" name="CustomShape 6"/>
            <p:cNvSpPr/>
            <p:nvPr/>
          </p:nvSpPr>
          <p:spPr>
            <a:xfrm flipH="1">
              <a:off x="3778920" y="14317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1" name="CustomShape 7"/>
            <p:cNvSpPr/>
            <p:nvPr/>
          </p:nvSpPr>
          <p:spPr>
            <a:xfrm flipH="1">
              <a:off x="3753000" y="14061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2" name="CustomShape 8"/>
            <p:cNvSpPr/>
            <p:nvPr/>
          </p:nvSpPr>
          <p:spPr>
            <a:xfrm flipH="1">
              <a:off x="3728160" y="13809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3" name="CustomShape 9"/>
            <p:cNvSpPr/>
            <p:nvPr/>
          </p:nvSpPr>
          <p:spPr>
            <a:xfrm flipH="1">
              <a:off x="3702240" y="13554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4" name="CustomShape 10"/>
            <p:cNvSpPr/>
            <p:nvPr/>
          </p:nvSpPr>
          <p:spPr>
            <a:xfrm flipH="1">
              <a:off x="3677760" y="13302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5" name="CustomShape 11"/>
            <p:cNvSpPr/>
            <p:nvPr/>
          </p:nvSpPr>
          <p:spPr>
            <a:xfrm flipH="1">
              <a:off x="3651840" y="13050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6" name="CustomShape 12"/>
            <p:cNvSpPr/>
            <p:nvPr/>
          </p:nvSpPr>
          <p:spPr>
            <a:xfrm flipH="1">
              <a:off x="3626640" y="12794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7" name="CustomShape 13"/>
            <p:cNvSpPr/>
            <p:nvPr/>
          </p:nvSpPr>
          <p:spPr>
            <a:xfrm flipH="1">
              <a:off x="3601800" y="12542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8" name="CustomShape 14"/>
            <p:cNvSpPr/>
            <p:nvPr/>
          </p:nvSpPr>
          <p:spPr>
            <a:xfrm flipH="1">
              <a:off x="3575880" y="12286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9" name="CustomShape 15"/>
            <p:cNvSpPr/>
            <p:nvPr/>
          </p:nvSpPr>
          <p:spPr>
            <a:xfrm flipH="1">
              <a:off x="3551040" y="12034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1"/>
                  </a:moveTo>
                  <a:lnTo>
                    <a:pt x="135429" y="1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0" name="CustomShape 16"/>
            <p:cNvSpPr/>
            <p:nvPr/>
          </p:nvSpPr>
          <p:spPr>
            <a:xfrm flipH="1">
              <a:off x="3525120" y="117828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1" name="CustomShape 17"/>
            <p:cNvSpPr/>
            <p:nvPr/>
          </p:nvSpPr>
          <p:spPr>
            <a:xfrm flipH="1">
              <a:off x="3499920" y="11527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2" name="CustomShape 18"/>
            <p:cNvSpPr/>
            <p:nvPr/>
          </p:nvSpPr>
          <p:spPr>
            <a:xfrm flipH="1">
              <a:off x="3475080" y="11275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3" name="CustomShape 19"/>
            <p:cNvSpPr/>
            <p:nvPr/>
          </p:nvSpPr>
          <p:spPr>
            <a:xfrm flipH="1">
              <a:off x="3449520" y="11019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4" name="CustomShape 20"/>
            <p:cNvSpPr/>
            <p:nvPr/>
          </p:nvSpPr>
          <p:spPr>
            <a:xfrm flipH="1">
              <a:off x="3424680" y="10767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5" name="CustomShape 21"/>
            <p:cNvSpPr/>
            <p:nvPr/>
          </p:nvSpPr>
          <p:spPr>
            <a:xfrm flipH="1">
              <a:off x="3398760" y="10512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6" name="CustomShape 22"/>
            <p:cNvSpPr/>
            <p:nvPr/>
          </p:nvSpPr>
          <p:spPr>
            <a:xfrm flipH="1">
              <a:off x="3373560" y="10260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7" name="CustomShape 23"/>
            <p:cNvSpPr/>
            <p:nvPr/>
          </p:nvSpPr>
          <p:spPr>
            <a:xfrm flipH="1">
              <a:off x="3348000" y="10008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8" name="CustomShape 24"/>
            <p:cNvSpPr/>
            <p:nvPr/>
          </p:nvSpPr>
          <p:spPr>
            <a:xfrm flipH="1">
              <a:off x="3322800" y="9752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1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9" name="CustomShape 25"/>
            <p:cNvSpPr/>
            <p:nvPr/>
          </p:nvSpPr>
          <p:spPr>
            <a:xfrm flipH="1">
              <a:off x="3297960" y="9500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0" name="CustomShape 26"/>
            <p:cNvSpPr/>
            <p:nvPr/>
          </p:nvSpPr>
          <p:spPr>
            <a:xfrm flipH="1">
              <a:off x="3272040" y="9244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1" name="CustomShape 27"/>
            <p:cNvSpPr/>
            <p:nvPr/>
          </p:nvSpPr>
          <p:spPr>
            <a:xfrm flipH="1">
              <a:off x="3247560" y="8992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2" name="CustomShape 28"/>
            <p:cNvSpPr/>
            <p:nvPr/>
          </p:nvSpPr>
          <p:spPr>
            <a:xfrm flipH="1">
              <a:off x="3221640" y="87408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3" name="CustomShape 29"/>
            <p:cNvSpPr/>
            <p:nvPr/>
          </p:nvSpPr>
          <p:spPr>
            <a:xfrm flipH="1">
              <a:off x="3196440" y="8485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4" name="CustomShape 30"/>
            <p:cNvSpPr/>
            <p:nvPr/>
          </p:nvSpPr>
          <p:spPr>
            <a:xfrm flipH="1">
              <a:off x="3171600" y="8233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5" name="CustomShape 31"/>
            <p:cNvSpPr/>
            <p:nvPr/>
          </p:nvSpPr>
          <p:spPr>
            <a:xfrm flipH="1">
              <a:off x="3145680" y="7974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6" name="CustomShape 32"/>
            <p:cNvSpPr/>
            <p:nvPr/>
          </p:nvSpPr>
          <p:spPr>
            <a:xfrm flipH="1">
              <a:off x="3120840" y="7722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7" name="CustomShape 33"/>
            <p:cNvSpPr/>
            <p:nvPr/>
          </p:nvSpPr>
          <p:spPr>
            <a:xfrm flipH="1">
              <a:off x="3094920" y="7466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8" name="CustomShape 34"/>
            <p:cNvSpPr/>
            <p:nvPr/>
          </p:nvSpPr>
          <p:spPr>
            <a:xfrm flipH="1">
              <a:off x="3069720" y="72144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9" name="CustomShape 35"/>
            <p:cNvSpPr/>
            <p:nvPr/>
          </p:nvSpPr>
          <p:spPr>
            <a:xfrm flipH="1">
              <a:off x="3044880" y="6962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0" name="CustomShape 36"/>
            <p:cNvSpPr/>
            <p:nvPr/>
          </p:nvSpPr>
          <p:spPr>
            <a:xfrm flipH="1">
              <a:off x="3019320" y="6706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1" name="CustomShape 37"/>
          <p:cNvSpPr/>
          <p:nvPr/>
        </p:nvSpPr>
        <p:spPr>
          <a:xfrm>
            <a:off x="3861720" y="1511280"/>
            <a:ext cx="1557000" cy="1556640"/>
          </a:xfrm>
          <a:custGeom>
            <a:avLst/>
            <a:gdLst/>
            <a:ahLst/>
            <a:rect l="l" t="t" r="r" b="b"/>
            <a:pathLst>
              <a:path w="135429" h="135398">
                <a:moveTo>
                  <a:pt x="1" y="0"/>
                </a:moveTo>
                <a:lnTo>
                  <a:pt x="1" y="135397"/>
                </a:lnTo>
                <a:lnTo>
                  <a:pt x="135429" y="135397"/>
                </a:lnTo>
                <a:lnTo>
                  <a:pt x="135429" y="0"/>
                </a:lnTo>
                <a:close/>
              </a:path>
            </a:pathLst>
          </a:custGeom>
          <a:solidFill>
            <a:schemeClr val="accent2"/>
          </a:solidFill>
          <a:ln w="9360">
            <a:solidFill>
              <a:schemeClr val="lt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2" name="TextShape 38"/>
          <p:cNvSpPr txBox="1"/>
          <p:nvPr/>
        </p:nvSpPr>
        <p:spPr>
          <a:xfrm>
            <a:off x="2703600" y="3179520"/>
            <a:ext cx="3809520" cy="841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VARIAÇÕES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TextShape 39"/>
          <p:cNvSpPr txBox="1"/>
          <p:nvPr/>
        </p:nvSpPr>
        <p:spPr>
          <a:xfrm>
            <a:off x="3861720" y="1511280"/>
            <a:ext cx="1557360" cy="1556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000000"/>
                </a:solidFill>
                <a:latin typeface="Krona One"/>
                <a:ea typeface="Krona One"/>
              </a:rPr>
              <a:t>04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VARIAÇÕES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CustomShape 2"/>
          <p:cNvSpPr/>
          <p:nvPr/>
        </p:nvSpPr>
        <p:spPr>
          <a:xfrm>
            <a:off x="720000" y="1535040"/>
            <a:ext cx="7703640" cy="3142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Genitor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É um algoritmo cujos melhores pontos encontrados são preservados na população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Busca mais agressiva, porém efetiva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Convergência prematura para mínimos locais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 aptidão de cada indivíduo assume valores discretos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pt-BR" sz="1600" spc="-1" strike="noStrike">
              <a:latin typeface="Arial"/>
            </a:endParaRPr>
          </a:p>
        </p:txBody>
      </p:sp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VARIAÇÕES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CustomShape 2"/>
          <p:cNvSpPr/>
          <p:nvPr/>
        </p:nvSpPr>
        <p:spPr>
          <a:xfrm>
            <a:off x="720000" y="1325880"/>
            <a:ext cx="7703640" cy="337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CHC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1" i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</a:t>
            </a:r>
            <a:r>
              <a:rPr b="0" i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ross generational elitist selection, </a:t>
            </a:r>
            <a:r>
              <a:rPr b="1" i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H</a:t>
            </a:r>
            <a:r>
              <a:rPr b="0" i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eterogeneous recombination and </a:t>
            </a:r>
            <a:r>
              <a:rPr b="1" i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</a:t>
            </a:r>
            <a:r>
              <a:rPr b="0" i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ataclysmic mutation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Os N melhores indivíduos são coletados levando-se em consideração a população atual e a população gerada após o cruzamento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Busca agressiva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Populações menores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Alta taxa de mutação</a:t>
            </a:r>
            <a:endParaRPr b="0" lang="pt-BR" sz="1600" spc="-1" strike="noStrike">
              <a:latin typeface="Arial"/>
            </a:endParaRPr>
          </a:p>
        </p:txBody>
      </p:sp>
    </p:spTree>
  </p:cSld>
  <p:transition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TextShape 1"/>
          <p:cNvSpPr txBox="1"/>
          <p:nvPr/>
        </p:nvSpPr>
        <p:spPr>
          <a:xfrm>
            <a:off x="720000" y="444960"/>
            <a:ext cx="7703640" cy="649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00000"/>
                </a:solidFill>
                <a:latin typeface="Krona One"/>
                <a:ea typeface="Krona One"/>
              </a:rPr>
              <a:t>VARIAÇÕES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CustomShape 2"/>
          <p:cNvSpPr/>
          <p:nvPr/>
        </p:nvSpPr>
        <p:spPr>
          <a:xfrm>
            <a:off x="720000" y="1325880"/>
            <a:ext cx="7703640" cy="337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Algoritmos Híbridos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Considerado por autores nem sempre a melhor solução para problemas de otimização específicos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Processos aleatórios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Critério de sobrevivência de cromossomos 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Não são eficientes na solução de diversos problemas complexos de otimização combinatória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Apesar do seu caráter genérico, o desempenho dos AGs na sua forma convencional não se mostra satisfatório para muitos problemas </a:t>
            </a:r>
            <a:endParaRPr b="0" lang="pt-BR" sz="1600" spc="-1" strike="noStrike">
              <a:latin typeface="Arial"/>
            </a:endParaRPr>
          </a:p>
        </p:txBody>
      </p:sp>
    </p:spTree>
  </p:cSld>
  <p:transition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0" name="Group 1"/>
          <p:cNvGrpSpPr/>
          <p:nvPr/>
        </p:nvGrpSpPr>
        <p:grpSpPr>
          <a:xfrm>
            <a:off x="3793320" y="556560"/>
            <a:ext cx="2392200" cy="2397240"/>
            <a:chOff x="3793320" y="556560"/>
            <a:chExt cx="2392200" cy="2397240"/>
          </a:xfrm>
        </p:grpSpPr>
        <p:sp>
          <p:nvSpPr>
            <p:cNvPr id="1351" name="CustomShape 2"/>
            <p:cNvSpPr/>
            <p:nvPr/>
          </p:nvSpPr>
          <p:spPr>
            <a:xfrm>
              <a:off x="3793320" y="13935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" y="135397"/>
                  </a:lnTo>
                  <a:lnTo>
                    <a:pt x="135429" y="135397"/>
                  </a:lnTo>
                  <a:lnTo>
                    <a:pt x="1354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2" name="CustomShape 3"/>
            <p:cNvSpPr/>
            <p:nvPr/>
          </p:nvSpPr>
          <p:spPr>
            <a:xfrm>
              <a:off x="3793320" y="13935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3" name="CustomShape 4"/>
            <p:cNvSpPr/>
            <p:nvPr/>
          </p:nvSpPr>
          <p:spPr>
            <a:xfrm>
              <a:off x="3818880" y="13680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4" name="CustomShape 5"/>
            <p:cNvSpPr/>
            <p:nvPr/>
          </p:nvSpPr>
          <p:spPr>
            <a:xfrm>
              <a:off x="3843720" y="13428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5" name="CustomShape 6"/>
            <p:cNvSpPr/>
            <p:nvPr/>
          </p:nvSpPr>
          <p:spPr>
            <a:xfrm>
              <a:off x="3868920" y="13176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6" name="CustomShape 7"/>
            <p:cNvSpPr/>
            <p:nvPr/>
          </p:nvSpPr>
          <p:spPr>
            <a:xfrm>
              <a:off x="3894480" y="12920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7" name="CustomShape 8"/>
            <p:cNvSpPr/>
            <p:nvPr/>
          </p:nvSpPr>
          <p:spPr>
            <a:xfrm>
              <a:off x="3919680" y="12668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8" name="CustomShape 9"/>
            <p:cNvSpPr/>
            <p:nvPr/>
          </p:nvSpPr>
          <p:spPr>
            <a:xfrm>
              <a:off x="3945240" y="12412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9" name="CustomShape 10"/>
            <p:cNvSpPr/>
            <p:nvPr/>
          </p:nvSpPr>
          <p:spPr>
            <a:xfrm>
              <a:off x="3970440" y="12160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0" name="CustomShape 11"/>
            <p:cNvSpPr/>
            <p:nvPr/>
          </p:nvSpPr>
          <p:spPr>
            <a:xfrm>
              <a:off x="3996000" y="119088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1" name="CustomShape 12"/>
            <p:cNvSpPr/>
            <p:nvPr/>
          </p:nvSpPr>
          <p:spPr>
            <a:xfrm>
              <a:off x="4021200" y="11653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2" name="CustomShape 13"/>
            <p:cNvSpPr/>
            <p:nvPr/>
          </p:nvSpPr>
          <p:spPr>
            <a:xfrm>
              <a:off x="4046400" y="11401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3" name="CustomShape 14"/>
            <p:cNvSpPr/>
            <p:nvPr/>
          </p:nvSpPr>
          <p:spPr>
            <a:xfrm>
              <a:off x="4071600" y="11145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4" name="CustomShape 15"/>
            <p:cNvSpPr/>
            <p:nvPr/>
          </p:nvSpPr>
          <p:spPr>
            <a:xfrm>
              <a:off x="4096800" y="10893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1"/>
                  </a:moveTo>
                  <a:lnTo>
                    <a:pt x="135429" y="1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5" name="CustomShape 16"/>
            <p:cNvSpPr/>
            <p:nvPr/>
          </p:nvSpPr>
          <p:spPr>
            <a:xfrm>
              <a:off x="4122360" y="10638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6" name="CustomShape 17"/>
            <p:cNvSpPr/>
            <p:nvPr/>
          </p:nvSpPr>
          <p:spPr>
            <a:xfrm>
              <a:off x="4147560" y="103824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7" name="CustomShape 18"/>
            <p:cNvSpPr/>
            <p:nvPr/>
          </p:nvSpPr>
          <p:spPr>
            <a:xfrm>
              <a:off x="4172760" y="10130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8" name="CustomShape 19"/>
            <p:cNvSpPr/>
            <p:nvPr/>
          </p:nvSpPr>
          <p:spPr>
            <a:xfrm>
              <a:off x="4198320" y="9874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9" name="CustomShape 20"/>
            <p:cNvSpPr/>
            <p:nvPr/>
          </p:nvSpPr>
          <p:spPr>
            <a:xfrm>
              <a:off x="4223520" y="9622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0" name="CustomShape 21"/>
            <p:cNvSpPr/>
            <p:nvPr/>
          </p:nvSpPr>
          <p:spPr>
            <a:xfrm>
              <a:off x="4249080" y="9367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1" name="CustomShape 22"/>
            <p:cNvSpPr/>
            <p:nvPr/>
          </p:nvSpPr>
          <p:spPr>
            <a:xfrm>
              <a:off x="4273920" y="9115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9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2" name="CustomShape 23"/>
            <p:cNvSpPr/>
            <p:nvPr/>
          </p:nvSpPr>
          <p:spPr>
            <a:xfrm>
              <a:off x="4299480" y="8863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7" y="1"/>
                  </a:lnTo>
                  <a:lnTo>
                    <a:pt x="135397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3" name="CustomShape 24"/>
            <p:cNvSpPr/>
            <p:nvPr/>
          </p:nvSpPr>
          <p:spPr>
            <a:xfrm>
              <a:off x="4324680" y="8607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1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4" name="CustomShape 25"/>
            <p:cNvSpPr/>
            <p:nvPr/>
          </p:nvSpPr>
          <p:spPr>
            <a:xfrm>
              <a:off x="4349880" y="83556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5" name="CustomShape 26"/>
            <p:cNvSpPr/>
            <p:nvPr/>
          </p:nvSpPr>
          <p:spPr>
            <a:xfrm>
              <a:off x="4375440" y="81000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9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6" name="CustomShape 27"/>
            <p:cNvSpPr/>
            <p:nvPr/>
          </p:nvSpPr>
          <p:spPr>
            <a:xfrm>
              <a:off x="4400640" y="78480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7" name="CustomShape 28"/>
            <p:cNvSpPr/>
            <p:nvPr/>
          </p:nvSpPr>
          <p:spPr>
            <a:xfrm>
              <a:off x="4426200" y="75960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8" h="135398">
                  <a:moveTo>
                    <a:pt x="0" y="1"/>
                  </a:moveTo>
                  <a:lnTo>
                    <a:pt x="135398" y="1"/>
                  </a:lnTo>
                  <a:lnTo>
                    <a:pt x="13539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8" name="CustomShape 29"/>
            <p:cNvSpPr/>
            <p:nvPr/>
          </p:nvSpPr>
          <p:spPr>
            <a:xfrm>
              <a:off x="4451400" y="73404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1" y="0"/>
                  </a:moveTo>
                  <a:lnTo>
                    <a:pt x="135398" y="0"/>
                  </a:lnTo>
                  <a:lnTo>
                    <a:pt x="135398" y="135428"/>
                  </a:lnTo>
                  <a:lnTo>
                    <a:pt x="1" y="13542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9" name="CustomShape 30"/>
            <p:cNvSpPr/>
            <p:nvPr/>
          </p:nvSpPr>
          <p:spPr>
            <a:xfrm>
              <a:off x="4476240" y="70884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30" h="135398">
                  <a:moveTo>
                    <a:pt x="1" y="0"/>
                  </a:moveTo>
                  <a:lnTo>
                    <a:pt x="135429" y="0"/>
                  </a:lnTo>
                  <a:lnTo>
                    <a:pt x="135429" y="135397"/>
                  </a:lnTo>
                  <a:lnTo>
                    <a:pt x="1" y="135397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0" name="CustomShape 31"/>
            <p:cNvSpPr/>
            <p:nvPr/>
          </p:nvSpPr>
          <p:spPr>
            <a:xfrm>
              <a:off x="4501800" y="68328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30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1" name="CustomShape 32"/>
            <p:cNvSpPr/>
            <p:nvPr/>
          </p:nvSpPr>
          <p:spPr>
            <a:xfrm>
              <a:off x="4527000" y="65808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8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2" name="CustomShape 33"/>
            <p:cNvSpPr/>
            <p:nvPr/>
          </p:nvSpPr>
          <p:spPr>
            <a:xfrm>
              <a:off x="4552560" y="63252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8" y="1"/>
                  </a:lnTo>
                  <a:lnTo>
                    <a:pt x="135398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3" name="CustomShape 34"/>
            <p:cNvSpPr/>
            <p:nvPr/>
          </p:nvSpPr>
          <p:spPr>
            <a:xfrm>
              <a:off x="4577760" y="607320"/>
              <a:ext cx="1557000" cy="1560240"/>
            </a:xfrm>
            <a:custGeom>
              <a:avLst/>
              <a:gdLst/>
              <a:ahLst/>
              <a:rect l="l" t="t" r="r" b="b"/>
              <a:pathLst>
                <a:path w="135399" h="135398">
                  <a:moveTo>
                    <a:pt x="1" y="0"/>
                  </a:moveTo>
                  <a:lnTo>
                    <a:pt x="135398" y="0"/>
                  </a:lnTo>
                  <a:lnTo>
                    <a:pt x="135398" y="135398"/>
                  </a:lnTo>
                  <a:lnTo>
                    <a:pt x="1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4" name="CustomShape 35"/>
            <p:cNvSpPr/>
            <p:nvPr/>
          </p:nvSpPr>
          <p:spPr>
            <a:xfrm>
              <a:off x="4602960" y="582120"/>
              <a:ext cx="1557360" cy="1560240"/>
            </a:xfrm>
            <a:custGeom>
              <a:avLst/>
              <a:gdLst/>
              <a:ahLst/>
              <a:rect l="l" t="t" r="r" b="b"/>
              <a:pathLst>
                <a:path w="135429" h="135399">
                  <a:moveTo>
                    <a:pt x="0" y="1"/>
                  </a:moveTo>
                  <a:lnTo>
                    <a:pt x="135428" y="1"/>
                  </a:lnTo>
                  <a:lnTo>
                    <a:pt x="135428" y="135398"/>
                  </a:lnTo>
                  <a:lnTo>
                    <a:pt x="0" y="135398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5" name="CustomShape 36"/>
            <p:cNvSpPr/>
            <p:nvPr/>
          </p:nvSpPr>
          <p:spPr>
            <a:xfrm>
              <a:off x="4628520" y="556560"/>
              <a:ext cx="1557000" cy="1560600"/>
            </a:xfrm>
            <a:custGeom>
              <a:avLst/>
              <a:gdLst/>
              <a:ahLst/>
              <a:rect l="l" t="t" r="r" b="b"/>
              <a:pathLst>
                <a:path w="135398" h="135429">
                  <a:moveTo>
                    <a:pt x="0" y="1"/>
                  </a:moveTo>
                  <a:lnTo>
                    <a:pt x="135397" y="1"/>
                  </a:lnTo>
                  <a:lnTo>
                    <a:pt x="135397" y="135429"/>
                  </a:lnTo>
                  <a:lnTo>
                    <a:pt x="0" y="135429"/>
                  </a:lnTo>
                  <a:close/>
                </a:path>
              </a:pathLst>
            </a:custGeom>
            <a:noFill/>
            <a:ln w="10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86" name="CustomShape 37"/>
          <p:cNvSpPr/>
          <p:nvPr/>
        </p:nvSpPr>
        <p:spPr>
          <a:xfrm>
            <a:off x="3793320" y="1396800"/>
            <a:ext cx="1557000" cy="1556640"/>
          </a:xfrm>
          <a:custGeom>
            <a:avLst/>
            <a:gdLst/>
            <a:ahLst/>
            <a:rect l="l" t="t" r="r" b="b"/>
            <a:pathLst>
              <a:path w="135429" h="135398">
                <a:moveTo>
                  <a:pt x="1" y="0"/>
                </a:moveTo>
                <a:lnTo>
                  <a:pt x="1" y="135397"/>
                </a:lnTo>
                <a:lnTo>
                  <a:pt x="135429" y="135397"/>
                </a:lnTo>
                <a:lnTo>
                  <a:pt x="135429" y="0"/>
                </a:lnTo>
                <a:close/>
              </a:path>
            </a:pathLst>
          </a:custGeom>
          <a:solidFill>
            <a:schemeClr val="accent2"/>
          </a:solidFill>
          <a:ln w="9360">
            <a:solidFill>
              <a:schemeClr val="lt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7" name="TextShape 38"/>
          <p:cNvSpPr txBox="1"/>
          <p:nvPr/>
        </p:nvSpPr>
        <p:spPr>
          <a:xfrm>
            <a:off x="2703600" y="3236760"/>
            <a:ext cx="3809520" cy="10900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APLICAÇÕES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TextShape 39"/>
          <p:cNvSpPr txBox="1"/>
          <p:nvPr/>
        </p:nvSpPr>
        <p:spPr>
          <a:xfrm>
            <a:off x="3793320" y="1396800"/>
            <a:ext cx="1557360" cy="15566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000000"/>
                </a:solidFill>
                <a:latin typeface="Krona One"/>
                <a:ea typeface="Krona One"/>
              </a:rPr>
              <a:t>05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TextShape 1"/>
          <p:cNvSpPr txBox="1"/>
          <p:nvPr/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APLICAÇÕES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CustomShape 2"/>
          <p:cNvSpPr/>
          <p:nvPr/>
        </p:nvSpPr>
        <p:spPr>
          <a:xfrm>
            <a:off x="720000" y="1337040"/>
            <a:ext cx="7703640" cy="337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Requisitos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Representações das possíveis soluções do problema no formato de um código genético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População inicial que contenha diversidade suficiente para permitir ao algoritmo combinar características e produzir novas soluções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Existência de um método para medir a qualidade de uma solução potencial</a:t>
            </a:r>
            <a:endParaRPr b="0" lang="pt-BR" sz="1600" spc="-1" strike="noStrike">
              <a:latin typeface="Arial"/>
            </a:endParaRPr>
          </a:p>
        </p:txBody>
      </p:sp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TextShape 1"/>
          <p:cNvSpPr txBox="1"/>
          <p:nvPr/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APLICAÇÕES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CustomShape 2"/>
          <p:cNvSpPr/>
          <p:nvPr/>
        </p:nvSpPr>
        <p:spPr>
          <a:xfrm>
            <a:off x="720000" y="1337040"/>
            <a:ext cx="7703640" cy="337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Krona One"/>
                <a:ea typeface="Krona One"/>
              </a:rPr>
              <a:t>Requisitos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Um procedimento de combinação de soluções para gerar novos indivíduos na população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Um critério de escolha das soluções que permanecerão na população ou que serão retirados desta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Um procedimento para introduzir periodicamente alterações em algumas soluções da população</a:t>
            </a:r>
            <a:endParaRPr b="0" lang="pt-BR" sz="1600" spc="-1" strike="noStrike">
              <a:latin typeface="Arial"/>
            </a:endParaRPr>
          </a:p>
        </p:txBody>
      </p:sp>
    </p:spTree>
  </p:cSld>
  <p:transition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TextShape 1"/>
          <p:cNvSpPr txBox="1"/>
          <p:nvPr/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APLICAÇÕES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CustomShape 2"/>
          <p:cNvSpPr/>
          <p:nvPr/>
        </p:nvSpPr>
        <p:spPr>
          <a:xfrm>
            <a:off x="720000" y="1346400"/>
            <a:ext cx="7703640" cy="333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Síntese de circuitos analógicos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Síntese de protocolos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Programação Genética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Gerenciamento de redes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Computação Evolutiva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Otimização evolutiva multicritério</a:t>
            </a:r>
            <a:endParaRPr b="0" lang="pt-BR" sz="1600" spc="-1" strike="noStrike">
              <a:latin typeface="Arial"/>
            </a:endParaRPr>
          </a:p>
          <a:p>
            <a:pPr marL="285840" indent="-21528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Outros</a:t>
            </a:r>
            <a:endParaRPr b="0" lang="pt-BR" sz="1600" spc="-1" strike="noStrike">
              <a:latin typeface="Arial"/>
            </a:endParaRPr>
          </a:p>
        </p:txBody>
      </p:sp>
    </p:spTree>
  </p:cSld>
  <p:transition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TextShape 1"/>
          <p:cNvSpPr txBox="1"/>
          <p:nvPr/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APLICAÇÕES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CustomShape 2"/>
          <p:cNvSpPr/>
          <p:nvPr/>
        </p:nvSpPr>
        <p:spPr>
          <a:xfrm>
            <a:off x="720000" y="1337040"/>
            <a:ext cx="7703640" cy="337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Krona One"/>
                <a:ea typeface="Krona One"/>
              </a:rPr>
              <a:t>EXEMPLO DE APLICAÇÃO NO HOSPITAL UNIVERSITÁRIO DA UFSC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Objetivo: </a:t>
            </a: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solucionar o problema de escala de trabalho dos médicos, em como diminuir o esforço e o desgaste humanos para a confecção do plantão. 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Problema:</a:t>
            </a: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 pode ser resumido na disponibilidade de 12 (doze) médicos e na necessidade de atendimento 24 horas por dia, tendo-se como variáveis envolvidas o número de médicos contratados e o turno com número adaptável de horas.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397" name="CustomShape 3"/>
          <p:cNvSpPr/>
          <p:nvPr/>
        </p:nvSpPr>
        <p:spPr>
          <a:xfrm>
            <a:off x="1317960" y="1660680"/>
            <a:ext cx="65077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(Problema: Insatisfação da divisão de plantões entre os médicos)</a:t>
            </a:r>
            <a:endParaRPr b="0" lang="pt-BR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TextShape 1"/>
          <p:cNvSpPr txBox="1"/>
          <p:nvPr/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APLICAÇÕES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CustomShape 2"/>
          <p:cNvSpPr/>
          <p:nvPr/>
        </p:nvSpPr>
        <p:spPr>
          <a:xfrm>
            <a:off x="657360" y="1342080"/>
            <a:ext cx="7828560" cy="337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Krona One"/>
                <a:ea typeface="Krona One"/>
              </a:rPr>
              <a:t>EXEMPLO DE APLICAÇÃO NO HOSPITAL UNIVERSITÁRIO DA UFSC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Representação: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a. Cromossomo - representa a escala de plantão;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b. Gene - representa o turno de trabalho variando entre 4, 8 e 12 horas;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c. Alelo - representa um médico.</a:t>
            </a:r>
            <a:endParaRPr b="0" lang="pt-BR" sz="15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5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500" spc="-1" strike="noStrike">
              <a:latin typeface="Arial"/>
            </a:endParaRPr>
          </a:p>
        </p:txBody>
      </p:sp>
      <p:sp>
        <p:nvSpPr>
          <p:cNvPr id="1400" name="CustomShape 3"/>
          <p:cNvSpPr/>
          <p:nvPr/>
        </p:nvSpPr>
        <p:spPr>
          <a:xfrm>
            <a:off x="1317960" y="1660680"/>
            <a:ext cx="65077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(Problema: Insatisfação da divisão de plantões entre os médicos)</a:t>
            </a:r>
            <a:endParaRPr b="0" lang="pt-BR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TextShape 1"/>
          <p:cNvSpPr txBox="1"/>
          <p:nvPr/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Krona One"/>
                <a:ea typeface="Krona One"/>
              </a:rPr>
              <a:t>APLICAÇÕES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CustomShape 2"/>
          <p:cNvSpPr/>
          <p:nvPr/>
        </p:nvSpPr>
        <p:spPr>
          <a:xfrm>
            <a:off x="720000" y="1337040"/>
            <a:ext cx="7703640" cy="337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Krona One"/>
                <a:ea typeface="Krona One"/>
              </a:rPr>
              <a:t>EXEMPLO DE APLICAÇÃO NO HOSPITAL UNIVERSITÁRIO DA UFSC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Primeira geração: </a:t>
            </a: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Em um primeiro momento foi apontado que a função aptidão (fitness) precisava ser refinada, pois os resultados obtidos não eram satisfatórios. </a:t>
            </a: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15640">
              <a:lnSpc>
                <a:spcPct val="100000"/>
              </a:lnSpc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ff79"/>
              </a:buClr>
              <a:buFont typeface="Sahitya"/>
              <a:buChar char="●"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Segunda geração: </a:t>
            </a: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após o refinamento dos dados obteve-se grande melhoria, com 11 médicos satisfeitos e 1 insatisfeito, com 20 horas a mais, resultando num melhor aproveitamento no que diz respeito à função funcionário/horas trabalhadas. 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03" name="CustomShape 3"/>
          <p:cNvSpPr/>
          <p:nvPr/>
        </p:nvSpPr>
        <p:spPr>
          <a:xfrm>
            <a:off x="1317960" y="1660680"/>
            <a:ext cx="65077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(Problema: Insatisfação da divisão de plantões entre os médicos)</a:t>
            </a:r>
            <a:endParaRPr b="0" lang="pt-BR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TextShape 1"/>
          <p:cNvSpPr txBox="1"/>
          <p:nvPr/>
        </p:nvSpPr>
        <p:spPr>
          <a:xfrm>
            <a:off x="713160" y="785160"/>
            <a:ext cx="6226920" cy="2702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191919"/>
                </a:solidFill>
                <a:latin typeface="Krona One"/>
                <a:ea typeface="Krona One"/>
              </a:rPr>
              <a:t>ALGORITMOS </a:t>
            </a:r>
            <a:r>
              <a:rPr b="0" lang="pt-BR" sz="5300" spc="-1" strike="noStrike">
                <a:solidFill>
                  <a:srgbClr val="00ff79"/>
                </a:solidFill>
                <a:latin typeface="Krona One"/>
                <a:ea typeface="Krona One"/>
              </a:rPr>
              <a:t>GENÉTICOS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TextShape 2"/>
          <p:cNvSpPr txBox="1"/>
          <p:nvPr/>
        </p:nvSpPr>
        <p:spPr>
          <a:xfrm>
            <a:off x="720000" y="3525120"/>
            <a:ext cx="2692080" cy="79236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Inteligência Artificial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1406" name="CustomShape 3"/>
          <p:cNvSpPr/>
          <p:nvPr/>
        </p:nvSpPr>
        <p:spPr>
          <a:xfrm>
            <a:off x="5040720" y="4246200"/>
            <a:ext cx="308160" cy="308160"/>
          </a:xfrm>
          <a:custGeom>
            <a:avLst/>
            <a:gdLst/>
            <a:ahLst/>
            <a:rect l="l" t="t" r="r" b="b"/>
            <a:pathLst>
              <a:path w="18363" h="18363">
                <a:moveTo>
                  <a:pt x="18362" y="8850"/>
                </a:moveTo>
                <a:cubicBezTo>
                  <a:pt x="18362" y="12417"/>
                  <a:pt x="16213" y="15641"/>
                  <a:pt x="12897" y="17013"/>
                </a:cubicBezTo>
                <a:cubicBezTo>
                  <a:pt x="9604" y="18362"/>
                  <a:pt x="5808" y="17608"/>
                  <a:pt x="3270" y="15092"/>
                </a:cubicBezTo>
                <a:cubicBezTo>
                  <a:pt x="755" y="12554"/>
                  <a:pt x="0" y="8758"/>
                  <a:pt x="1372" y="5465"/>
                </a:cubicBezTo>
                <a:cubicBezTo>
                  <a:pt x="2721" y="2150"/>
                  <a:pt x="5946" y="0"/>
                  <a:pt x="9536" y="0"/>
                </a:cubicBezTo>
                <a:cubicBezTo>
                  <a:pt x="14406" y="0"/>
                  <a:pt x="18362" y="3956"/>
                  <a:pt x="18362" y="8850"/>
                </a:cubicBezTo>
                <a:close/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07" name="Group 4"/>
          <p:cNvGrpSpPr/>
          <p:nvPr/>
        </p:nvGrpSpPr>
        <p:grpSpPr>
          <a:xfrm>
            <a:off x="176040" y="2444040"/>
            <a:ext cx="308520" cy="458280"/>
            <a:chOff x="176040" y="2444040"/>
            <a:chExt cx="308520" cy="458280"/>
          </a:xfrm>
        </p:grpSpPr>
        <p:sp>
          <p:nvSpPr>
            <p:cNvPr id="1408" name="CustomShape 5"/>
            <p:cNvSpPr/>
            <p:nvPr/>
          </p:nvSpPr>
          <p:spPr>
            <a:xfrm>
              <a:off x="176040" y="2524680"/>
              <a:ext cx="308520" cy="308520"/>
            </a:xfrm>
            <a:custGeom>
              <a:avLst/>
              <a:gdLst/>
              <a:ahLst/>
              <a:rect l="l" t="t" r="r" b="b"/>
              <a:pathLst>
                <a:path w="18386" h="18386">
                  <a:moveTo>
                    <a:pt x="18385" y="8850"/>
                  </a:moveTo>
                  <a:cubicBezTo>
                    <a:pt x="18385" y="12418"/>
                    <a:pt x="16213" y="15642"/>
                    <a:pt x="12920" y="17014"/>
                  </a:cubicBezTo>
                  <a:cubicBezTo>
                    <a:pt x="9628" y="18386"/>
                    <a:pt x="5809" y="17631"/>
                    <a:pt x="3294" y="15093"/>
                  </a:cubicBezTo>
                  <a:cubicBezTo>
                    <a:pt x="755" y="12578"/>
                    <a:pt x="1" y="8759"/>
                    <a:pt x="1373" y="5466"/>
                  </a:cubicBezTo>
                  <a:cubicBezTo>
                    <a:pt x="2745" y="2173"/>
                    <a:pt x="5969" y="1"/>
                    <a:pt x="9536" y="1"/>
                  </a:cubicBezTo>
                  <a:cubicBezTo>
                    <a:pt x="14407" y="24"/>
                    <a:pt x="18363" y="3980"/>
                    <a:pt x="18385" y="8850"/>
                  </a:cubicBez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9" name="CustomShape 6"/>
            <p:cNvSpPr/>
            <p:nvPr/>
          </p:nvSpPr>
          <p:spPr>
            <a:xfrm>
              <a:off x="335880" y="2444040"/>
              <a:ext cx="360" cy="458280"/>
            </a:xfrm>
            <a:custGeom>
              <a:avLst/>
              <a:gdLst/>
              <a:ahLst/>
              <a:rect l="l" t="t" r="r" b="b"/>
              <a:pathLst>
                <a:path w="1" h="27304">
                  <a:moveTo>
                    <a:pt x="0" y="1"/>
                  </a:moveTo>
                  <a:lnTo>
                    <a:pt x="0" y="27304"/>
                  </a:ln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10" name="CustomShape 7"/>
          <p:cNvSpPr/>
          <p:nvPr/>
        </p:nvSpPr>
        <p:spPr>
          <a:xfrm>
            <a:off x="5348880" y="3787920"/>
            <a:ext cx="457920" cy="457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ff79"/>
      </a:dk2>
      <a:lt2>
        <a:srgbClr val="000000"/>
      </a:lt2>
      <a:accent1>
        <a:srgbClr val="ffffff"/>
      </a:accent1>
      <a:accent2>
        <a:srgbClr val="00ff79"/>
      </a:accent2>
      <a:accent3>
        <a:srgbClr val="000000"/>
      </a:accent3>
      <a:accent4>
        <a:srgbClr val="ffffff"/>
      </a:accent4>
      <a:accent5>
        <a:srgbClr val="00ff79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Marcos Moura</dc:creator>
  <dc:description/>
  <dc:language>pt-BR</dc:language>
  <cp:lastModifiedBy/>
  <dcterms:modified xsi:type="dcterms:W3CDTF">2023-02-15T18:32:24Z</dcterms:modified>
  <cp:revision>1</cp:revision>
  <dc:subject/>
  <dc:title/>
</cp:coreProperties>
</file>